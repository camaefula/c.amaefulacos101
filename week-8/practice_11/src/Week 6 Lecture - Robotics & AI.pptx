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diagrams/data22.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diagrams/data23.xml" ContentType="application/vnd.openxmlformats-officedocument.drawingml.diagramData+xml"/>
  <Override PartName="/ppt/diagrams/layout23.xml" ContentType="application/vnd.openxmlformats-officedocument.drawingml.diagramLayout+xml"/>
  <Override PartName="/ppt/diagrams/quickStyle23.xml" ContentType="application/vnd.openxmlformats-officedocument.drawingml.diagramStyle+xml"/>
  <Override PartName="/ppt/diagrams/colors23.xml" ContentType="application/vnd.openxmlformats-officedocument.drawingml.diagramColors+xml"/>
  <Override PartName="/ppt/diagrams/drawing23.xml" ContentType="application/vnd.ms-office.drawingml.diagramDrawing+xml"/>
  <Override PartName="/ppt/diagrams/data24.xml" ContentType="application/vnd.openxmlformats-officedocument.drawingml.diagramData+xml"/>
  <Override PartName="/ppt/diagrams/layout24.xml" ContentType="application/vnd.openxmlformats-officedocument.drawingml.diagramLayout+xml"/>
  <Override PartName="/ppt/diagrams/quickStyle24.xml" ContentType="application/vnd.openxmlformats-officedocument.drawingml.diagramStyle+xml"/>
  <Override PartName="/ppt/diagrams/colors24.xml" ContentType="application/vnd.openxmlformats-officedocument.drawingml.diagramColors+xml"/>
  <Override PartName="/ppt/diagrams/drawing24.xml" ContentType="application/vnd.ms-office.drawingml.diagramDrawing+xml"/>
  <Override PartName="/ppt/diagrams/data25.xml" ContentType="application/vnd.openxmlformats-officedocument.drawingml.diagramData+xml"/>
  <Override PartName="/ppt/diagrams/layout25.xml" ContentType="application/vnd.openxmlformats-officedocument.drawingml.diagramLayout+xml"/>
  <Override PartName="/ppt/diagrams/quickStyle25.xml" ContentType="application/vnd.openxmlformats-officedocument.drawingml.diagramStyle+xml"/>
  <Override PartName="/ppt/diagrams/colors25.xml" ContentType="application/vnd.openxmlformats-officedocument.drawingml.diagramColors+xml"/>
  <Override PartName="/ppt/diagrams/drawing25.xml" ContentType="application/vnd.ms-office.drawingml.diagramDrawing+xml"/>
  <Override PartName="/ppt/diagrams/data26.xml" ContentType="application/vnd.openxmlformats-officedocument.drawingml.diagramData+xml"/>
  <Override PartName="/ppt/diagrams/layout26.xml" ContentType="application/vnd.openxmlformats-officedocument.drawingml.diagramLayout+xml"/>
  <Override PartName="/ppt/diagrams/quickStyle26.xml" ContentType="application/vnd.openxmlformats-officedocument.drawingml.diagramStyle+xml"/>
  <Override PartName="/ppt/diagrams/colors26.xml" ContentType="application/vnd.openxmlformats-officedocument.drawingml.diagramColors+xml"/>
  <Override PartName="/ppt/diagrams/drawing26.xml" ContentType="application/vnd.ms-office.drawingml.diagramDrawing+xml"/>
  <Override PartName="/ppt/diagrams/data27.xml" ContentType="application/vnd.openxmlformats-officedocument.drawingml.diagramData+xml"/>
  <Override PartName="/ppt/diagrams/layout27.xml" ContentType="application/vnd.openxmlformats-officedocument.drawingml.diagramLayout+xml"/>
  <Override PartName="/ppt/diagrams/quickStyle27.xml" ContentType="application/vnd.openxmlformats-officedocument.drawingml.diagramStyle+xml"/>
  <Override PartName="/ppt/diagrams/colors27.xml" ContentType="application/vnd.openxmlformats-officedocument.drawingml.diagramColors+xml"/>
  <Override PartName="/ppt/diagrams/drawing27.xml" ContentType="application/vnd.ms-office.drawingml.diagramDrawing+xml"/>
  <Override PartName="/ppt/diagrams/data28.xml" ContentType="application/vnd.openxmlformats-officedocument.drawingml.diagramData+xml"/>
  <Override PartName="/ppt/diagrams/layout28.xml" ContentType="application/vnd.openxmlformats-officedocument.drawingml.diagramLayout+xml"/>
  <Override PartName="/ppt/diagrams/quickStyle28.xml" ContentType="application/vnd.openxmlformats-officedocument.drawingml.diagramStyle+xml"/>
  <Override PartName="/ppt/diagrams/colors28.xml" ContentType="application/vnd.openxmlformats-officedocument.drawingml.diagramColors+xml"/>
  <Override PartName="/ppt/diagrams/drawing28.xml" ContentType="application/vnd.ms-office.drawingml.diagramDrawing+xml"/>
  <Override PartName="/ppt/notesSlides/notesSlide1.xml" ContentType="application/vnd.openxmlformats-officedocument.presentationml.notesSlide+xml"/>
  <Override PartName="/ppt/diagrams/data29.xml" ContentType="application/vnd.openxmlformats-officedocument.drawingml.diagramData+xml"/>
  <Override PartName="/ppt/diagrams/layout29.xml" ContentType="application/vnd.openxmlformats-officedocument.drawingml.diagramLayout+xml"/>
  <Override PartName="/ppt/diagrams/quickStyle29.xml" ContentType="application/vnd.openxmlformats-officedocument.drawingml.diagramStyle+xml"/>
  <Override PartName="/ppt/diagrams/colors29.xml" ContentType="application/vnd.openxmlformats-officedocument.drawingml.diagramColors+xml"/>
  <Override PartName="/ppt/diagrams/drawing29.xml" ContentType="application/vnd.ms-office.drawingml.diagramDrawing+xml"/>
  <Override PartName="/ppt/diagrams/data30.xml" ContentType="application/vnd.openxmlformats-officedocument.drawingml.diagramData+xml"/>
  <Override PartName="/ppt/diagrams/layout30.xml" ContentType="application/vnd.openxmlformats-officedocument.drawingml.diagramLayout+xml"/>
  <Override PartName="/ppt/diagrams/quickStyle30.xml" ContentType="application/vnd.openxmlformats-officedocument.drawingml.diagramStyle+xml"/>
  <Override PartName="/ppt/diagrams/colors30.xml" ContentType="application/vnd.openxmlformats-officedocument.drawingml.diagramColors+xml"/>
  <Override PartName="/ppt/diagrams/drawing30.xml" ContentType="application/vnd.ms-office.drawingml.diagramDrawing+xml"/>
  <Override PartName="/ppt/diagrams/data31.xml" ContentType="application/vnd.openxmlformats-officedocument.drawingml.diagramData+xml"/>
  <Override PartName="/ppt/diagrams/layout31.xml" ContentType="application/vnd.openxmlformats-officedocument.drawingml.diagramLayout+xml"/>
  <Override PartName="/ppt/diagrams/quickStyle31.xml" ContentType="application/vnd.openxmlformats-officedocument.drawingml.diagramStyle+xml"/>
  <Override PartName="/ppt/diagrams/colors31.xml" ContentType="application/vnd.openxmlformats-officedocument.drawingml.diagramColors+xml"/>
  <Override PartName="/ppt/diagrams/drawing31.xml" ContentType="application/vnd.ms-office.drawingml.diagramDrawing+xml"/>
  <Override PartName="/ppt/diagrams/data32.xml" ContentType="application/vnd.openxmlformats-officedocument.drawingml.diagramData+xml"/>
  <Override PartName="/ppt/diagrams/layout32.xml" ContentType="application/vnd.openxmlformats-officedocument.drawingml.diagramLayout+xml"/>
  <Override PartName="/ppt/diagrams/quickStyle32.xml" ContentType="application/vnd.openxmlformats-officedocument.drawingml.diagramStyle+xml"/>
  <Override PartName="/ppt/diagrams/colors32.xml" ContentType="application/vnd.openxmlformats-officedocument.drawingml.diagramColors+xml"/>
  <Override PartName="/ppt/diagrams/drawing32.xml" ContentType="application/vnd.ms-office.drawingml.diagramDrawing+xml"/>
  <Override PartName="/ppt/diagrams/data33.xml" ContentType="application/vnd.openxmlformats-officedocument.drawingml.diagramData+xml"/>
  <Override PartName="/ppt/diagrams/layout33.xml" ContentType="application/vnd.openxmlformats-officedocument.drawingml.diagramLayout+xml"/>
  <Override PartName="/ppt/diagrams/quickStyle33.xml" ContentType="application/vnd.openxmlformats-officedocument.drawingml.diagramStyle+xml"/>
  <Override PartName="/ppt/diagrams/colors33.xml" ContentType="application/vnd.openxmlformats-officedocument.drawingml.diagramColors+xml"/>
  <Override PartName="/ppt/diagrams/drawing33.xml" ContentType="application/vnd.ms-office.drawingml.diagramDrawing+xml"/>
  <Override PartName="/ppt/diagrams/data34.xml" ContentType="application/vnd.openxmlformats-officedocument.drawingml.diagramData+xml"/>
  <Override PartName="/ppt/diagrams/layout34.xml" ContentType="application/vnd.openxmlformats-officedocument.drawingml.diagramLayout+xml"/>
  <Override PartName="/ppt/diagrams/quickStyle34.xml" ContentType="application/vnd.openxmlformats-officedocument.drawingml.diagramStyle+xml"/>
  <Override PartName="/ppt/diagrams/colors34.xml" ContentType="application/vnd.openxmlformats-officedocument.drawingml.diagramColors+xml"/>
  <Override PartName="/ppt/diagrams/drawing34.xml" ContentType="application/vnd.ms-office.drawingml.diagramDrawing+xml"/>
  <Override PartName="/ppt/diagrams/data35.xml" ContentType="application/vnd.openxmlformats-officedocument.drawingml.diagramData+xml"/>
  <Override PartName="/ppt/diagrams/layout35.xml" ContentType="application/vnd.openxmlformats-officedocument.drawingml.diagramLayout+xml"/>
  <Override PartName="/ppt/diagrams/quickStyle35.xml" ContentType="application/vnd.openxmlformats-officedocument.drawingml.diagramStyle+xml"/>
  <Override PartName="/ppt/diagrams/colors35.xml" ContentType="application/vnd.openxmlformats-officedocument.drawingml.diagramColors+xml"/>
  <Override PartName="/ppt/diagrams/drawing35.xml" ContentType="application/vnd.ms-office.drawingml.diagramDrawing+xml"/>
  <Override PartName="/ppt/diagrams/data36.xml" ContentType="application/vnd.openxmlformats-officedocument.drawingml.diagramData+xml"/>
  <Override PartName="/ppt/diagrams/layout36.xml" ContentType="application/vnd.openxmlformats-officedocument.drawingml.diagramLayout+xml"/>
  <Override PartName="/ppt/diagrams/quickStyle36.xml" ContentType="application/vnd.openxmlformats-officedocument.drawingml.diagramStyle+xml"/>
  <Override PartName="/ppt/diagrams/colors36.xml" ContentType="application/vnd.openxmlformats-officedocument.drawingml.diagramColors+xml"/>
  <Override PartName="/ppt/diagrams/drawing36.xml" ContentType="application/vnd.ms-office.drawingml.diagramDrawing+xml"/>
  <Override PartName="/ppt/diagrams/data37.xml" ContentType="application/vnd.openxmlformats-officedocument.drawingml.diagramData+xml"/>
  <Override PartName="/ppt/diagrams/layout37.xml" ContentType="application/vnd.openxmlformats-officedocument.drawingml.diagramLayout+xml"/>
  <Override PartName="/ppt/diagrams/quickStyle37.xml" ContentType="application/vnd.openxmlformats-officedocument.drawingml.diagramStyle+xml"/>
  <Override PartName="/ppt/diagrams/colors37.xml" ContentType="application/vnd.openxmlformats-officedocument.drawingml.diagramColors+xml"/>
  <Override PartName="/ppt/diagrams/drawing37.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43"/>
  </p:notesMasterIdLst>
  <p:sldIdLst>
    <p:sldId id="256" r:id="rId2"/>
    <p:sldId id="357" r:id="rId3"/>
    <p:sldId id="358" r:id="rId4"/>
    <p:sldId id="359" r:id="rId5"/>
    <p:sldId id="360" r:id="rId6"/>
    <p:sldId id="361" r:id="rId7"/>
    <p:sldId id="362" r:id="rId8"/>
    <p:sldId id="363" r:id="rId9"/>
    <p:sldId id="364" r:id="rId10"/>
    <p:sldId id="365" r:id="rId11"/>
    <p:sldId id="399" r:id="rId12"/>
    <p:sldId id="366" r:id="rId13"/>
    <p:sldId id="367" r:id="rId14"/>
    <p:sldId id="368" r:id="rId15"/>
    <p:sldId id="369" r:id="rId16"/>
    <p:sldId id="371" r:id="rId17"/>
    <p:sldId id="372" r:id="rId18"/>
    <p:sldId id="373" r:id="rId19"/>
    <p:sldId id="375" r:id="rId20"/>
    <p:sldId id="374" r:id="rId21"/>
    <p:sldId id="376" r:id="rId22"/>
    <p:sldId id="377" r:id="rId23"/>
    <p:sldId id="378" r:id="rId24"/>
    <p:sldId id="379" r:id="rId25"/>
    <p:sldId id="380" r:id="rId26"/>
    <p:sldId id="382" r:id="rId27"/>
    <p:sldId id="383" r:id="rId28"/>
    <p:sldId id="384" r:id="rId29"/>
    <p:sldId id="385" r:id="rId30"/>
    <p:sldId id="386" r:id="rId31"/>
    <p:sldId id="387" r:id="rId32"/>
    <p:sldId id="388" r:id="rId33"/>
    <p:sldId id="389" r:id="rId34"/>
    <p:sldId id="390" r:id="rId35"/>
    <p:sldId id="391" r:id="rId36"/>
    <p:sldId id="392" r:id="rId37"/>
    <p:sldId id="395" r:id="rId38"/>
    <p:sldId id="396" r:id="rId39"/>
    <p:sldId id="397" r:id="rId40"/>
    <p:sldId id="398" r:id="rId41"/>
    <p:sldId id="276" r:id="rId42"/>
  </p:sldIdLst>
  <p:sldSz cx="18288000" cy="10287000"/>
  <p:notesSz cx="6858000" cy="9144000"/>
  <p:embeddedFontLst>
    <p:embeddedFont>
      <p:font typeface="Poppins" panose="00000500000000000000" pitchFamily="2" charset="0"/>
      <p:regular r:id="rId44"/>
      <p:bold r:id="rId45"/>
      <p:italic r:id="rId46"/>
      <p:boldItalic r:id="rId47"/>
    </p:embeddedFont>
    <p:embeddedFont>
      <p:font typeface="Segoe UI 1" panose="020B0802040204020203" charset="0"/>
      <p:regular r:id="rId48"/>
    </p:embeddedFont>
    <p:embeddedFont>
      <p:font typeface="Segoe UI Semilight" panose="020B0402040204020203" pitchFamily="34" charset="0"/>
      <p:regular r:id="rId49"/>
      <p:italic r:id="rId5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DCE6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DC9741E-6C1F-48DD-A25B-41D16422ABD7}" v="73" dt="2026-08-20T09:46:19.804"/>
  </p1510:revLst>
</p1510:revInfo>
</file>

<file path=ppt/tableStyles.xml><?xml version="1.0" encoding="utf-8"?>
<a:tblStyleLst xmlns:a="http://schemas.openxmlformats.org/drawingml/2006/main" def="{5C22544A-7EE6-4342-B048-85BDC9FD1C3A}">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7843" autoAdjust="0"/>
  </p:normalViewPr>
  <p:slideViewPr>
    <p:cSldViewPr>
      <p:cViewPr varScale="1">
        <p:scale>
          <a:sx n="51" d="100"/>
          <a:sy n="51" d="100"/>
        </p:scale>
        <p:origin x="926" y="48"/>
      </p:cViewPr>
      <p:guideLst>
        <p:guide orient="horz" pos="2160"/>
        <p:guide pos="2880"/>
      </p:guideLst>
    </p:cSldViewPr>
  </p:slideViewPr>
  <p:outlineViewPr>
    <p:cViewPr>
      <p:scale>
        <a:sx n="33" d="100"/>
        <a:sy n="33" d="100"/>
      </p:scale>
      <p:origin x="0" y="0"/>
    </p:cViewPr>
  </p:outlineViewPr>
  <p:notesTextViewPr>
    <p:cViewPr>
      <p:scale>
        <a:sx n="75" d="100"/>
        <a:sy n="75"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font" Target="fonts/font4.fntdata"/><Relationship Id="rId50" Type="http://schemas.openxmlformats.org/officeDocument/2006/relationships/font" Target="fonts/font7.fntdata"/><Relationship Id="rId55"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2.fntdata"/><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1.fntdata"/><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openxmlformats.org/officeDocument/2006/relationships/font" Target="fonts/font5.fntdata"/><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3.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6.fntdata"/></Relationships>
</file>

<file path=ppt/diagrams/_rels/data22.xml.rels><?xml version="1.0" encoding="UTF-8" standalone="yes"?>
<Relationships xmlns="http://schemas.openxmlformats.org/package/2006/relationships"><Relationship Id="rId1" Type="http://schemas.openxmlformats.org/officeDocument/2006/relationships/image" Target="../media/image10.jpg"/></Relationships>
</file>

<file path=ppt/diagrams/_rels/data27.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image" Target="../media/image12.jpg"/><Relationship Id="rId5" Type="http://schemas.openxmlformats.org/officeDocument/2006/relationships/image" Target="../media/image16.jpg"/><Relationship Id="rId4" Type="http://schemas.openxmlformats.org/officeDocument/2006/relationships/image" Target="../media/image15.jpg"/></Relationships>
</file>

<file path=ppt/diagrams/_rels/drawing22.xml.rels><?xml version="1.0" encoding="UTF-8" standalone="yes"?>
<Relationships xmlns="http://schemas.openxmlformats.org/package/2006/relationships"><Relationship Id="rId1" Type="http://schemas.openxmlformats.org/officeDocument/2006/relationships/image" Target="../media/image10.jpg"/></Relationships>
</file>

<file path=ppt/diagrams/_rels/drawing2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4.jpeg"/><Relationship Id="rId1" Type="http://schemas.openxmlformats.org/officeDocument/2006/relationships/image" Target="../media/image15.jpg"/><Relationship Id="rId5" Type="http://schemas.openxmlformats.org/officeDocument/2006/relationships/image" Target="../media/image12.jpg"/><Relationship Id="rId4" Type="http://schemas.openxmlformats.org/officeDocument/2006/relationships/image" Target="../media/image16.jpg"/></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6.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8.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9.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0.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6.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7.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485736D-E465-453D-B098-C13E579E5468}" type="doc">
      <dgm:prSet loTypeId="urn:microsoft.com/office/officeart/2008/layout/LinedList" loCatId="list" qsTypeId="urn:microsoft.com/office/officeart/2005/8/quickstyle/simple1" qsCatId="simple" csTypeId="urn:microsoft.com/office/officeart/2005/8/colors/colorful1" csCatId="colorful" phldr="1"/>
      <dgm:spPr/>
      <dgm:t>
        <a:bodyPr/>
        <a:lstStyle/>
        <a:p>
          <a:endParaRPr lang="en-US"/>
        </a:p>
      </dgm:t>
    </dgm:pt>
    <dgm:pt modelId="{698CC921-1817-43A7-9BF0-FCA61062A657}">
      <dgm:prSet phldrT="[Text]" custT="1"/>
      <dgm:spPr/>
      <dgm:t>
        <a:bodyPr/>
        <a:lstStyle/>
        <a:p>
          <a:r>
            <a:rPr lang="en-US" sz="2800" dirty="0"/>
            <a:t>Robotics</a:t>
          </a:r>
        </a:p>
      </dgm:t>
    </dgm:pt>
    <dgm:pt modelId="{2460C177-CFF1-4CD3-AC3C-B263A392A2A0}" type="parTrans" cxnId="{B80416E5-DDC3-4BF9-A19F-CA6A3E6327E6}">
      <dgm:prSet/>
      <dgm:spPr/>
      <dgm:t>
        <a:bodyPr/>
        <a:lstStyle/>
        <a:p>
          <a:endParaRPr lang="en-US" sz="2400"/>
        </a:p>
      </dgm:t>
    </dgm:pt>
    <dgm:pt modelId="{FE7B52A0-53A4-4824-9D54-00AFC9336005}" type="sibTrans" cxnId="{B80416E5-DDC3-4BF9-A19F-CA6A3E6327E6}">
      <dgm:prSet/>
      <dgm:spPr/>
      <dgm:t>
        <a:bodyPr/>
        <a:lstStyle/>
        <a:p>
          <a:endParaRPr lang="en-US" sz="2400"/>
        </a:p>
      </dgm:t>
    </dgm:pt>
    <dgm:pt modelId="{CC540DC2-3AC5-4B1D-8109-9AFD071D58BD}">
      <dgm:prSet phldrT="[Text]" custT="1"/>
      <dgm:spPr/>
      <dgm:t>
        <a:bodyPr/>
        <a:lstStyle/>
        <a:p>
          <a:r>
            <a:rPr lang="en-US" sz="2800" dirty="0"/>
            <a:t>Characteristics of Robots</a:t>
          </a:r>
        </a:p>
      </dgm:t>
    </dgm:pt>
    <dgm:pt modelId="{D85607E8-3859-4ECB-AE68-94D92B30BD75}" type="parTrans" cxnId="{2FA58B42-146D-4AE4-B6AC-20AC91DF400B}">
      <dgm:prSet/>
      <dgm:spPr/>
      <dgm:t>
        <a:bodyPr/>
        <a:lstStyle/>
        <a:p>
          <a:endParaRPr lang="en-US" sz="2400"/>
        </a:p>
      </dgm:t>
    </dgm:pt>
    <dgm:pt modelId="{0EAC30CA-8D85-4A0E-9F93-8CFE2F77AF6F}" type="sibTrans" cxnId="{2FA58B42-146D-4AE4-B6AC-20AC91DF400B}">
      <dgm:prSet/>
      <dgm:spPr/>
      <dgm:t>
        <a:bodyPr/>
        <a:lstStyle/>
        <a:p>
          <a:endParaRPr lang="en-US" sz="2400"/>
        </a:p>
      </dgm:t>
    </dgm:pt>
    <dgm:pt modelId="{934E0424-93F5-4C73-B2B0-0088A6620D7E}">
      <dgm:prSet phldrT="[Text]" custT="1"/>
      <dgm:spPr/>
      <dgm:t>
        <a:bodyPr/>
        <a:lstStyle/>
        <a:p>
          <a:r>
            <a:rPr lang="en-US" sz="2800" dirty="0"/>
            <a:t>Types of Robots</a:t>
          </a:r>
        </a:p>
      </dgm:t>
    </dgm:pt>
    <dgm:pt modelId="{5344371E-5154-4904-82BB-BFE0A12248D3}" type="parTrans" cxnId="{B9411C39-98E8-46C8-9965-468301E4759E}">
      <dgm:prSet/>
      <dgm:spPr/>
      <dgm:t>
        <a:bodyPr/>
        <a:lstStyle/>
        <a:p>
          <a:endParaRPr lang="en-US" sz="2400"/>
        </a:p>
      </dgm:t>
    </dgm:pt>
    <dgm:pt modelId="{F5C00680-7592-45F8-9B95-C20A6B0E4ADC}" type="sibTrans" cxnId="{B9411C39-98E8-46C8-9965-468301E4759E}">
      <dgm:prSet/>
      <dgm:spPr/>
      <dgm:t>
        <a:bodyPr/>
        <a:lstStyle/>
        <a:p>
          <a:endParaRPr lang="en-US" sz="2400"/>
        </a:p>
      </dgm:t>
    </dgm:pt>
    <dgm:pt modelId="{A862E632-B5F2-4E6D-A79A-5E70EA4ED375}">
      <dgm:prSet phldrT="[Text]" custT="1"/>
      <dgm:spPr/>
      <dgm:t>
        <a:bodyPr/>
        <a:lstStyle/>
        <a:p>
          <a:r>
            <a:rPr lang="en-US" sz="2800" dirty="0"/>
            <a:t>Uses of Robots</a:t>
          </a:r>
        </a:p>
      </dgm:t>
    </dgm:pt>
    <dgm:pt modelId="{6630ED68-5563-44D2-B5CB-2D6AFACD884F}" type="parTrans" cxnId="{60A60092-E249-4A31-B62D-1283E92C5C08}">
      <dgm:prSet/>
      <dgm:spPr/>
      <dgm:t>
        <a:bodyPr/>
        <a:lstStyle/>
        <a:p>
          <a:endParaRPr lang="en-US" sz="2400"/>
        </a:p>
      </dgm:t>
    </dgm:pt>
    <dgm:pt modelId="{84F6E90C-0FEE-4323-B88F-3D1C49C73665}" type="sibTrans" cxnId="{60A60092-E249-4A31-B62D-1283E92C5C08}">
      <dgm:prSet/>
      <dgm:spPr/>
      <dgm:t>
        <a:bodyPr/>
        <a:lstStyle/>
        <a:p>
          <a:endParaRPr lang="en-US" sz="2400"/>
        </a:p>
      </dgm:t>
    </dgm:pt>
    <dgm:pt modelId="{269A0D62-7EE9-42EB-BE36-28421D86CDA6}">
      <dgm:prSet phldrT="[Text]" custT="1"/>
      <dgm:spPr/>
      <dgm:t>
        <a:bodyPr/>
        <a:lstStyle/>
        <a:p>
          <a:r>
            <a:rPr lang="en-US" sz="2800" dirty="0"/>
            <a:t>Artificial Intelligence</a:t>
          </a:r>
        </a:p>
      </dgm:t>
    </dgm:pt>
    <dgm:pt modelId="{8DF7D145-3D44-497A-9AAB-A472F97C5325}" type="parTrans" cxnId="{44649F68-80D1-4AEB-9BB3-61F5350384EE}">
      <dgm:prSet/>
      <dgm:spPr/>
      <dgm:t>
        <a:bodyPr/>
        <a:lstStyle/>
        <a:p>
          <a:endParaRPr lang="en-US" sz="2400"/>
        </a:p>
      </dgm:t>
    </dgm:pt>
    <dgm:pt modelId="{671DC378-1C4F-472E-B390-7CF8EB4A885A}" type="sibTrans" cxnId="{44649F68-80D1-4AEB-9BB3-61F5350384EE}">
      <dgm:prSet/>
      <dgm:spPr/>
      <dgm:t>
        <a:bodyPr/>
        <a:lstStyle/>
        <a:p>
          <a:endParaRPr lang="en-US" sz="2400"/>
        </a:p>
      </dgm:t>
    </dgm:pt>
    <dgm:pt modelId="{F81CA8D6-6EBA-461C-91F2-0AAEFA3EC4D4}">
      <dgm:prSet phldrT="[Text]" custT="1"/>
      <dgm:spPr/>
      <dgm:t>
        <a:bodyPr/>
        <a:lstStyle/>
        <a:p>
          <a:r>
            <a:rPr lang="en-US" sz="2800" dirty="0"/>
            <a:t>AI, ML &amp; DL</a:t>
          </a:r>
        </a:p>
      </dgm:t>
    </dgm:pt>
    <dgm:pt modelId="{2F73F857-E72B-4074-BD1F-5B8AFB716FCD}" type="parTrans" cxnId="{96D5576A-6B7D-4090-9C17-C64BD0BA7D8C}">
      <dgm:prSet/>
      <dgm:spPr/>
      <dgm:t>
        <a:bodyPr/>
        <a:lstStyle/>
        <a:p>
          <a:endParaRPr lang="en-US" sz="2400"/>
        </a:p>
      </dgm:t>
    </dgm:pt>
    <dgm:pt modelId="{CD82D513-3339-4F38-BF18-26FC9C609D9D}" type="sibTrans" cxnId="{96D5576A-6B7D-4090-9C17-C64BD0BA7D8C}">
      <dgm:prSet/>
      <dgm:spPr/>
      <dgm:t>
        <a:bodyPr/>
        <a:lstStyle/>
        <a:p>
          <a:endParaRPr lang="en-US" sz="2400"/>
        </a:p>
      </dgm:t>
    </dgm:pt>
    <dgm:pt modelId="{7397D7A9-FC32-49B7-AB71-B204F47F4786}">
      <dgm:prSet phldrT="[Text]" custT="1"/>
      <dgm:spPr/>
      <dgm:t>
        <a:bodyPr/>
        <a:lstStyle/>
        <a:p>
          <a:r>
            <a:rPr lang="en-US" sz="2800" dirty="0"/>
            <a:t>Categories of ML</a:t>
          </a:r>
        </a:p>
      </dgm:t>
    </dgm:pt>
    <dgm:pt modelId="{78183477-3295-4CA8-8D8C-9F86F4BCD959}" type="parTrans" cxnId="{63837722-5F58-486E-ABFA-65FCC7FC7C4F}">
      <dgm:prSet/>
      <dgm:spPr/>
      <dgm:t>
        <a:bodyPr/>
        <a:lstStyle/>
        <a:p>
          <a:endParaRPr lang="en-US" sz="2400"/>
        </a:p>
      </dgm:t>
    </dgm:pt>
    <dgm:pt modelId="{FC058AFD-80AA-4898-A8BF-AAB9CA57CE24}" type="sibTrans" cxnId="{63837722-5F58-486E-ABFA-65FCC7FC7C4F}">
      <dgm:prSet/>
      <dgm:spPr/>
      <dgm:t>
        <a:bodyPr/>
        <a:lstStyle/>
        <a:p>
          <a:endParaRPr lang="en-US" sz="2400"/>
        </a:p>
      </dgm:t>
    </dgm:pt>
    <dgm:pt modelId="{6317451A-A7DA-40D4-A564-C75ED7B328A2}">
      <dgm:prSet phldrT="[Text]" custT="1"/>
      <dgm:spPr/>
      <dgm:t>
        <a:bodyPr/>
        <a:lstStyle/>
        <a:p>
          <a:r>
            <a:rPr lang="en-US" sz="2800" dirty="0"/>
            <a:t>Computer Vision</a:t>
          </a:r>
        </a:p>
      </dgm:t>
    </dgm:pt>
    <dgm:pt modelId="{4761DA65-6A7E-48D6-8219-C82E2BDFECF5}" type="parTrans" cxnId="{BF7EC9FC-DBFA-45AD-BEB4-14979A2BA595}">
      <dgm:prSet/>
      <dgm:spPr/>
      <dgm:t>
        <a:bodyPr/>
        <a:lstStyle/>
        <a:p>
          <a:endParaRPr lang="en-US" sz="2400"/>
        </a:p>
      </dgm:t>
    </dgm:pt>
    <dgm:pt modelId="{225829A9-1F84-408E-9ECA-6591305BDC4F}" type="sibTrans" cxnId="{BF7EC9FC-DBFA-45AD-BEB4-14979A2BA595}">
      <dgm:prSet/>
      <dgm:spPr/>
      <dgm:t>
        <a:bodyPr/>
        <a:lstStyle/>
        <a:p>
          <a:endParaRPr lang="en-US" sz="2400"/>
        </a:p>
      </dgm:t>
    </dgm:pt>
    <dgm:pt modelId="{30ABDEB1-1E4B-456F-9EC3-A8FCE4F4250C}">
      <dgm:prSet phldrT="[Text]" custT="1"/>
      <dgm:spPr/>
      <dgm:t>
        <a:bodyPr/>
        <a:lstStyle/>
        <a:p>
          <a:r>
            <a:rPr lang="en-US" sz="2800" dirty="0"/>
            <a:t>Machine Vision</a:t>
          </a:r>
        </a:p>
      </dgm:t>
    </dgm:pt>
    <dgm:pt modelId="{F7589FF3-422C-4883-BBEF-12700B86D5A7}" type="parTrans" cxnId="{87C8A64D-66B6-4EDD-BBC2-FBB802CDD8D2}">
      <dgm:prSet/>
      <dgm:spPr/>
      <dgm:t>
        <a:bodyPr/>
        <a:lstStyle/>
        <a:p>
          <a:endParaRPr lang="en-US" sz="2400"/>
        </a:p>
      </dgm:t>
    </dgm:pt>
    <dgm:pt modelId="{FD643E1C-E2C9-4D4A-988D-757A7D0F1866}" type="sibTrans" cxnId="{87C8A64D-66B6-4EDD-BBC2-FBB802CDD8D2}">
      <dgm:prSet/>
      <dgm:spPr/>
      <dgm:t>
        <a:bodyPr/>
        <a:lstStyle/>
        <a:p>
          <a:endParaRPr lang="en-US" sz="2400"/>
        </a:p>
      </dgm:t>
    </dgm:pt>
    <dgm:pt modelId="{FC2A4774-E471-47FA-B5DB-FFC00890AE2A}">
      <dgm:prSet phldrT="[Text]" custT="1"/>
      <dgm:spPr/>
      <dgm:t>
        <a:bodyPr/>
        <a:lstStyle/>
        <a:p>
          <a:r>
            <a:rPr lang="en-US" sz="2800" dirty="0"/>
            <a:t>Computer Hardware &amp; Software</a:t>
          </a:r>
        </a:p>
      </dgm:t>
    </dgm:pt>
    <dgm:pt modelId="{1FB4FE53-20D2-44AF-9692-2FE7002913D5}" type="parTrans" cxnId="{758AD630-38E0-402A-B0A7-BA511139C775}">
      <dgm:prSet/>
      <dgm:spPr/>
      <dgm:t>
        <a:bodyPr/>
        <a:lstStyle/>
        <a:p>
          <a:endParaRPr lang="en-US" sz="2400"/>
        </a:p>
      </dgm:t>
    </dgm:pt>
    <dgm:pt modelId="{B3867BFA-1B70-49CF-ACEC-425AFB2A755E}" type="sibTrans" cxnId="{758AD630-38E0-402A-B0A7-BA511139C775}">
      <dgm:prSet/>
      <dgm:spPr/>
      <dgm:t>
        <a:bodyPr/>
        <a:lstStyle/>
        <a:p>
          <a:endParaRPr lang="en-US" sz="2400"/>
        </a:p>
      </dgm:t>
    </dgm:pt>
    <dgm:pt modelId="{A5A934DA-9D49-49B3-87EC-8B859047FE1F}">
      <dgm:prSet phldrT="[Text]" custT="1"/>
      <dgm:spPr/>
      <dgm:t>
        <a:bodyPr/>
        <a:lstStyle/>
        <a:p>
          <a:r>
            <a:rPr lang="en-US" sz="2800" dirty="0"/>
            <a:t>Computer Programming</a:t>
          </a:r>
        </a:p>
      </dgm:t>
    </dgm:pt>
    <dgm:pt modelId="{7870012A-E6CB-4B3F-9C8E-36496A013312}" type="parTrans" cxnId="{D9A98C52-F55A-44E0-B6D3-0EF1E124F17A}">
      <dgm:prSet/>
      <dgm:spPr/>
      <dgm:t>
        <a:bodyPr/>
        <a:lstStyle/>
        <a:p>
          <a:endParaRPr lang="en-US" sz="2400"/>
        </a:p>
      </dgm:t>
    </dgm:pt>
    <dgm:pt modelId="{17610311-1263-472C-9C63-7235736CA564}" type="sibTrans" cxnId="{D9A98C52-F55A-44E0-B6D3-0EF1E124F17A}">
      <dgm:prSet/>
      <dgm:spPr/>
      <dgm:t>
        <a:bodyPr/>
        <a:lstStyle/>
        <a:p>
          <a:endParaRPr lang="en-US" sz="2400"/>
        </a:p>
      </dgm:t>
    </dgm:pt>
    <dgm:pt modelId="{D1E47D18-B414-4E4D-A49E-A036D2306E4F}" type="pres">
      <dgm:prSet presAssocID="{B485736D-E465-453D-B098-C13E579E5468}" presName="vert0" presStyleCnt="0">
        <dgm:presLayoutVars>
          <dgm:dir/>
          <dgm:animOne val="branch"/>
          <dgm:animLvl val="lvl"/>
        </dgm:presLayoutVars>
      </dgm:prSet>
      <dgm:spPr/>
    </dgm:pt>
    <dgm:pt modelId="{AB9CF2EC-DE56-4486-88CF-F822C04079C6}" type="pres">
      <dgm:prSet presAssocID="{FC2A4774-E471-47FA-B5DB-FFC00890AE2A}" presName="thickLine" presStyleLbl="alignNode1" presStyleIdx="0" presStyleCnt="11"/>
      <dgm:spPr/>
    </dgm:pt>
    <dgm:pt modelId="{BA92D8B2-6439-4F60-AE2B-BC53AE86C471}" type="pres">
      <dgm:prSet presAssocID="{FC2A4774-E471-47FA-B5DB-FFC00890AE2A}" presName="horz1" presStyleCnt="0"/>
      <dgm:spPr/>
    </dgm:pt>
    <dgm:pt modelId="{922FC9EF-B023-4307-9E77-2C84FDAF41B0}" type="pres">
      <dgm:prSet presAssocID="{FC2A4774-E471-47FA-B5DB-FFC00890AE2A}" presName="tx1" presStyleLbl="revTx" presStyleIdx="0" presStyleCnt="11"/>
      <dgm:spPr/>
    </dgm:pt>
    <dgm:pt modelId="{CDD6B0A7-2868-45F2-8D4C-8F9A0933654D}" type="pres">
      <dgm:prSet presAssocID="{FC2A4774-E471-47FA-B5DB-FFC00890AE2A}" presName="vert1" presStyleCnt="0"/>
      <dgm:spPr/>
    </dgm:pt>
    <dgm:pt modelId="{C5989254-D04A-468D-A74B-B90E947C2DE2}" type="pres">
      <dgm:prSet presAssocID="{A5A934DA-9D49-49B3-87EC-8B859047FE1F}" presName="thickLine" presStyleLbl="alignNode1" presStyleIdx="1" presStyleCnt="11"/>
      <dgm:spPr/>
    </dgm:pt>
    <dgm:pt modelId="{F2656826-F721-4116-B0F0-A5BDC7F88F30}" type="pres">
      <dgm:prSet presAssocID="{A5A934DA-9D49-49B3-87EC-8B859047FE1F}" presName="horz1" presStyleCnt="0"/>
      <dgm:spPr/>
    </dgm:pt>
    <dgm:pt modelId="{BD14C60A-9726-4413-A809-C557EB91AE6C}" type="pres">
      <dgm:prSet presAssocID="{A5A934DA-9D49-49B3-87EC-8B859047FE1F}" presName="tx1" presStyleLbl="revTx" presStyleIdx="1" presStyleCnt="11"/>
      <dgm:spPr/>
    </dgm:pt>
    <dgm:pt modelId="{183A7FC0-E43E-46E1-8F71-382D0301A034}" type="pres">
      <dgm:prSet presAssocID="{A5A934DA-9D49-49B3-87EC-8B859047FE1F}" presName="vert1" presStyleCnt="0"/>
      <dgm:spPr/>
    </dgm:pt>
    <dgm:pt modelId="{983D1BDF-07D7-4136-99BD-9591D59172CA}" type="pres">
      <dgm:prSet presAssocID="{698CC921-1817-43A7-9BF0-FCA61062A657}" presName="thickLine" presStyleLbl="alignNode1" presStyleIdx="2" presStyleCnt="11"/>
      <dgm:spPr/>
    </dgm:pt>
    <dgm:pt modelId="{F7C955B2-B251-431E-BF28-3186DCCAA01B}" type="pres">
      <dgm:prSet presAssocID="{698CC921-1817-43A7-9BF0-FCA61062A657}" presName="horz1" presStyleCnt="0"/>
      <dgm:spPr/>
    </dgm:pt>
    <dgm:pt modelId="{21D06E2A-9253-4E35-8DBE-129192A7FB1B}" type="pres">
      <dgm:prSet presAssocID="{698CC921-1817-43A7-9BF0-FCA61062A657}" presName="tx1" presStyleLbl="revTx" presStyleIdx="2" presStyleCnt="11"/>
      <dgm:spPr/>
    </dgm:pt>
    <dgm:pt modelId="{75AF1762-9A1D-4408-A095-529625531FEA}" type="pres">
      <dgm:prSet presAssocID="{698CC921-1817-43A7-9BF0-FCA61062A657}" presName="vert1" presStyleCnt="0"/>
      <dgm:spPr/>
    </dgm:pt>
    <dgm:pt modelId="{9F5A84DE-12B9-4939-A413-93C3CF18266C}" type="pres">
      <dgm:prSet presAssocID="{CC540DC2-3AC5-4B1D-8109-9AFD071D58BD}" presName="thickLine" presStyleLbl="alignNode1" presStyleIdx="3" presStyleCnt="11"/>
      <dgm:spPr/>
    </dgm:pt>
    <dgm:pt modelId="{CC38FA0A-F978-4E14-8969-97DA8E40A86F}" type="pres">
      <dgm:prSet presAssocID="{CC540DC2-3AC5-4B1D-8109-9AFD071D58BD}" presName="horz1" presStyleCnt="0"/>
      <dgm:spPr/>
    </dgm:pt>
    <dgm:pt modelId="{D8DAFE9C-15A0-4D94-A3D9-A4649F0BD1C4}" type="pres">
      <dgm:prSet presAssocID="{CC540DC2-3AC5-4B1D-8109-9AFD071D58BD}" presName="tx1" presStyleLbl="revTx" presStyleIdx="3" presStyleCnt="11"/>
      <dgm:spPr/>
    </dgm:pt>
    <dgm:pt modelId="{F999EF6D-EC10-4652-8E8E-987DBC499D8F}" type="pres">
      <dgm:prSet presAssocID="{CC540DC2-3AC5-4B1D-8109-9AFD071D58BD}" presName="vert1" presStyleCnt="0"/>
      <dgm:spPr/>
    </dgm:pt>
    <dgm:pt modelId="{AD5FA2B5-C85C-409A-847D-149FC6A8AC71}" type="pres">
      <dgm:prSet presAssocID="{934E0424-93F5-4C73-B2B0-0088A6620D7E}" presName="thickLine" presStyleLbl="alignNode1" presStyleIdx="4" presStyleCnt="11"/>
      <dgm:spPr/>
    </dgm:pt>
    <dgm:pt modelId="{32969ABF-F82F-4824-88C9-9E07A4795DBD}" type="pres">
      <dgm:prSet presAssocID="{934E0424-93F5-4C73-B2B0-0088A6620D7E}" presName="horz1" presStyleCnt="0"/>
      <dgm:spPr/>
    </dgm:pt>
    <dgm:pt modelId="{26190A07-F088-401D-BC52-5D37DFAA05E5}" type="pres">
      <dgm:prSet presAssocID="{934E0424-93F5-4C73-B2B0-0088A6620D7E}" presName="tx1" presStyleLbl="revTx" presStyleIdx="4" presStyleCnt="11"/>
      <dgm:spPr/>
    </dgm:pt>
    <dgm:pt modelId="{E5A8063E-B6DD-4F0F-961D-5E166C286A30}" type="pres">
      <dgm:prSet presAssocID="{934E0424-93F5-4C73-B2B0-0088A6620D7E}" presName="vert1" presStyleCnt="0"/>
      <dgm:spPr/>
    </dgm:pt>
    <dgm:pt modelId="{D6AE4E53-DAF7-4177-9ECF-31838ABC7EF6}" type="pres">
      <dgm:prSet presAssocID="{A862E632-B5F2-4E6D-A79A-5E70EA4ED375}" presName="thickLine" presStyleLbl="alignNode1" presStyleIdx="5" presStyleCnt="11"/>
      <dgm:spPr/>
    </dgm:pt>
    <dgm:pt modelId="{2B455A80-3FDF-4197-9253-84CFFEE0FFAB}" type="pres">
      <dgm:prSet presAssocID="{A862E632-B5F2-4E6D-A79A-5E70EA4ED375}" presName="horz1" presStyleCnt="0"/>
      <dgm:spPr/>
    </dgm:pt>
    <dgm:pt modelId="{01F7364D-6F9E-4B21-AC58-D94CC31B077D}" type="pres">
      <dgm:prSet presAssocID="{A862E632-B5F2-4E6D-A79A-5E70EA4ED375}" presName="tx1" presStyleLbl="revTx" presStyleIdx="5" presStyleCnt="11"/>
      <dgm:spPr/>
    </dgm:pt>
    <dgm:pt modelId="{383738A2-D20E-440B-B3E4-479D7A7A3B7C}" type="pres">
      <dgm:prSet presAssocID="{A862E632-B5F2-4E6D-A79A-5E70EA4ED375}" presName="vert1" presStyleCnt="0"/>
      <dgm:spPr/>
    </dgm:pt>
    <dgm:pt modelId="{ABF51FFE-B106-4D2B-BF39-77A6C00037D4}" type="pres">
      <dgm:prSet presAssocID="{269A0D62-7EE9-42EB-BE36-28421D86CDA6}" presName="thickLine" presStyleLbl="alignNode1" presStyleIdx="6" presStyleCnt="11"/>
      <dgm:spPr/>
    </dgm:pt>
    <dgm:pt modelId="{69C90600-578E-4751-9C29-6BA11E20FD74}" type="pres">
      <dgm:prSet presAssocID="{269A0D62-7EE9-42EB-BE36-28421D86CDA6}" presName="horz1" presStyleCnt="0"/>
      <dgm:spPr/>
    </dgm:pt>
    <dgm:pt modelId="{F5B38B27-210B-4673-9993-38E1C63E11FB}" type="pres">
      <dgm:prSet presAssocID="{269A0D62-7EE9-42EB-BE36-28421D86CDA6}" presName="tx1" presStyleLbl="revTx" presStyleIdx="6" presStyleCnt="11"/>
      <dgm:spPr/>
    </dgm:pt>
    <dgm:pt modelId="{1EEB2A39-B659-4816-AF8B-8EF0C6C1000A}" type="pres">
      <dgm:prSet presAssocID="{269A0D62-7EE9-42EB-BE36-28421D86CDA6}" presName="vert1" presStyleCnt="0"/>
      <dgm:spPr/>
    </dgm:pt>
    <dgm:pt modelId="{DC8B4E40-B570-4E0F-8448-2DA42D06970D}" type="pres">
      <dgm:prSet presAssocID="{F81CA8D6-6EBA-461C-91F2-0AAEFA3EC4D4}" presName="thickLine" presStyleLbl="alignNode1" presStyleIdx="7" presStyleCnt="11"/>
      <dgm:spPr/>
    </dgm:pt>
    <dgm:pt modelId="{B358DB5B-1C49-469F-8B5C-1639CEFB6FB9}" type="pres">
      <dgm:prSet presAssocID="{F81CA8D6-6EBA-461C-91F2-0AAEFA3EC4D4}" presName="horz1" presStyleCnt="0"/>
      <dgm:spPr/>
    </dgm:pt>
    <dgm:pt modelId="{59CC8713-E32E-4454-9A07-A5C8012137D1}" type="pres">
      <dgm:prSet presAssocID="{F81CA8D6-6EBA-461C-91F2-0AAEFA3EC4D4}" presName="tx1" presStyleLbl="revTx" presStyleIdx="7" presStyleCnt="11"/>
      <dgm:spPr/>
    </dgm:pt>
    <dgm:pt modelId="{D5E7D25C-B9FB-4760-B814-D63AF4FABAC8}" type="pres">
      <dgm:prSet presAssocID="{F81CA8D6-6EBA-461C-91F2-0AAEFA3EC4D4}" presName="vert1" presStyleCnt="0"/>
      <dgm:spPr/>
    </dgm:pt>
    <dgm:pt modelId="{9BEECFAC-712F-43D8-B349-858DE632F8D6}" type="pres">
      <dgm:prSet presAssocID="{7397D7A9-FC32-49B7-AB71-B204F47F4786}" presName="thickLine" presStyleLbl="alignNode1" presStyleIdx="8" presStyleCnt="11"/>
      <dgm:spPr/>
    </dgm:pt>
    <dgm:pt modelId="{2307BBEB-3149-4BF9-B699-5B009252D375}" type="pres">
      <dgm:prSet presAssocID="{7397D7A9-FC32-49B7-AB71-B204F47F4786}" presName="horz1" presStyleCnt="0"/>
      <dgm:spPr/>
    </dgm:pt>
    <dgm:pt modelId="{8ED90168-8FC0-403A-87BD-461C1B84FC04}" type="pres">
      <dgm:prSet presAssocID="{7397D7A9-FC32-49B7-AB71-B204F47F4786}" presName="tx1" presStyleLbl="revTx" presStyleIdx="8" presStyleCnt="11"/>
      <dgm:spPr/>
    </dgm:pt>
    <dgm:pt modelId="{D7377668-91C9-46D9-B69E-82618236CD2C}" type="pres">
      <dgm:prSet presAssocID="{7397D7A9-FC32-49B7-AB71-B204F47F4786}" presName="vert1" presStyleCnt="0"/>
      <dgm:spPr/>
    </dgm:pt>
    <dgm:pt modelId="{917620F4-2D28-4E7D-9900-3B131EDF4043}" type="pres">
      <dgm:prSet presAssocID="{6317451A-A7DA-40D4-A564-C75ED7B328A2}" presName="thickLine" presStyleLbl="alignNode1" presStyleIdx="9" presStyleCnt="11"/>
      <dgm:spPr/>
    </dgm:pt>
    <dgm:pt modelId="{500A7026-C224-4B13-80A9-F450C83F4521}" type="pres">
      <dgm:prSet presAssocID="{6317451A-A7DA-40D4-A564-C75ED7B328A2}" presName="horz1" presStyleCnt="0"/>
      <dgm:spPr/>
    </dgm:pt>
    <dgm:pt modelId="{B6F320F8-A0BA-4EC8-A789-77EB6FE5390D}" type="pres">
      <dgm:prSet presAssocID="{6317451A-A7DA-40D4-A564-C75ED7B328A2}" presName="tx1" presStyleLbl="revTx" presStyleIdx="9" presStyleCnt="11"/>
      <dgm:spPr/>
    </dgm:pt>
    <dgm:pt modelId="{8B1AB9DE-4FD1-499F-8E6E-800D3CAA2013}" type="pres">
      <dgm:prSet presAssocID="{6317451A-A7DA-40D4-A564-C75ED7B328A2}" presName="vert1" presStyleCnt="0"/>
      <dgm:spPr/>
    </dgm:pt>
    <dgm:pt modelId="{E0ABF455-9DE6-46BF-BBA1-EFAB4F0956B4}" type="pres">
      <dgm:prSet presAssocID="{30ABDEB1-1E4B-456F-9EC3-A8FCE4F4250C}" presName="thickLine" presStyleLbl="alignNode1" presStyleIdx="10" presStyleCnt="11"/>
      <dgm:spPr/>
    </dgm:pt>
    <dgm:pt modelId="{9A1F4A59-3076-4A43-8968-FBDF47065C5B}" type="pres">
      <dgm:prSet presAssocID="{30ABDEB1-1E4B-456F-9EC3-A8FCE4F4250C}" presName="horz1" presStyleCnt="0"/>
      <dgm:spPr/>
    </dgm:pt>
    <dgm:pt modelId="{9C4A9F10-718A-4334-8FCB-B906CB57202D}" type="pres">
      <dgm:prSet presAssocID="{30ABDEB1-1E4B-456F-9EC3-A8FCE4F4250C}" presName="tx1" presStyleLbl="revTx" presStyleIdx="10" presStyleCnt="11"/>
      <dgm:spPr/>
    </dgm:pt>
    <dgm:pt modelId="{0BBD1EF7-BF93-4CFE-A1B8-F7E85CD1A4BD}" type="pres">
      <dgm:prSet presAssocID="{30ABDEB1-1E4B-456F-9EC3-A8FCE4F4250C}" presName="vert1" presStyleCnt="0"/>
      <dgm:spPr/>
    </dgm:pt>
  </dgm:ptLst>
  <dgm:cxnLst>
    <dgm:cxn modelId="{B1124501-8475-45AD-96D5-E93B252442E4}" type="presOf" srcId="{FC2A4774-E471-47FA-B5DB-FFC00890AE2A}" destId="{922FC9EF-B023-4307-9E77-2C84FDAF41B0}" srcOrd="0" destOrd="0" presId="urn:microsoft.com/office/officeart/2008/layout/LinedList"/>
    <dgm:cxn modelId="{88131D19-52D1-4DCC-BDAE-204DF9CE00E6}" type="presOf" srcId="{6317451A-A7DA-40D4-A564-C75ED7B328A2}" destId="{B6F320F8-A0BA-4EC8-A789-77EB6FE5390D}" srcOrd="0" destOrd="0" presId="urn:microsoft.com/office/officeart/2008/layout/LinedList"/>
    <dgm:cxn modelId="{0CDCF719-1320-497C-83D9-599BF2BAF2BC}" type="presOf" srcId="{F81CA8D6-6EBA-461C-91F2-0AAEFA3EC4D4}" destId="{59CC8713-E32E-4454-9A07-A5C8012137D1}" srcOrd="0" destOrd="0" presId="urn:microsoft.com/office/officeart/2008/layout/LinedList"/>
    <dgm:cxn modelId="{63837722-5F58-486E-ABFA-65FCC7FC7C4F}" srcId="{B485736D-E465-453D-B098-C13E579E5468}" destId="{7397D7A9-FC32-49B7-AB71-B204F47F4786}" srcOrd="8" destOrd="0" parTransId="{78183477-3295-4CA8-8D8C-9F86F4BCD959}" sibTransId="{FC058AFD-80AA-4898-A8BF-AAB9CA57CE24}"/>
    <dgm:cxn modelId="{B3626A26-0EAC-4A14-8A93-360E7A998CA6}" type="presOf" srcId="{698CC921-1817-43A7-9BF0-FCA61062A657}" destId="{21D06E2A-9253-4E35-8DBE-129192A7FB1B}" srcOrd="0" destOrd="0" presId="urn:microsoft.com/office/officeart/2008/layout/LinedList"/>
    <dgm:cxn modelId="{B9BBA826-FEBE-4707-AC17-7EDA2725FB97}" type="presOf" srcId="{A5A934DA-9D49-49B3-87EC-8B859047FE1F}" destId="{BD14C60A-9726-4413-A809-C557EB91AE6C}" srcOrd="0" destOrd="0" presId="urn:microsoft.com/office/officeart/2008/layout/LinedList"/>
    <dgm:cxn modelId="{758AD630-38E0-402A-B0A7-BA511139C775}" srcId="{B485736D-E465-453D-B098-C13E579E5468}" destId="{FC2A4774-E471-47FA-B5DB-FFC00890AE2A}" srcOrd="0" destOrd="0" parTransId="{1FB4FE53-20D2-44AF-9692-2FE7002913D5}" sibTransId="{B3867BFA-1B70-49CF-ACEC-425AFB2A755E}"/>
    <dgm:cxn modelId="{DD218B36-D58B-4473-AF83-DA78577A691F}" type="presOf" srcId="{CC540DC2-3AC5-4B1D-8109-9AFD071D58BD}" destId="{D8DAFE9C-15A0-4D94-A3D9-A4649F0BD1C4}" srcOrd="0" destOrd="0" presId="urn:microsoft.com/office/officeart/2008/layout/LinedList"/>
    <dgm:cxn modelId="{B9411C39-98E8-46C8-9965-468301E4759E}" srcId="{B485736D-E465-453D-B098-C13E579E5468}" destId="{934E0424-93F5-4C73-B2B0-0088A6620D7E}" srcOrd="4" destOrd="0" parTransId="{5344371E-5154-4904-82BB-BFE0A12248D3}" sibTransId="{F5C00680-7592-45F8-9B95-C20A6B0E4ADC}"/>
    <dgm:cxn modelId="{8C7FB85D-D63B-484C-92B5-CBF020EEC360}" type="presOf" srcId="{A862E632-B5F2-4E6D-A79A-5E70EA4ED375}" destId="{01F7364D-6F9E-4B21-AC58-D94CC31B077D}" srcOrd="0" destOrd="0" presId="urn:microsoft.com/office/officeart/2008/layout/LinedList"/>
    <dgm:cxn modelId="{2FA58B42-146D-4AE4-B6AC-20AC91DF400B}" srcId="{B485736D-E465-453D-B098-C13E579E5468}" destId="{CC540DC2-3AC5-4B1D-8109-9AFD071D58BD}" srcOrd="3" destOrd="0" parTransId="{D85607E8-3859-4ECB-AE68-94D92B30BD75}" sibTransId="{0EAC30CA-8D85-4A0E-9F93-8CFE2F77AF6F}"/>
    <dgm:cxn modelId="{44649F68-80D1-4AEB-9BB3-61F5350384EE}" srcId="{B485736D-E465-453D-B098-C13E579E5468}" destId="{269A0D62-7EE9-42EB-BE36-28421D86CDA6}" srcOrd="6" destOrd="0" parTransId="{8DF7D145-3D44-497A-9AAB-A472F97C5325}" sibTransId="{671DC378-1C4F-472E-B390-7CF8EB4A885A}"/>
    <dgm:cxn modelId="{96D5576A-6B7D-4090-9C17-C64BD0BA7D8C}" srcId="{B485736D-E465-453D-B098-C13E579E5468}" destId="{F81CA8D6-6EBA-461C-91F2-0AAEFA3EC4D4}" srcOrd="7" destOrd="0" parTransId="{2F73F857-E72B-4074-BD1F-5B8AFB716FCD}" sibTransId="{CD82D513-3339-4F38-BF18-26FC9C609D9D}"/>
    <dgm:cxn modelId="{B3B2B74A-7DAF-4FA1-BBE1-71424D1951F1}" type="presOf" srcId="{269A0D62-7EE9-42EB-BE36-28421D86CDA6}" destId="{F5B38B27-210B-4673-9993-38E1C63E11FB}" srcOrd="0" destOrd="0" presId="urn:microsoft.com/office/officeart/2008/layout/LinedList"/>
    <dgm:cxn modelId="{87C8A64D-66B6-4EDD-BBC2-FBB802CDD8D2}" srcId="{B485736D-E465-453D-B098-C13E579E5468}" destId="{30ABDEB1-1E4B-456F-9EC3-A8FCE4F4250C}" srcOrd="10" destOrd="0" parTransId="{F7589FF3-422C-4883-BBEF-12700B86D5A7}" sibTransId="{FD643E1C-E2C9-4D4A-988D-757A7D0F1866}"/>
    <dgm:cxn modelId="{D9A98C52-F55A-44E0-B6D3-0EF1E124F17A}" srcId="{B485736D-E465-453D-B098-C13E579E5468}" destId="{A5A934DA-9D49-49B3-87EC-8B859047FE1F}" srcOrd="1" destOrd="0" parTransId="{7870012A-E6CB-4B3F-9C8E-36496A013312}" sibTransId="{17610311-1263-472C-9C63-7235736CA564}"/>
    <dgm:cxn modelId="{60A60092-E249-4A31-B62D-1283E92C5C08}" srcId="{B485736D-E465-453D-B098-C13E579E5468}" destId="{A862E632-B5F2-4E6D-A79A-5E70EA4ED375}" srcOrd="5" destOrd="0" parTransId="{6630ED68-5563-44D2-B5CB-2D6AFACD884F}" sibTransId="{84F6E90C-0FEE-4323-B88F-3D1C49C73665}"/>
    <dgm:cxn modelId="{91E81EB9-1000-4935-B35F-07BD762FCE57}" type="presOf" srcId="{934E0424-93F5-4C73-B2B0-0088A6620D7E}" destId="{26190A07-F088-401D-BC52-5D37DFAA05E5}" srcOrd="0" destOrd="0" presId="urn:microsoft.com/office/officeart/2008/layout/LinedList"/>
    <dgm:cxn modelId="{5366CBBC-B434-48B8-9324-980E452F9392}" type="presOf" srcId="{30ABDEB1-1E4B-456F-9EC3-A8FCE4F4250C}" destId="{9C4A9F10-718A-4334-8FCB-B906CB57202D}" srcOrd="0" destOrd="0" presId="urn:microsoft.com/office/officeart/2008/layout/LinedList"/>
    <dgm:cxn modelId="{6CDC3CC3-3D34-474A-AA24-4521287CA00C}" type="presOf" srcId="{7397D7A9-FC32-49B7-AB71-B204F47F4786}" destId="{8ED90168-8FC0-403A-87BD-461C1B84FC04}" srcOrd="0" destOrd="0" presId="urn:microsoft.com/office/officeart/2008/layout/LinedList"/>
    <dgm:cxn modelId="{FFE54CC3-4B9D-49A9-BF27-BE36E19EA8D4}" type="presOf" srcId="{B485736D-E465-453D-B098-C13E579E5468}" destId="{D1E47D18-B414-4E4D-A49E-A036D2306E4F}" srcOrd="0" destOrd="0" presId="urn:microsoft.com/office/officeart/2008/layout/LinedList"/>
    <dgm:cxn modelId="{B80416E5-DDC3-4BF9-A19F-CA6A3E6327E6}" srcId="{B485736D-E465-453D-B098-C13E579E5468}" destId="{698CC921-1817-43A7-9BF0-FCA61062A657}" srcOrd="2" destOrd="0" parTransId="{2460C177-CFF1-4CD3-AC3C-B263A392A2A0}" sibTransId="{FE7B52A0-53A4-4824-9D54-00AFC9336005}"/>
    <dgm:cxn modelId="{BF7EC9FC-DBFA-45AD-BEB4-14979A2BA595}" srcId="{B485736D-E465-453D-B098-C13E579E5468}" destId="{6317451A-A7DA-40D4-A564-C75ED7B328A2}" srcOrd="9" destOrd="0" parTransId="{4761DA65-6A7E-48D6-8219-C82E2BDFECF5}" sibTransId="{225829A9-1F84-408E-9ECA-6591305BDC4F}"/>
    <dgm:cxn modelId="{B80BDD30-6C40-47AD-8BE5-6771B44349A1}" type="presParOf" srcId="{D1E47D18-B414-4E4D-A49E-A036D2306E4F}" destId="{AB9CF2EC-DE56-4486-88CF-F822C04079C6}" srcOrd="0" destOrd="0" presId="urn:microsoft.com/office/officeart/2008/layout/LinedList"/>
    <dgm:cxn modelId="{1C62B7BA-BE43-43B0-BF4C-D0EDF38AD2A4}" type="presParOf" srcId="{D1E47D18-B414-4E4D-A49E-A036D2306E4F}" destId="{BA92D8B2-6439-4F60-AE2B-BC53AE86C471}" srcOrd="1" destOrd="0" presId="urn:microsoft.com/office/officeart/2008/layout/LinedList"/>
    <dgm:cxn modelId="{9234021E-7504-4BE7-94DB-DC472E588D18}" type="presParOf" srcId="{BA92D8B2-6439-4F60-AE2B-BC53AE86C471}" destId="{922FC9EF-B023-4307-9E77-2C84FDAF41B0}" srcOrd="0" destOrd="0" presId="urn:microsoft.com/office/officeart/2008/layout/LinedList"/>
    <dgm:cxn modelId="{FC68BFF4-E075-4B75-8A83-25B0E02F0CF2}" type="presParOf" srcId="{BA92D8B2-6439-4F60-AE2B-BC53AE86C471}" destId="{CDD6B0A7-2868-45F2-8D4C-8F9A0933654D}" srcOrd="1" destOrd="0" presId="urn:microsoft.com/office/officeart/2008/layout/LinedList"/>
    <dgm:cxn modelId="{C84961E1-7CF6-4BD7-9274-A7D7DE9AD0DB}" type="presParOf" srcId="{D1E47D18-B414-4E4D-A49E-A036D2306E4F}" destId="{C5989254-D04A-468D-A74B-B90E947C2DE2}" srcOrd="2" destOrd="0" presId="urn:microsoft.com/office/officeart/2008/layout/LinedList"/>
    <dgm:cxn modelId="{F0F72D55-28F1-47F6-A659-C003AE674DED}" type="presParOf" srcId="{D1E47D18-B414-4E4D-A49E-A036D2306E4F}" destId="{F2656826-F721-4116-B0F0-A5BDC7F88F30}" srcOrd="3" destOrd="0" presId="urn:microsoft.com/office/officeart/2008/layout/LinedList"/>
    <dgm:cxn modelId="{C5AFE870-63A6-4829-AF5B-EC9F99317665}" type="presParOf" srcId="{F2656826-F721-4116-B0F0-A5BDC7F88F30}" destId="{BD14C60A-9726-4413-A809-C557EB91AE6C}" srcOrd="0" destOrd="0" presId="urn:microsoft.com/office/officeart/2008/layout/LinedList"/>
    <dgm:cxn modelId="{908FF2F7-5721-4D61-8A91-1E9DFDF0A920}" type="presParOf" srcId="{F2656826-F721-4116-B0F0-A5BDC7F88F30}" destId="{183A7FC0-E43E-46E1-8F71-382D0301A034}" srcOrd="1" destOrd="0" presId="urn:microsoft.com/office/officeart/2008/layout/LinedList"/>
    <dgm:cxn modelId="{756B98D8-7B97-4BD5-9D49-5FB85AE16207}" type="presParOf" srcId="{D1E47D18-B414-4E4D-A49E-A036D2306E4F}" destId="{983D1BDF-07D7-4136-99BD-9591D59172CA}" srcOrd="4" destOrd="0" presId="urn:microsoft.com/office/officeart/2008/layout/LinedList"/>
    <dgm:cxn modelId="{619A7804-6A48-40F6-BC7B-3334774BDA71}" type="presParOf" srcId="{D1E47D18-B414-4E4D-A49E-A036D2306E4F}" destId="{F7C955B2-B251-431E-BF28-3186DCCAA01B}" srcOrd="5" destOrd="0" presId="urn:microsoft.com/office/officeart/2008/layout/LinedList"/>
    <dgm:cxn modelId="{57FB88A0-5CBC-4059-A1BD-74A7946545BE}" type="presParOf" srcId="{F7C955B2-B251-431E-BF28-3186DCCAA01B}" destId="{21D06E2A-9253-4E35-8DBE-129192A7FB1B}" srcOrd="0" destOrd="0" presId="urn:microsoft.com/office/officeart/2008/layout/LinedList"/>
    <dgm:cxn modelId="{12D49847-8D21-416E-A621-7EDBA61C1708}" type="presParOf" srcId="{F7C955B2-B251-431E-BF28-3186DCCAA01B}" destId="{75AF1762-9A1D-4408-A095-529625531FEA}" srcOrd="1" destOrd="0" presId="urn:microsoft.com/office/officeart/2008/layout/LinedList"/>
    <dgm:cxn modelId="{C9768237-767F-42F0-9C79-0972EC748F17}" type="presParOf" srcId="{D1E47D18-B414-4E4D-A49E-A036D2306E4F}" destId="{9F5A84DE-12B9-4939-A413-93C3CF18266C}" srcOrd="6" destOrd="0" presId="urn:microsoft.com/office/officeart/2008/layout/LinedList"/>
    <dgm:cxn modelId="{042EE6B4-9970-4B80-B62E-71844476B7A8}" type="presParOf" srcId="{D1E47D18-B414-4E4D-A49E-A036D2306E4F}" destId="{CC38FA0A-F978-4E14-8969-97DA8E40A86F}" srcOrd="7" destOrd="0" presId="urn:microsoft.com/office/officeart/2008/layout/LinedList"/>
    <dgm:cxn modelId="{E8E14ECF-915E-4814-B22A-CEC1B7D142BA}" type="presParOf" srcId="{CC38FA0A-F978-4E14-8969-97DA8E40A86F}" destId="{D8DAFE9C-15A0-4D94-A3D9-A4649F0BD1C4}" srcOrd="0" destOrd="0" presId="urn:microsoft.com/office/officeart/2008/layout/LinedList"/>
    <dgm:cxn modelId="{100AE9AA-6682-474C-8BDE-406AC1A4B27D}" type="presParOf" srcId="{CC38FA0A-F978-4E14-8969-97DA8E40A86F}" destId="{F999EF6D-EC10-4652-8E8E-987DBC499D8F}" srcOrd="1" destOrd="0" presId="urn:microsoft.com/office/officeart/2008/layout/LinedList"/>
    <dgm:cxn modelId="{DDB1D94B-104E-41B3-B1AF-B9E59A6735D8}" type="presParOf" srcId="{D1E47D18-B414-4E4D-A49E-A036D2306E4F}" destId="{AD5FA2B5-C85C-409A-847D-149FC6A8AC71}" srcOrd="8" destOrd="0" presId="urn:microsoft.com/office/officeart/2008/layout/LinedList"/>
    <dgm:cxn modelId="{5DE89D6C-1F72-4EA3-BAF2-1465AE1C60EC}" type="presParOf" srcId="{D1E47D18-B414-4E4D-A49E-A036D2306E4F}" destId="{32969ABF-F82F-4824-88C9-9E07A4795DBD}" srcOrd="9" destOrd="0" presId="urn:microsoft.com/office/officeart/2008/layout/LinedList"/>
    <dgm:cxn modelId="{DEFD4455-F28F-4EEE-A7B0-694526A94931}" type="presParOf" srcId="{32969ABF-F82F-4824-88C9-9E07A4795DBD}" destId="{26190A07-F088-401D-BC52-5D37DFAA05E5}" srcOrd="0" destOrd="0" presId="urn:microsoft.com/office/officeart/2008/layout/LinedList"/>
    <dgm:cxn modelId="{3314C08A-0000-4AD6-84BD-61084823F85A}" type="presParOf" srcId="{32969ABF-F82F-4824-88C9-9E07A4795DBD}" destId="{E5A8063E-B6DD-4F0F-961D-5E166C286A30}" srcOrd="1" destOrd="0" presId="urn:microsoft.com/office/officeart/2008/layout/LinedList"/>
    <dgm:cxn modelId="{A92F3882-5FF0-494A-A100-110DDE65E7B8}" type="presParOf" srcId="{D1E47D18-B414-4E4D-A49E-A036D2306E4F}" destId="{D6AE4E53-DAF7-4177-9ECF-31838ABC7EF6}" srcOrd="10" destOrd="0" presId="urn:microsoft.com/office/officeart/2008/layout/LinedList"/>
    <dgm:cxn modelId="{03B35F90-DF19-4E39-ACC6-32D6CD49B055}" type="presParOf" srcId="{D1E47D18-B414-4E4D-A49E-A036D2306E4F}" destId="{2B455A80-3FDF-4197-9253-84CFFEE0FFAB}" srcOrd="11" destOrd="0" presId="urn:microsoft.com/office/officeart/2008/layout/LinedList"/>
    <dgm:cxn modelId="{1D3A323A-5AB7-4835-83FD-C5C0BDEF6E1D}" type="presParOf" srcId="{2B455A80-3FDF-4197-9253-84CFFEE0FFAB}" destId="{01F7364D-6F9E-4B21-AC58-D94CC31B077D}" srcOrd="0" destOrd="0" presId="urn:microsoft.com/office/officeart/2008/layout/LinedList"/>
    <dgm:cxn modelId="{D11ACCED-E669-43E0-9652-884176833C00}" type="presParOf" srcId="{2B455A80-3FDF-4197-9253-84CFFEE0FFAB}" destId="{383738A2-D20E-440B-B3E4-479D7A7A3B7C}" srcOrd="1" destOrd="0" presId="urn:microsoft.com/office/officeart/2008/layout/LinedList"/>
    <dgm:cxn modelId="{CB2B74F2-8866-4620-BE45-E2218879DD8C}" type="presParOf" srcId="{D1E47D18-B414-4E4D-A49E-A036D2306E4F}" destId="{ABF51FFE-B106-4D2B-BF39-77A6C00037D4}" srcOrd="12" destOrd="0" presId="urn:microsoft.com/office/officeart/2008/layout/LinedList"/>
    <dgm:cxn modelId="{6DD2FD3E-3713-433A-BBF9-008EFF074B0B}" type="presParOf" srcId="{D1E47D18-B414-4E4D-A49E-A036D2306E4F}" destId="{69C90600-578E-4751-9C29-6BA11E20FD74}" srcOrd="13" destOrd="0" presId="urn:microsoft.com/office/officeart/2008/layout/LinedList"/>
    <dgm:cxn modelId="{6BF41DA2-A505-4A45-9193-315A069F394A}" type="presParOf" srcId="{69C90600-578E-4751-9C29-6BA11E20FD74}" destId="{F5B38B27-210B-4673-9993-38E1C63E11FB}" srcOrd="0" destOrd="0" presId="urn:microsoft.com/office/officeart/2008/layout/LinedList"/>
    <dgm:cxn modelId="{CF24EB6D-BAE0-4750-BAF6-E9B466887865}" type="presParOf" srcId="{69C90600-578E-4751-9C29-6BA11E20FD74}" destId="{1EEB2A39-B659-4816-AF8B-8EF0C6C1000A}" srcOrd="1" destOrd="0" presId="urn:microsoft.com/office/officeart/2008/layout/LinedList"/>
    <dgm:cxn modelId="{37474546-BC69-424C-942D-966D5C0510DC}" type="presParOf" srcId="{D1E47D18-B414-4E4D-A49E-A036D2306E4F}" destId="{DC8B4E40-B570-4E0F-8448-2DA42D06970D}" srcOrd="14" destOrd="0" presId="urn:microsoft.com/office/officeart/2008/layout/LinedList"/>
    <dgm:cxn modelId="{542B52D1-29DB-44A5-8263-59DAF3BD27D2}" type="presParOf" srcId="{D1E47D18-B414-4E4D-A49E-A036D2306E4F}" destId="{B358DB5B-1C49-469F-8B5C-1639CEFB6FB9}" srcOrd="15" destOrd="0" presId="urn:microsoft.com/office/officeart/2008/layout/LinedList"/>
    <dgm:cxn modelId="{BB3B3AD4-D5EE-4A84-8267-E8F58BDD37F2}" type="presParOf" srcId="{B358DB5B-1C49-469F-8B5C-1639CEFB6FB9}" destId="{59CC8713-E32E-4454-9A07-A5C8012137D1}" srcOrd="0" destOrd="0" presId="urn:microsoft.com/office/officeart/2008/layout/LinedList"/>
    <dgm:cxn modelId="{CD982BB3-A7BE-45F3-9027-4D05C99E8234}" type="presParOf" srcId="{B358DB5B-1C49-469F-8B5C-1639CEFB6FB9}" destId="{D5E7D25C-B9FB-4760-B814-D63AF4FABAC8}" srcOrd="1" destOrd="0" presId="urn:microsoft.com/office/officeart/2008/layout/LinedList"/>
    <dgm:cxn modelId="{781A8587-D53A-4891-A8C3-1EEEB7853512}" type="presParOf" srcId="{D1E47D18-B414-4E4D-A49E-A036D2306E4F}" destId="{9BEECFAC-712F-43D8-B349-858DE632F8D6}" srcOrd="16" destOrd="0" presId="urn:microsoft.com/office/officeart/2008/layout/LinedList"/>
    <dgm:cxn modelId="{9157A5EA-E6FD-4229-9047-F4B41D6A38BF}" type="presParOf" srcId="{D1E47D18-B414-4E4D-A49E-A036D2306E4F}" destId="{2307BBEB-3149-4BF9-B699-5B009252D375}" srcOrd="17" destOrd="0" presId="urn:microsoft.com/office/officeart/2008/layout/LinedList"/>
    <dgm:cxn modelId="{9C2CD7AB-B6BC-4C89-B3BF-84B8F998366F}" type="presParOf" srcId="{2307BBEB-3149-4BF9-B699-5B009252D375}" destId="{8ED90168-8FC0-403A-87BD-461C1B84FC04}" srcOrd="0" destOrd="0" presId="urn:microsoft.com/office/officeart/2008/layout/LinedList"/>
    <dgm:cxn modelId="{1CA9D3F8-0846-48B0-9D13-501E52B0F3A9}" type="presParOf" srcId="{2307BBEB-3149-4BF9-B699-5B009252D375}" destId="{D7377668-91C9-46D9-B69E-82618236CD2C}" srcOrd="1" destOrd="0" presId="urn:microsoft.com/office/officeart/2008/layout/LinedList"/>
    <dgm:cxn modelId="{8C106D9E-A246-44CE-BC77-FB5F5D7A3B60}" type="presParOf" srcId="{D1E47D18-B414-4E4D-A49E-A036D2306E4F}" destId="{917620F4-2D28-4E7D-9900-3B131EDF4043}" srcOrd="18" destOrd="0" presId="urn:microsoft.com/office/officeart/2008/layout/LinedList"/>
    <dgm:cxn modelId="{7A3127D4-A03D-4274-9519-FBB4411CBCBB}" type="presParOf" srcId="{D1E47D18-B414-4E4D-A49E-A036D2306E4F}" destId="{500A7026-C224-4B13-80A9-F450C83F4521}" srcOrd="19" destOrd="0" presId="urn:microsoft.com/office/officeart/2008/layout/LinedList"/>
    <dgm:cxn modelId="{67063BA8-F196-4797-BD14-31B3F3B4450B}" type="presParOf" srcId="{500A7026-C224-4B13-80A9-F450C83F4521}" destId="{B6F320F8-A0BA-4EC8-A789-77EB6FE5390D}" srcOrd="0" destOrd="0" presId="urn:microsoft.com/office/officeart/2008/layout/LinedList"/>
    <dgm:cxn modelId="{1DC76DA4-8868-4CD7-992D-5CC657D1E600}" type="presParOf" srcId="{500A7026-C224-4B13-80A9-F450C83F4521}" destId="{8B1AB9DE-4FD1-499F-8E6E-800D3CAA2013}" srcOrd="1" destOrd="0" presId="urn:microsoft.com/office/officeart/2008/layout/LinedList"/>
    <dgm:cxn modelId="{D62E3976-40E0-4C2E-B591-734B8D18CF7C}" type="presParOf" srcId="{D1E47D18-B414-4E4D-A49E-A036D2306E4F}" destId="{E0ABF455-9DE6-46BF-BBA1-EFAB4F0956B4}" srcOrd="20" destOrd="0" presId="urn:microsoft.com/office/officeart/2008/layout/LinedList"/>
    <dgm:cxn modelId="{C2A0A04D-AAC1-40C8-89B3-0AA2261A1D91}" type="presParOf" srcId="{D1E47D18-B414-4E4D-A49E-A036D2306E4F}" destId="{9A1F4A59-3076-4A43-8968-FBDF47065C5B}" srcOrd="21" destOrd="0" presId="urn:microsoft.com/office/officeart/2008/layout/LinedList"/>
    <dgm:cxn modelId="{572A6FF1-6E64-4647-ADB5-3ECEA79393C2}" type="presParOf" srcId="{9A1F4A59-3076-4A43-8968-FBDF47065C5B}" destId="{9C4A9F10-718A-4334-8FCB-B906CB57202D}" srcOrd="0" destOrd="0" presId="urn:microsoft.com/office/officeart/2008/layout/LinedList"/>
    <dgm:cxn modelId="{69FBCA55-9A6A-48FD-A2C0-C5FE1A70273E}" type="presParOf" srcId="{9A1F4A59-3076-4A43-8968-FBDF47065C5B}" destId="{0BBD1EF7-BF93-4CFE-A1B8-F7E85CD1A4BD}"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EA050CD-E7A3-4DD0-A7F3-14EE251B955D}" type="doc">
      <dgm:prSet loTypeId="urn:microsoft.com/office/officeart/2005/8/layout/hList7" loCatId="list" qsTypeId="urn:microsoft.com/office/officeart/2005/8/quickstyle/simple1" qsCatId="simple" csTypeId="urn:microsoft.com/office/officeart/2005/8/colors/colorful1" csCatId="colorful" phldr="1"/>
      <dgm:spPr/>
      <dgm:t>
        <a:bodyPr/>
        <a:lstStyle/>
        <a:p>
          <a:endParaRPr lang="en-US"/>
        </a:p>
      </dgm:t>
    </dgm:pt>
    <dgm:pt modelId="{CFB94ABB-EBF7-4B60-A10C-025EA906D597}">
      <dgm:prSet phldrT="[Text]"/>
      <dgm:spPr/>
      <dgm:t>
        <a:bodyPr/>
        <a:lstStyle/>
        <a:p>
          <a:r>
            <a:rPr lang="en-US"/>
            <a:t>Computer hardware is any physical device used in or with your machine. Hardware is something you can hold in your hand.</a:t>
          </a:r>
          <a:endParaRPr lang="en-US" dirty="0"/>
        </a:p>
      </dgm:t>
    </dgm:pt>
    <dgm:pt modelId="{56B3CD71-F17F-425F-BDA7-B7C0025047EE}" type="parTrans" cxnId="{C0E3B725-6C46-41D3-85B4-302BAAA2EDE7}">
      <dgm:prSet/>
      <dgm:spPr/>
      <dgm:t>
        <a:bodyPr/>
        <a:lstStyle/>
        <a:p>
          <a:endParaRPr lang="en-US"/>
        </a:p>
      </dgm:t>
    </dgm:pt>
    <dgm:pt modelId="{B838874B-4142-4085-A954-982E02CEE736}" type="sibTrans" cxnId="{C0E3B725-6C46-41D3-85B4-302BAAA2EDE7}">
      <dgm:prSet/>
      <dgm:spPr/>
      <dgm:t>
        <a:bodyPr/>
        <a:lstStyle/>
        <a:p>
          <a:endParaRPr lang="en-US"/>
        </a:p>
      </dgm:t>
    </dgm:pt>
    <dgm:pt modelId="{CF5925EF-5BDE-49F1-95A8-9326D6A51099}">
      <dgm:prSet/>
      <dgm:spPr/>
      <dgm:t>
        <a:bodyPr/>
        <a:lstStyle/>
        <a:p>
          <a:r>
            <a:rPr lang="en-US"/>
            <a:t>If you opt to become a computer hardware engineer, your job could involve designing, testing or analyzing computer hardware, or overseeing the manufacturing process of computers and computerized equipment.</a:t>
          </a:r>
          <a:endParaRPr lang="en-GB" dirty="0"/>
        </a:p>
      </dgm:t>
    </dgm:pt>
    <dgm:pt modelId="{0E9DF8B0-8926-4AED-A892-E4D45763B108}" type="parTrans" cxnId="{C00B5E84-F9B4-4E03-AF10-6E42EBF3AF41}">
      <dgm:prSet/>
      <dgm:spPr/>
      <dgm:t>
        <a:bodyPr/>
        <a:lstStyle/>
        <a:p>
          <a:endParaRPr lang="en-US"/>
        </a:p>
      </dgm:t>
    </dgm:pt>
    <dgm:pt modelId="{4C05634C-5DF3-41EC-B4F1-FAD235D013A4}" type="sibTrans" cxnId="{C00B5E84-F9B4-4E03-AF10-6E42EBF3AF41}">
      <dgm:prSet/>
      <dgm:spPr/>
      <dgm:t>
        <a:bodyPr/>
        <a:lstStyle/>
        <a:p>
          <a:endParaRPr lang="en-US"/>
        </a:p>
      </dgm:t>
    </dgm:pt>
    <dgm:pt modelId="{07D4A5D6-9ECA-4960-898F-6FE95E06FE5A}" type="pres">
      <dgm:prSet presAssocID="{5EA050CD-E7A3-4DD0-A7F3-14EE251B955D}" presName="Name0" presStyleCnt="0">
        <dgm:presLayoutVars>
          <dgm:dir/>
          <dgm:resizeHandles val="exact"/>
        </dgm:presLayoutVars>
      </dgm:prSet>
      <dgm:spPr/>
    </dgm:pt>
    <dgm:pt modelId="{A77B5CA6-A177-43E2-850B-EE9D6B332FDD}" type="pres">
      <dgm:prSet presAssocID="{5EA050CD-E7A3-4DD0-A7F3-14EE251B955D}" presName="fgShape" presStyleLbl="fgShp" presStyleIdx="0" presStyleCnt="1"/>
      <dgm:spPr/>
    </dgm:pt>
    <dgm:pt modelId="{BE540EDE-2025-45F1-996F-DBB2F0D84187}" type="pres">
      <dgm:prSet presAssocID="{5EA050CD-E7A3-4DD0-A7F3-14EE251B955D}" presName="linComp" presStyleCnt="0"/>
      <dgm:spPr/>
    </dgm:pt>
    <dgm:pt modelId="{4F182923-3698-4E78-8264-10917C2FF775}" type="pres">
      <dgm:prSet presAssocID="{CFB94ABB-EBF7-4B60-A10C-025EA906D597}" presName="compNode" presStyleCnt="0"/>
      <dgm:spPr/>
    </dgm:pt>
    <dgm:pt modelId="{9BE69E34-734C-491A-810A-8BF30ACEB42C}" type="pres">
      <dgm:prSet presAssocID="{CFB94ABB-EBF7-4B60-A10C-025EA906D597}" presName="bkgdShape" presStyleLbl="node1" presStyleIdx="0" presStyleCnt="2"/>
      <dgm:spPr/>
    </dgm:pt>
    <dgm:pt modelId="{C62A3D76-C32F-46FA-8F87-99AB290AC16B}" type="pres">
      <dgm:prSet presAssocID="{CFB94ABB-EBF7-4B60-A10C-025EA906D597}" presName="nodeTx" presStyleLbl="node1" presStyleIdx="0" presStyleCnt="2">
        <dgm:presLayoutVars>
          <dgm:bulletEnabled val="1"/>
        </dgm:presLayoutVars>
      </dgm:prSet>
      <dgm:spPr/>
    </dgm:pt>
    <dgm:pt modelId="{346EE578-AA45-48A0-A513-DCE4F55D1763}" type="pres">
      <dgm:prSet presAssocID="{CFB94ABB-EBF7-4B60-A10C-025EA906D597}" presName="invisiNode" presStyleLbl="node1" presStyleIdx="0" presStyleCnt="2"/>
      <dgm:spPr/>
    </dgm:pt>
    <dgm:pt modelId="{3BF33AE4-B781-4A82-A298-A2C0E4FCF97A}" type="pres">
      <dgm:prSet presAssocID="{CFB94ABB-EBF7-4B60-A10C-025EA906D597}" presName="imagNode" presStyleLbl="fgImgPlace1" presStyleIdx="0" presStyleCnt="2"/>
      <dgm:spPr/>
    </dgm:pt>
    <dgm:pt modelId="{3EC2A4D8-5084-48FB-A43B-2AD3CBA75757}" type="pres">
      <dgm:prSet presAssocID="{B838874B-4142-4085-A954-982E02CEE736}" presName="sibTrans" presStyleLbl="sibTrans2D1" presStyleIdx="0" presStyleCnt="0"/>
      <dgm:spPr/>
    </dgm:pt>
    <dgm:pt modelId="{ED0698EC-3B43-4F70-8786-A0F0CF581A6A}" type="pres">
      <dgm:prSet presAssocID="{CF5925EF-5BDE-49F1-95A8-9326D6A51099}" presName="compNode" presStyleCnt="0"/>
      <dgm:spPr/>
    </dgm:pt>
    <dgm:pt modelId="{5E08F6DF-6972-434E-AFE6-3DB935908EC7}" type="pres">
      <dgm:prSet presAssocID="{CF5925EF-5BDE-49F1-95A8-9326D6A51099}" presName="bkgdShape" presStyleLbl="node1" presStyleIdx="1" presStyleCnt="2"/>
      <dgm:spPr/>
    </dgm:pt>
    <dgm:pt modelId="{6A8CD9A5-DD05-458E-9712-391F8C6699D5}" type="pres">
      <dgm:prSet presAssocID="{CF5925EF-5BDE-49F1-95A8-9326D6A51099}" presName="nodeTx" presStyleLbl="node1" presStyleIdx="1" presStyleCnt="2">
        <dgm:presLayoutVars>
          <dgm:bulletEnabled val="1"/>
        </dgm:presLayoutVars>
      </dgm:prSet>
      <dgm:spPr/>
    </dgm:pt>
    <dgm:pt modelId="{361102B2-BEDC-42EB-8620-2136071C6EAF}" type="pres">
      <dgm:prSet presAssocID="{CF5925EF-5BDE-49F1-95A8-9326D6A51099}" presName="invisiNode" presStyleLbl="node1" presStyleIdx="1" presStyleCnt="2"/>
      <dgm:spPr/>
    </dgm:pt>
    <dgm:pt modelId="{5CA7C6A3-CC38-4E13-8A6F-F777B0CF5119}" type="pres">
      <dgm:prSet presAssocID="{CF5925EF-5BDE-49F1-95A8-9326D6A51099}" presName="imagNode" presStyleLbl="fgImgPlace1" presStyleIdx="1" presStyleCnt="2"/>
      <dgm:spPr/>
    </dgm:pt>
  </dgm:ptLst>
  <dgm:cxnLst>
    <dgm:cxn modelId="{7225BA0F-A1EA-41D6-8491-82181E4E253D}" type="presOf" srcId="{5EA050CD-E7A3-4DD0-A7F3-14EE251B955D}" destId="{07D4A5D6-9ECA-4960-898F-6FE95E06FE5A}" srcOrd="0" destOrd="0" presId="urn:microsoft.com/office/officeart/2005/8/layout/hList7"/>
    <dgm:cxn modelId="{C0E3B725-6C46-41D3-85B4-302BAAA2EDE7}" srcId="{5EA050CD-E7A3-4DD0-A7F3-14EE251B955D}" destId="{CFB94ABB-EBF7-4B60-A10C-025EA906D597}" srcOrd="0" destOrd="0" parTransId="{56B3CD71-F17F-425F-BDA7-B7C0025047EE}" sibTransId="{B838874B-4142-4085-A954-982E02CEE736}"/>
    <dgm:cxn modelId="{160B1337-F753-43F0-90B7-C49F0DC7C95A}" type="presOf" srcId="{B838874B-4142-4085-A954-982E02CEE736}" destId="{3EC2A4D8-5084-48FB-A43B-2AD3CBA75757}" srcOrd="0" destOrd="0" presId="urn:microsoft.com/office/officeart/2005/8/layout/hList7"/>
    <dgm:cxn modelId="{0928303B-D286-4408-B0FF-82B2AA51A878}" type="presOf" srcId="{CFB94ABB-EBF7-4B60-A10C-025EA906D597}" destId="{C62A3D76-C32F-46FA-8F87-99AB290AC16B}" srcOrd="1" destOrd="0" presId="urn:microsoft.com/office/officeart/2005/8/layout/hList7"/>
    <dgm:cxn modelId="{696C2D40-9CC3-41E6-BA48-7E4252D613F3}" type="presOf" srcId="{CF5925EF-5BDE-49F1-95A8-9326D6A51099}" destId="{6A8CD9A5-DD05-458E-9712-391F8C6699D5}" srcOrd="1" destOrd="0" presId="urn:microsoft.com/office/officeart/2005/8/layout/hList7"/>
    <dgm:cxn modelId="{8C7F255B-B51F-4A6E-A767-A6DE926B7504}" type="presOf" srcId="{CFB94ABB-EBF7-4B60-A10C-025EA906D597}" destId="{9BE69E34-734C-491A-810A-8BF30ACEB42C}" srcOrd="0" destOrd="0" presId="urn:microsoft.com/office/officeart/2005/8/layout/hList7"/>
    <dgm:cxn modelId="{7B49084C-E07A-421E-94A4-22AD4592D6E6}" type="presOf" srcId="{CF5925EF-5BDE-49F1-95A8-9326D6A51099}" destId="{5E08F6DF-6972-434E-AFE6-3DB935908EC7}" srcOrd="0" destOrd="0" presId="urn:microsoft.com/office/officeart/2005/8/layout/hList7"/>
    <dgm:cxn modelId="{C00B5E84-F9B4-4E03-AF10-6E42EBF3AF41}" srcId="{5EA050CD-E7A3-4DD0-A7F3-14EE251B955D}" destId="{CF5925EF-5BDE-49F1-95A8-9326D6A51099}" srcOrd="1" destOrd="0" parTransId="{0E9DF8B0-8926-4AED-A892-E4D45763B108}" sibTransId="{4C05634C-5DF3-41EC-B4F1-FAD235D013A4}"/>
    <dgm:cxn modelId="{5A321F16-F577-48AC-8FDA-6179F0CB550A}" type="presParOf" srcId="{07D4A5D6-9ECA-4960-898F-6FE95E06FE5A}" destId="{A77B5CA6-A177-43E2-850B-EE9D6B332FDD}" srcOrd="0" destOrd="0" presId="urn:microsoft.com/office/officeart/2005/8/layout/hList7"/>
    <dgm:cxn modelId="{E1DD0EB4-8ADA-4C20-82A1-0BB34109518C}" type="presParOf" srcId="{07D4A5D6-9ECA-4960-898F-6FE95E06FE5A}" destId="{BE540EDE-2025-45F1-996F-DBB2F0D84187}" srcOrd="1" destOrd="0" presId="urn:microsoft.com/office/officeart/2005/8/layout/hList7"/>
    <dgm:cxn modelId="{B0839211-64C4-4ED2-B062-49AF3222EC47}" type="presParOf" srcId="{BE540EDE-2025-45F1-996F-DBB2F0D84187}" destId="{4F182923-3698-4E78-8264-10917C2FF775}" srcOrd="0" destOrd="0" presId="urn:microsoft.com/office/officeart/2005/8/layout/hList7"/>
    <dgm:cxn modelId="{183A869B-3ACE-4B51-9C77-8BAE51A528D1}" type="presParOf" srcId="{4F182923-3698-4E78-8264-10917C2FF775}" destId="{9BE69E34-734C-491A-810A-8BF30ACEB42C}" srcOrd="0" destOrd="0" presId="urn:microsoft.com/office/officeart/2005/8/layout/hList7"/>
    <dgm:cxn modelId="{33E48956-75A9-4CB9-8075-7F451A9FA171}" type="presParOf" srcId="{4F182923-3698-4E78-8264-10917C2FF775}" destId="{C62A3D76-C32F-46FA-8F87-99AB290AC16B}" srcOrd="1" destOrd="0" presId="urn:microsoft.com/office/officeart/2005/8/layout/hList7"/>
    <dgm:cxn modelId="{DF0BCAB8-895C-4ECE-B9E9-774245695B38}" type="presParOf" srcId="{4F182923-3698-4E78-8264-10917C2FF775}" destId="{346EE578-AA45-48A0-A513-DCE4F55D1763}" srcOrd="2" destOrd="0" presId="urn:microsoft.com/office/officeart/2005/8/layout/hList7"/>
    <dgm:cxn modelId="{9B8273C5-0382-4729-8161-4243BC283EDE}" type="presParOf" srcId="{4F182923-3698-4E78-8264-10917C2FF775}" destId="{3BF33AE4-B781-4A82-A298-A2C0E4FCF97A}" srcOrd="3" destOrd="0" presId="urn:microsoft.com/office/officeart/2005/8/layout/hList7"/>
    <dgm:cxn modelId="{0A5018D1-FB92-4A15-A823-5C64ACD27534}" type="presParOf" srcId="{BE540EDE-2025-45F1-996F-DBB2F0D84187}" destId="{3EC2A4D8-5084-48FB-A43B-2AD3CBA75757}" srcOrd="1" destOrd="0" presId="urn:microsoft.com/office/officeart/2005/8/layout/hList7"/>
    <dgm:cxn modelId="{2B64B939-942E-4CBD-BA7B-29E7D030C652}" type="presParOf" srcId="{BE540EDE-2025-45F1-996F-DBB2F0D84187}" destId="{ED0698EC-3B43-4F70-8786-A0F0CF581A6A}" srcOrd="2" destOrd="0" presId="urn:microsoft.com/office/officeart/2005/8/layout/hList7"/>
    <dgm:cxn modelId="{96CE570F-03A8-4845-8A5D-D992FB05DA45}" type="presParOf" srcId="{ED0698EC-3B43-4F70-8786-A0F0CF581A6A}" destId="{5E08F6DF-6972-434E-AFE6-3DB935908EC7}" srcOrd="0" destOrd="0" presId="urn:microsoft.com/office/officeart/2005/8/layout/hList7"/>
    <dgm:cxn modelId="{9B64502B-DA41-44E2-8BE6-7506948B2832}" type="presParOf" srcId="{ED0698EC-3B43-4F70-8786-A0F0CF581A6A}" destId="{6A8CD9A5-DD05-458E-9712-391F8C6699D5}" srcOrd="1" destOrd="0" presId="urn:microsoft.com/office/officeart/2005/8/layout/hList7"/>
    <dgm:cxn modelId="{FDD0DCD8-2088-4F6D-84E1-060F7FD7DE68}" type="presParOf" srcId="{ED0698EC-3B43-4F70-8786-A0F0CF581A6A}" destId="{361102B2-BEDC-42EB-8620-2136071C6EAF}" srcOrd="2" destOrd="0" presId="urn:microsoft.com/office/officeart/2005/8/layout/hList7"/>
    <dgm:cxn modelId="{1B5963A7-9079-4A62-A653-CC5B5BD8F8B6}" type="presParOf" srcId="{ED0698EC-3B43-4F70-8786-A0F0CF581A6A}" destId="{5CA7C6A3-CC38-4E13-8A6F-F777B0CF5119}" srcOrd="3" destOrd="0" presId="urn:microsoft.com/office/officeart/2005/8/layout/hList7"/>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138B46B-AEB3-4069-A520-3D2A8C6DB8F5}" type="doc">
      <dgm:prSet loTypeId="urn:microsoft.com/office/officeart/2008/layout/VerticalCircleList" loCatId="list" qsTypeId="urn:microsoft.com/office/officeart/2005/8/quickstyle/simple1" qsCatId="simple" csTypeId="urn:microsoft.com/office/officeart/2005/8/colors/colorful1" csCatId="colorful" phldr="1"/>
      <dgm:spPr/>
      <dgm:t>
        <a:bodyPr/>
        <a:lstStyle/>
        <a:p>
          <a:endParaRPr lang="en-US"/>
        </a:p>
      </dgm:t>
    </dgm:pt>
    <dgm:pt modelId="{0866847D-FEA6-4E0F-8DCA-F914B18A8C38}">
      <dgm:prSet phldrT="[Text]" custT="1"/>
      <dgm:spPr/>
      <dgm:t>
        <a:bodyPr/>
        <a:lstStyle/>
        <a:p>
          <a:r>
            <a:rPr lang="en-US" sz="4000" dirty="0"/>
            <a:t>Use at Workplace</a:t>
          </a:r>
        </a:p>
      </dgm:t>
    </dgm:pt>
    <dgm:pt modelId="{A6A6E1C1-F203-42CD-B3EF-D273BD3C49E1}" type="parTrans" cxnId="{75C97530-963A-470E-998B-BB5792B756EB}">
      <dgm:prSet/>
      <dgm:spPr/>
      <dgm:t>
        <a:bodyPr/>
        <a:lstStyle/>
        <a:p>
          <a:endParaRPr lang="en-US" sz="4000"/>
        </a:p>
      </dgm:t>
    </dgm:pt>
    <dgm:pt modelId="{A91A7322-8D34-45C8-A226-F3088023D603}" type="sibTrans" cxnId="{75C97530-963A-470E-998B-BB5792B756EB}">
      <dgm:prSet/>
      <dgm:spPr/>
      <dgm:t>
        <a:bodyPr/>
        <a:lstStyle/>
        <a:p>
          <a:endParaRPr lang="en-US" sz="4000"/>
        </a:p>
      </dgm:t>
    </dgm:pt>
    <dgm:pt modelId="{6B42ABEE-AFF5-4C29-9A92-D12213AF5D5D}">
      <dgm:prSet phldrT="[Text]" custT="1"/>
      <dgm:spPr/>
      <dgm:t>
        <a:bodyPr/>
        <a:lstStyle/>
        <a:p>
          <a:r>
            <a:rPr lang="en-US" sz="4000" dirty="0"/>
            <a:t>Employment Opportunity</a:t>
          </a:r>
        </a:p>
      </dgm:t>
    </dgm:pt>
    <dgm:pt modelId="{DA6C3663-EB08-4D87-AEE3-0236C9ED3104}" type="parTrans" cxnId="{51854FA0-1AB2-477B-941D-9A7AB1716A05}">
      <dgm:prSet/>
      <dgm:spPr/>
      <dgm:t>
        <a:bodyPr/>
        <a:lstStyle/>
        <a:p>
          <a:endParaRPr lang="en-US" sz="4000"/>
        </a:p>
      </dgm:t>
    </dgm:pt>
    <dgm:pt modelId="{289C797F-10A2-43CF-A245-B93EC4FE34A8}" type="sibTrans" cxnId="{51854FA0-1AB2-477B-941D-9A7AB1716A05}">
      <dgm:prSet/>
      <dgm:spPr/>
      <dgm:t>
        <a:bodyPr/>
        <a:lstStyle/>
        <a:p>
          <a:endParaRPr lang="en-US" sz="4000"/>
        </a:p>
      </dgm:t>
    </dgm:pt>
    <dgm:pt modelId="{D078E373-68D5-424D-A9E2-4D38C4B4409A}">
      <dgm:prSet phldrT="[Text]" custT="1"/>
      <dgm:spPr/>
      <dgm:t>
        <a:bodyPr/>
        <a:lstStyle/>
        <a:p>
          <a:r>
            <a:rPr lang="en-US" sz="4000" dirty="0"/>
            <a:t>Enhance your Resume</a:t>
          </a:r>
        </a:p>
      </dgm:t>
    </dgm:pt>
    <dgm:pt modelId="{4B278A36-DE7C-486A-8BB7-0DE14E791A38}" type="parTrans" cxnId="{F1F8E37F-CD4B-4A69-A54F-7D43AA89B5E6}">
      <dgm:prSet/>
      <dgm:spPr/>
      <dgm:t>
        <a:bodyPr/>
        <a:lstStyle/>
        <a:p>
          <a:endParaRPr lang="en-US" sz="4000"/>
        </a:p>
      </dgm:t>
    </dgm:pt>
    <dgm:pt modelId="{7AA6F2A5-EA73-4511-9E04-4CF609383E44}" type="sibTrans" cxnId="{F1F8E37F-CD4B-4A69-A54F-7D43AA89B5E6}">
      <dgm:prSet/>
      <dgm:spPr/>
      <dgm:t>
        <a:bodyPr/>
        <a:lstStyle/>
        <a:p>
          <a:endParaRPr lang="en-US" sz="4000"/>
        </a:p>
      </dgm:t>
    </dgm:pt>
    <dgm:pt modelId="{D6FB8C83-58DC-4D05-B0B9-D392A9F8048C}">
      <dgm:prSet phldrT="[Text]" custT="1"/>
      <dgm:spPr/>
      <dgm:t>
        <a:bodyPr/>
        <a:lstStyle/>
        <a:p>
          <a:r>
            <a:rPr lang="en-US" sz="4000" dirty="0"/>
            <a:t>Fast Skills Improvement</a:t>
          </a:r>
        </a:p>
      </dgm:t>
    </dgm:pt>
    <dgm:pt modelId="{3C88DC75-3159-4432-810A-61814CC4E8CE}" type="parTrans" cxnId="{5E0F97B6-6A68-44D5-A8BB-3657B99D338C}">
      <dgm:prSet/>
      <dgm:spPr/>
      <dgm:t>
        <a:bodyPr/>
        <a:lstStyle/>
        <a:p>
          <a:endParaRPr lang="en-US" sz="4000"/>
        </a:p>
      </dgm:t>
    </dgm:pt>
    <dgm:pt modelId="{FA9F440E-F471-4B7E-BD5E-1FB7BD5A203D}" type="sibTrans" cxnId="{5E0F97B6-6A68-44D5-A8BB-3657B99D338C}">
      <dgm:prSet/>
      <dgm:spPr/>
      <dgm:t>
        <a:bodyPr/>
        <a:lstStyle/>
        <a:p>
          <a:endParaRPr lang="en-US" sz="4000"/>
        </a:p>
      </dgm:t>
    </dgm:pt>
    <dgm:pt modelId="{F2795C08-BD7C-4EBC-B26E-9B35C2948831}" type="pres">
      <dgm:prSet presAssocID="{A138B46B-AEB3-4069-A520-3D2A8C6DB8F5}" presName="Name0" presStyleCnt="0">
        <dgm:presLayoutVars>
          <dgm:dir/>
        </dgm:presLayoutVars>
      </dgm:prSet>
      <dgm:spPr/>
    </dgm:pt>
    <dgm:pt modelId="{619EC7F8-CB9B-45B9-9911-0BDAD3052B7C}" type="pres">
      <dgm:prSet presAssocID="{0866847D-FEA6-4E0F-8DCA-F914B18A8C38}" presName="noChildren" presStyleCnt="0"/>
      <dgm:spPr/>
    </dgm:pt>
    <dgm:pt modelId="{FC30C5D6-4377-4C46-909F-26467CCD6507}" type="pres">
      <dgm:prSet presAssocID="{0866847D-FEA6-4E0F-8DCA-F914B18A8C38}" presName="gap" presStyleCnt="0"/>
      <dgm:spPr/>
    </dgm:pt>
    <dgm:pt modelId="{61A315B3-4630-4737-A4DE-D6D3D96F0CEE}" type="pres">
      <dgm:prSet presAssocID="{0866847D-FEA6-4E0F-8DCA-F914B18A8C38}" presName="medCircle2" presStyleLbl="vennNode1" presStyleIdx="0" presStyleCnt="4"/>
      <dgm:spPr/>
    </dgm:pt>
    <dgm:pt modelId="{FF4A6F8F-237C-4557-AA99-7AD562998D06}" type="pres">
      <dgm:prSet presAssocID="{0866847D-FEA6-4E0F-8DCA-F914B18A8C38}" presName="txLvlOnly1" presStyleLbl="revTx" presStyleIdx="0" presStyleCnt="4"/>
      <dgm:spPr/>
    </dgm:pt>
    <dgm:pt modelId="{E216CB28-76F2-4CAA-BB8D-FE6F6C5C76FD}" type="pres">
      <dgm:prSet presAssocID="{6B42ABEE-AFF5-4C29-9A92-D12213AF5D5D}" presName="noChildren" presStyleCnt="0"/>
      <dgm:spPr/>
    </dgm:pt>
    <dgm:pt modelId="{7A60B450-FA74-4498-909A-288E00A5BEBA}" type="pres">
      <dgm:prSet presAssocID="{6B42ABEE-AFF5-4C29-9A92-D12213AF5D5D}" presName="gap" presStyleCnt="0"/>
      <dgm:spPr/>
    </dgm:pt>
    <dgm:pt modelId="{A61EE744-71F1-4C89-ABF8-6109595BD561}" type="pres">
      <dgm:prSet presAssocID="{6B42ABEE-AFF5-4C29-9A92-D12213AF5D5D}" presName="medCircle2" presStyleLbl="vennNode1" presStyleIdx="1" presStyleCnt="4"/>
      <dgm:spPr/>
    </dgm:pt>
    <dgm:pt modelId="{681BF25B-9A46-44A3-B511-18312DCAAFB6}" type="pres">
      <dgm:prSet presAssocID="{6B42ABEE-AFF5-4C29-9A92-D12213AF5D5D}" presName="txLvlOnly1" presStyleLbl="revTx" presStyleIdx="1" presStyleCnt="4"/>
      <dgm:spPr/>
    </dgm:pt>
    <dgm:pt modelId="{34DBF97D-F0A8-4A81-8DBA-6B8E500C553E}" type="pres">
      <dgm:prSet presAssocID="{D078E373-68D5-424D-A9E2-4D38C4B4409A}" presName="noChildren" presStyleCnt="0"/>
      <dgm:spPr/>
    </dgm:pt>
    <dgm:pt modelId="{8A72E88C-7CC5-48CB-B65D-DA7673C806C7}" type="pres">
      <dgm:prSet presAssocID="{D078E373-68D5-424D-A9E2-4D38C4B4409A}" presName="gap" presStyleCnt="0"/>
      <dgm:spPr/>
    </dgm:pt>
    <dgm:pt modelId="{78221CD2-EF79-4688-ABEA-019B970824C3}" type="pres">
      <dgm:prSet presAssocID="{D078E373-68D5-424D-A9E2-4D38C4B4409A}" presName="medCircle2" presStyleLbl="vennNode1" presStyleIdx="2" presStyleCnt="4"/>
      <dgm:spPr/>
    </dgm:pt>
    <dgm:pt modelId="{7A927122-38AB-44C4-A5EB-5FD477E5DA3E}" type="pres">
      <dgm:prSet presAssocID="{D078E373-68D5-424D-A9E2-4D38C4B4409A}" presName="txLvlOnly1" presStyleLbl="revTx" presStyleIdx="2" presStyleCnt="4"/>
      <dgm:spPr/>
    </dgm:pt>
    <dgm:pt modelId="{4ABD4EBD-4421-4BD7-AF77-F9D929C4614A}" type="pres">
      <dgm:prSet presAssocID="{D6FB8C83-58DC-4D05-B0B9-D392A9F8048C}" presName="noChildren" presStyleCnt="0"/>
      <dgm:spPr/>
    </dgm:pt>
    <dgm:pt modelId="{5F349267-5561-4061-BDDE-07A5AFEA628F}" type="pres">
      <dgm:prSet presAssocID="{D6FB8C83-58DC-4D05-B0B9-D392A9F8048C}" presName="gap" presStyleCnt="0"/>
      <dgm:spPr/>
    </dgm:pt>
    <dgm:pt modelId="{6F6B3E66-9CFD-4F42-8FB0-54FB172273A8}" type="pres">
      <dgm:prSet presAssocID="{D6FB8C83-58DC-4D05-B0B9-D392A9F8048C}" presName="medCircle2" presStyleLbl="vennNode1" presStyleIdx="3" presStyleCnt="4"/>
      <dgm:spPr/>
    </dgm:pt>
    <dgm:pt modelId="{F57C231A-DF4C-4F31-8CED-5CBC5504D23D}" type="pres">
      <dgm:prSet presAssocID="{D6FB8C83-58DC-4D05-B0B9-D392A9F8048C}" presName="txLvlOnly1" presStyleLbl="revTx" presStyleIdx="3" presStyleCnt="4"/>
      <dgm:spPr/>
    </dgm:pt>
  </dgm:ptLst>
  <dgm:cxnLst>
    <dgm:cxn modelId="{75C97530-963A-470E-998B-BB5792B756EB}" srcId="{A138B46B-AEB3-4069-A520-3D2A8C6DB8F5}" destId="{0866847D-FEA6-4E0F-8DCA-F914B18A8C38}" srcOrd="0" destOrd="0" parTransId="{A6A6E1C1-F203-42CD-B3EF-D273BD3C49E1}" sibTransId="{A91A7322-8D34-45C8-A226-F3088023D603}"/>
    <dgm:cxn modelId="{6ED1E163-9850-40C4-BB82-914965EAB70A}" type="presOf" srcId="{6B42ABEE-AFF5-4C29-9A92-D12213AF5D5D}" destId="{681BF25B-9A46-44A3-B511-18312DCAAFB6}" srcOrd="0" destOrd="0" presId="urn:microsoft.com/office/officeart/2008/layout/VerticalCircleList"/>
    <dgm:cxn modelId="{8471AA66-2D0B-4A23-BA34-750F50815593}" type="presOf" srcId="{A138B46B-AEB3-4069-A520-3D2A8C6DB8F5}" destId="{F2795C08-BD7C-4EBC-B26E-9B35C2948831}" srcOrd="0" destOrd="0" presId="urn:microsoft.com/office/officeart/2008/layout/VerticalCircleList"/>
    <dgm:cxn modelId="{746FF275-C1F3-434C-8A77-51211B4EA95D}" type="presOf" srcId="{D6FB8C83-58DC-4D05-B0B9-D392A9F8048C}" destId="{F57C231A-DF4C-4F31-8CED-5CBC5504D23D}" srcOrd="0" destOrd="0" presId="urn:microsoft.com/office/officeart/2008/layout/VerticalCircleList"/>
    <dgm:cxn modelId="{F1F8E37F-CD4B-4A69-A54F-7D43AA89B5E6}" srcId="{A138B46B-AEB3-4069-A520-3D2A8C6DB8F5}" destId="{D078E373-68D5-424D-A9E2-4D38C4B4409A}" srcOrd="2" destOrd="0" parTransId="{4B278A36-DE7C-486A-8BB7-0DE14E791A38}" sibTransId="{7AA6F2A5-EA73-4511-9E04-4CF609383E44}"/>
    <dgm:cxn modelId="{FFA59989-0528-45D6-BA63-ABB4B6AB3529}" type="presOf" srcId="{0866847D-FEA6-4E0F-8DCA-F914B18A8C38}" destId="{FF4A6F8F-237C-4557-AA99-7AD562998D06}" srcOrd="0" destOrd="0" presId="urn:microsoft.com/office/officeart/2008/layout/VerticalCircleList"/>
    <dgm:cxn modelId="{51854FA0-1AB2-477B-941D-9A7AB1716A05}" srcId="{A138B46B-AEB3-4069-A520-3D2A8C6DB8F5}" destId="{6B42ABEE-AFF5-4C29-9A92-D12213AF5D5D}" srcOrd="1" destOrd="0" parTransId="{DA6C3663-EB08-4D87-AEE3-0236C9ED3104}" sibTransId="{289C797F-10A2-43CF-A245-B93EC4FE34A8}"/>
    <dgm:cxn modelId="{289D77A1-0D92-4D75-8718-1771D0FCE5F4}" type="presOf" srcId="{D078E373-68D5-424D-A9E2-4D38C4B4409A}" destId="{7A927122-38AB-44C4-A5EB-5FD477E5DA3E}" srcOrd="0" destOrd="0" presId="urn:microsoft.com/office/officeart/2008/layout/VerticalCircleList"/>
    <dgm:cxn modelId="{5E0F97B6-6A68-44D5-A8BB-3657B99D338C}" srcId="{A138B46B-AEB3-4069-A520-3D2A8C6DB8F5}" destId="{D6FB8C83-58DC-4D05-B0B9-D392A9F8048C}" srcOrd="3" destOrd="0" parTransId="{3C88DC75-3159-4432-810A-61814CC4E8CE}" sibTransId="{FA9F440E-F471-4B7E-BD5E-1FB7BD5A203D}"/>
    <dgm:cxn modelId="{B2A089C3-B00F-4A03-A9C2-85445CDB8BA9}" type="presParOf" srcId="{F2795C08-BD7C-4EBC-B26E-9B35C2948831}" destId="{619EC7F8-CB9B-45B9-9911-0BDAD3052B7C}" srcOrd="0" destOrd="0" presId="urn:microsoft.com/office/officeart/2008/layout/VerticalCircleList"/>
    <dgm:cxn modelId="{FD235148-4BE9-4795-8014-3EB15DEE2532}" type="presParOf" srcId="{619EC7F8-CB9B-45B9-9911-0BDAD3052B7C}" destId="{FC30C5D6-4377-4C46-909F-26467CCD6507}" srcOrd="0" destOrd="0" presId="urn:microsoft.com/office/officeart/2008/layout/VerticalCircleList"/>
    <dgm:cxn modelId="{4990A0E3-684E-4C4A-ABFC-2312671BFDFD}" type="presParOf" srcId="{619EC7F8-CB9B-45B9-9911-0BDAD3052B7C}" destId="{61A315B3-4630-4737-A4DE-D6D3D96F0CEE}" srcOrd="1" destOrd="0" presId="urn:microsoft.com/office/officeart/2008/layout/VerticalCircleList"/>
    <dgm:cxn modelId="{9DA1EBE7-76F6-447F-999F-C59CDBD8B492}" type="presParOf" srcId="{619EC7F8-CB9B-45B9-9911-0BDAD3052B7C}" destId="{FF4A6F8F-237C-4557-AA99-7AD562998D06}" srcOrd="2" destOrd="0" presId="urn:microsoft.com/office/officeart/2008/layout/VerticalCircleList"/>
    <dgm:cxn modelId="{9367032E-FB2E-4F26-861B-F0FE3FDDCD2B}" type="presParOf" srcId="{F2795C08-BD7C-4EBC-B26E-9B35C2948831}" destId="{E216CB28-76F2-4CAA-BB8D-FE6F6C5C76FD}" srcOrd="1" destOrd="0" presId="urn:microsoft.com/office/officeart/2008/layout/VerticalCircleList"/>
    <dgm:cxn modelId="{9688EE59-1A76-4786-8CFA-505A88F30E4F}" type="presParOf" srcId="{E216CB28-76F2-4CAA-BB8D-FE6F6C5C76FD}" destId="{7A60B450-FA74-4498-909A-288E00A5BEBA}" srcOrd="0" destOrd="0" presId="urn:microsoft.com/office/officeart/2008/layout/VerticalCircleList"/>
    <dgm:cxn modelId="{8060BF54-2530-4BF2-8556-679A2E616737}" type="presParOf" srcId="{E216CB28-76F2-4CAA-BB8D-FE6F6C5C76FD}" destId="{A61EE744-71F1-4C89-ABF8-6109595BD561}" srcOrd="1" destOrd="0" presId="urn:microsoft.com/office/officeart/2008/layout/VerticalCircleList"/>
    <dgm:cxn modelId="{BF0F3704-38C9-44C3-8E1C-68F0A7E5256D}" type="presParOf" srcId="{E216CB28-76F2-4CAA-BB8D-FE6F6C5C76FD}" destId="{681BF25B-9A46-44A3-B511-18312DCAAFB6}" srcOrd="2" destOrd="0" presId="urn:microsoft.com/office/officeart/2008/layout/VerticalCircleList"/>
    <dgm:cxn modelId="{E46D0A72-24B1-42C7-8697-26CEB0DA7912}" type="presParOf" srcId="{F2795C08-BD7C-4EBC-B26E-9B35C2948831}" destId="{34DBF97D-F0A8-4A81-8DBA-6B8E500C553E}" srcOrd="2" destOrd="0" presId="urn:microsoft.com/office/officeart/2008/layout/VerticalCircleList"/>
    <dgm:cxn modelId="{C3D9D2A4-9CEF-45D1-92D6-D3F97B7042FA}" type="presParOf" srcId="{34DBF97D-F0A8-4A81-8DBA-6B8E500C553E}" destId="{8A72E88C-7CC5-48CB-B65D-DA7673C806C7}" srcOrd="0" destOrd="0" presId="urn:microsoft.com/office/officeart/2008/layout/VerticalCircleList"/>
    <dgm:cxn modelId="{E6A4AC10-09D4-492D-AA27-23B50CB196F1}" type="presParOf" srcId="{34DBF97D-F0A8-4A81-8DBA-6B8E500C553E}" destId="{78221CD2-EF79-4688-ABEA-019B970824C3}" srcOrd="1" destOrd="0" presId="urn:microsoft.com/office/officeart/2008/layout/VerticalCircleList"/>
    <dgm:cxn modelId="{F93552D4-FFC6-4B3A-A8F5-3AC04F9BE04E}" type="presParOf" srcId="{34DBF97D-F0A8-4A81-8DBA-6B8E500C553E}" destId="{7A927122-38AB-44C4-A5EB-5FD477E5DA3E}" srcOrd="2" destOrd="0" presId="urn:microsoft.com/office/officeart/2008/layout/VerticalCircleList"/>
    <dgm:cxn modelId="{5FC4D0BF-B149-4B85-B368-828DB949769B}" type="presParOf" srcId="{F2795C08-BD7C-4EBC-B26E-9B35C2948831}" destId="{4ABD4EBD-4421-4BD7-AF77-F9D929C4614A}" srcOrd="3" destOrd="0" presId="urn:microsoft.com/office/officeart/2008/layout/VerticalCircleList"/>
    <dgm:cxn modelId="{EAB4EBB4-B02F-49D4-A389-C302F3326D4A}" type="presParOf" srcId="{4ABD4EBD-4421-4BD7-AF77-F9D929C4614A}" destId="{5F349267-5561-4061-BDDE-07A5AFEA628F}" srcOrd="0" destOrd="0" presId="urn:microsoft.com/office/officeart/2008/layout/VerticalCircleList"/>
    <dgm:cxn modelId="{98DB1F32-FE45-429C-A4AA-BFFD12302E98}" type="presParOf" srcId="{4ABD4EBD-4421-4BD7-AF77-F9D929C4614A}" destId="{6F6B3E66-9CFD-4F42-8FB0-54FB172273A8}" srcOrd="1" destOrd="0" presId="urn:microsoft.com/office/officeart/2008/layout/VerticalCircleList"/>
    <dgm:cxn modelId="{9E282B3D-3865-4CE3-AFA2-3603DFB205B7}" type="presParOf" srcId="{4ABD4EBD-4421-4BD7-AF77-F9D929C4614A}" destId="{F57C231A-DF4C-4F31-8CED-5CBC5504D23D}" srcOrd="2" destOrd="0" presId="urn:microsoft.com/office/officeart/2008/layout/Vertical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59921629-1E83-4330-977A-80D6878AFAD9}" type="doc">
      <dgm:prSet loTypeId="urn:microsoft.com/office/officeart/2008/layout/AlternatingPictureBlocks" loCatId="list" qsTypeId="urn:microsoft.com/office/officeart/2005/8/quickstyle/simple1" qsCatId="simple" csTypeId="urn:microsoft.com/office/officeart/2005/8/colors/colorful1" csCatId="colorful" phldr="1"/>
      <dgm:spPr/>
      <dgm:t>
        <a:bodyPr/>
        <a:lstStyle/>
        <a:p>
          <a:endParaRPr lang="en-US"/>
        </a:p>
      </dgm:t>
    </dgm:pt>
    <dgm:pt modelId="{5C99886B-026F-455A-888D-C102D14D910E}">
      <dgm:prSet phldrT="[Text]" custT="1"/>
      <dgm:spPr/>
      <dgm:t>
        <a:bodyPr/>
        <a:lstStyle/>
        <a:p>
          <a:r>
            <a:rPr lang="en-US" sz="3200" dirty="0"/>
            <a:t>Software is a collection of programming code installed on your computer's hard drive.</a:t>
          </a:r>
        </a:p>
      </dgm:t>
    </dgm:pt>
    <dgm:pt modelId="{2A257384-5AF5-4FD7-9307-952296FA385B}" type="parTrans" cxnId="{B7C06697-2D3B-4DC5-BDD5-DA031FE71D5A}">
      <dgm:prSet/>
      <dgm:spPr/>
      <dgm:t>
        <a:bodyPr/>
        <a:lstStyle/>
        <a:p>
          <a:endParaRPr lang="en-US" sz="3200"/>
        </a:p>
      </dgm:t>
    </dgm:pt>
    <dgm:pt modelId="{FE8A6BC2-7ECF-44B3-97CC-7064DAD96BF3}" type="sibTrans" cxnId="{B7C06697-2D3B-4DC5-BDD5-DA031FE71D5A}">
      <dgm:prSet/>
      <dgm:spPr/>
      <dgm:t>
        <a:bodyPr/>
        <a:lstStyle/>
        <a:p>
          <a:endParaRPr lang="en-US" sz="3200"/>
        </a:p>
      </dgm:t>
    </dgm:pt>
    <dgm:pt modelId="{7D5EC123-58E6-41AD-B4D4-C03F2680FA96}">
      <dgm:prSet custT="1"/>
      <dgm:spPr/>
      <dgm:t>
        <a:bodyPr/>
        <a:lstStyle/>
        <a:p>
          <a:r>
            <a:rPr lang="en-US" sz="3200"/>
            <a:t>It cannot be held in your hand. </a:t>
          </a:r>
          <a:endParaRPr lang="en-US" sz="3200" dirty="0"/>
        </a:p>
      </dgm:t>
    </dgm:pt>
    <dgm:pt modelId="{F6973265-B81D-4920-BF16-E81901BD4D0E}" type="parTrans" cxnId="{50A3013A-B6A4-4F4F-AFF4-F14389FB9650}">
      <dgm:prSet/>
      <dgm:spPr/>
      <dgm:t>
        <a:bodyPr/>
        <a:lstStyle/>
        <a:p>
          <a:endParaRPr lang="en-US" sz="3200"/>
        </a:p>
      </dgm:t>
    </dgm:pt>
    <dgm:pt modelId="{2CC2A223-D11F-40EA-AD4C-1271D7D8E1EC}" type="sibTrans" cxnId="{50A3013A-B6A4-4F4F-AFF4-F14389FB9650}">
      <dgm:prSet/>
      <dgm:spPr/>
      <dgm:t>
        <a:bodyPr/>
        <a:lstStyle/>
        <a:p>
          <a:endParaRPr lang="en-US" sz="3200"/>
        </a:p>
      </dgm:t>
    </dgm:pt>
    <dgm:pt modelId="{23F80123-034E-4BE4-852E-C1E05FF9EE21}">
      <dgm:prSet custT="1"/>
      <dgm:spPr/>
      <dgm:t>
        <a:bodyPr/>
        <a:lstStyle/>
        <a:p>
          <a:r>
            <a:rPr lang="en-US" sz="3200"/>
            <a:t>It</a:t>
          </a:r>
          <a:r>
            <a:rPr lang="en-GB" sz="3200"/>
            <a:t> is virtual.</a:t>
          </a:r>
          <a:endParaRPr lang="en-GB" sz="3200" dirty="0"/>
        </a:p>
      </dgm:t>
    </dgm:pt>
    <dgm:pt modelId="{FDB68B68-B015-41A0-ACAB-1A4454DA48A9}" type="parTrans" cxnId="{EA666E5B-50A6-47B8-8F42-CDC1AA683864}">
      <dgm:prSet/>
      <dgm:spPr/>
      <dgm:t>
        <a:bodyPr/>
        <a:lstStyle/>
        <a:p>
          <a:endParaRPr lang="en-US" sz="3200"/>
        </a:p>
      </dgm:t>
    </dgm:pt>
    <dgm:pt modelId="{8D2E5F09-4DEE-4138-99BE-7F0295E1751E}" type="sibTrans" cxnId="{EA666E5B-50A6-47B8-8F42-CDC1AA683864}">
      <dgm:prSet/>
      <dgm:spPr/>
      <dgm:t>
        <a:bodyPr/>
        <a:lstStyle/>
        <a:p>
          <a:endParaRPr lang="en-US" sz="3200"/>
        </a:p>
      </dgm:t>
    </dgm:pt>
    <dgm:pt modelId="{37642449-6E5F-4C52-B0FE-EB15F252FB08}" type="pres">
      <dgm:prSet presAssocID="{59921629-1E83-4330-977A-80D6878AFAD9}" presName="linearFlow" presStyleCnt="0">
        <dgm:presLayoutVars>
          <dgm:dir/>
          <dgm:resizeHandles val="exact"/>
        </dgm:presLayoutVars>
      </dgm:prSet>
      <dgm:spPr/>
    </dgm:pt>
    <dgm:pt modelId="{345843BE-2F97-4C44-ADC8-A49AE2AE9998}" type="pres">
      <dgm:prSet presAssocID="{5C99886B-026F-455A-888D-C102D14D910E}" presName="comp" presStyleCnt="0"/>
      <dgm:spPr/>
    </dgm:pt>
    <dgm:pt modelId="{28DB2B7E-3BE2-41AB-A440-08DD265F8266}" type="pres">
      <dgm:prSet presAssocID="{5C99886B-026F-455A-888D-C102D14D910E}" presName="rect2" presStyleLbl="node1" presStyleIdx="0" presStyleCnt="3">
        <dgm:presLayoutVars>
          <dgm:bulletEnabled val="1"/>
        </dgm:presLayoutVars>
      </dgm:prSet>
      <dgm:spPr/>
    </dgm:pt>
    <dgm:pt modelId="{C0EE88FA-2054-46C8-B4A1-2630C7FDA52B}" type="pres">
      <dgm:prSet presAssocID="{5C99886B-026F-455A-888D-C102D14D910E}" presName="rect1" presStyleLbl="lnNode1" presStyleIdx="0" presStyleCnt="3"/>
      <dgm:spPr/>
    </dgm:pt>
    <dgm:pt modelId="{E99A327C-A725-467B-9C1B-72EBB892E334}" type="pres">
      <dgm:prSet presAssocID="{FE8A6BC2-7ECF-44B3-97CC-7064DAD96BF3}" presName="sibTrans" presStyleCnt="0"/>
      <dgm:spPr/>
    </dgm:pt>
    <dgm:pt modelId="{B5332134-B725-4E85-966C-CEB3EE879064}" type="pres">
      <dgm:prSet presAssocID="{7D5EC123-58E6-41AD-B4D4-C03F2680FA96}" presName="comp" presStyleCnt="0"/>
      <dgm:spPr/>
    </dgm:pt>
    <dgm:pt modelId="{EE514097-B8AE-496E-A395-2C7083757EB3}" type="pres">
      <dgm:prSet presAssocID="{7D5EC123-58E6-41AD-B4D4-C03F2680FA96}" presName="rect2" presStyleLbl="node1" presStyleIdx="1" presStyleCnt="3">
        <dgm:presLayoutVars>
          <dgm:bulletEnabled val="1"/>
        </dgm:presLayoutVars>
      </dgm:prSet>
      <dgm:spPr/>
    </dgm:pt>
    <dgm:pt modelId="{1B24FEEF-EC79-4DE4-A946-BCAFDF190149}" type="pres">
      <dgm:prSet presAssocID="{7D5EC123-58E6-41AD-B4D4-C03F2680FA96}" presName="rect1" presStyleLbl="lnNode1" presStyleIdx="1" presStyleCnt="3"/>
      <dgm:spPr/>
    </dgm:pt>
    <dgm:pt modelId="{55D15DAF-C41B-4E9A-84D1-53B7357A1C51}" type="pres">
      <dgm:prSet presAssocID="{2CC2A223-D11F-40EA-AD4C-1271D7D8E1EC}" presName="sibTrans" presStyleCnt="0"/>
      <dgm:spPr/>
    </dgm:pt>
    <dgm:pt modelId="{C2E83B29-3FBC-4FEB-A35F-96913D0338EE}" type="pres">
      <dgm:prSet presAssocID="{23F80123-034E-4BE4-852E-C1E05FF9EE21}" presName="comp" presStyleCnt="0"/>
      <dgm:spPr/>
    </dgm:pt>
    <dgm:pt modelId="{E2860A2B-ADBC-4E0B-9210-BBCDBB5F5794}" type="pres">
      <dgm:prSet presAssocID="{23F80123-034E-4BE4-852E-C1E05FF9EE21}" presName="rect2" presStyleLbl="node1" presStyleIdx="2" presStyleCnt="3">
        <dgm:presLayoutVars>
          <dgm:bulletEnabled val="1"/>
        </dgm:presLayoutVars>
      </dgm:prSet>
      <dgm:spPr/>
    </dgm:pt>
    <dgm:pt modelId="{266E5D2A-A8E8-4F39-A3BE-8B4CFABE2CC1}" type="pres">
      <dgm:prSet presAssocID="{23F80123-034E-4BE4-852E-C1E05FF9EE21}" presName="rect1" presStyleLbl="lnNode1" presStyleIdx="2" presStyleCnt="3"/>
      <dgm:spPr/>
    </dgm:pt>
  </dgm:ptLst>
  <dgm:cxnLst>
    <dgm:cxn modelId="{50A3013A-B6A4-4F4F-AFF4-F14389FB9650}" srcId="{59921629-1E83-4330-977A-80D6878AFAD9}" destId="{7D5EC123-58E6-41AD-B4D4-C03F2680FA96}" srcOrd="1" destOrd="0" parTransId="{F6973265-B81D-4920-BF16-E81901BD4D0E}" sibTransId="{2CC2A223-D11F-40EA-AD4C-1271D7D8E1EC}"/>
    <dgm:cxn modelId="{EA666E5B-50A6-47B8-8F42-CDC1AA683864}" srcId="{59921629-1E83-4330-977A-80D6878AFAD9}" destId="{23F80123-034E-4BE4-852E-C1E05FF9EE21}" srcOrd="2" destOrd="0" parTransId="{FDB68B68-B015-41A0-ACAB-1A4454DA48A9}" sibTransId="{8D2E5F09-4DEE-4138-99BE-7F0295E1751E}"/>
    <dgm:cxn modelId="{D1AC8D94-F4B8-43BC-A50F-51772B3DBF62}" type="presOf" srcId="{59921629-1E83-4330-977A-80D6878AFAD9}" destId="{37642449-6E5F-4C52-B0FE-EB15F252FB08}" srcOrd="0" destOrd="0" presId="urn:microsoft.com/office/officeart/2008/layout/AlternatingPictureBlocks"/>
    <dgm:cxn modelId="{B7C06697-2D3B-4DC5-BDD5-DA031FE71D5A}" srcId="{59921629-1E83-4330-977A-80D6878AFAD9}" destId="{5C99886B-026F-455A-888D-C102D14D910E}" srcOrd="0" destOrd="0" parTransId="{2A257384-5AF5-4FD7-9307-952296FA385B}" sibTransId="{FE8A6BC2-7ECF-44B3-97CC-7064DAD96BF3}"/>
    <dgm:cxn modelId="{3A8ECEAD-A6BF-4155-8A2F-6EBEEB16575F}" type="presOf" srcId="{7D5EC123-58E6-41AD-B4D4-C03F2680FA96}" destId="{EE514097-B8AE-496E-A395-2C7083757EB3}" srcOrd="0" destOrd="0" presId="urn:microsoft.com/office/officeart/2008/layout/AlternatingPictureBlocks"/>
    <dgm:cxn modelId="{3B03ABE1-3F1F-4C08-B046-880335795B1A}" type="presOf" srcId="{23F80123-034E-4BE4-852E-C1E05FF9EE21}" destId="{E2860A2B-ADBC-4E0B-9210-BBCDBB5F5794}" srcOrd="0" destOrd="0" presId="urn:microsoft.com/office/officeart/2008/layout/AlternatingPictureBlocks"/>
    <dgm:cxn modelId="{8DCB96E7-2DD6-46C3-87A7-1CFBA735545D}" type="presOf" srcId="{5C99886B-026F-455A-888D-C102D14D910E}" destId="{28DB2B7E-3BE2-41AB-A440-08DD265F8266}" srcOrd="0" destOrd="0" presId="urn:microsoft.com/office/officeart/2008/layout/AlternatingPictureBlocks"/>
    <dgm:cxn modelId="{91594C33-4222-4B5B-97B4-1F3BF6680058}" type="presParOf" srcId="{37642449-6E5F-4C52-B0FE-EB15F252FB08}" destId="{345843BE-2F97-4C44-ADC8-A49AE2AE9998}" srcOrd="0" destOrd="0" presId="urn:microsoft.com/office/officeart/2008/layout/AlternatingPictureBlocks"/>
    <dgm:cxn modelId="{FD40A03C-66F5-445D-B573-AFDE7C6B54F5}" type="presParOf" srcId="{345843BE-2F97-4C44-ADC8-A49AE2AE9998}" destId="{28DB2B7E-3BE2-41AB-A440-08DD265F8266}" srcOrd="0" destOrd="0" presId="urn:microsoft.com/office/officeart/2008/layout/AlternatingPictureBlocks"/>
    <dgm:cxn modelId="{1B578BD3-D3AE-42B3-89D5-80896C1325F1}" type="presParOf" srcId="{345843BE-2F97-4C44-ADC8-A49AE2AE9998}" destId="{C0EE88FA-2054-46C8-B4A1-2630C7FDA52B}" srcOrd="1" destOrd="0" presId="urn:microsoft.com/office/officeart/2008/layout/AlternatingPictureBlocks"/>
    <dgm:cxn modelId="{D1B6775B-0185-434D-88A9-C75ACA46C48B}" type="presParOf" srcId="{37642449-6E5F-4C52-B0FE-EB15F252FB08}" destId="{E99A327C-A725-467B-9C1B-72EBB892E334}" srcOrd="1" destOrd="0" presId="urn:microsoft.com/office/officeart/2008/layout/AlternatingPictureBlocks"/>
    <dgm:cxn modelId="{DC7628C0-559E-4F49-A2A5-F27747C90FF7}" type="presParOf" srcId="{37642449-6E5F-4C52-B0FE-EB15F252FB08}" destId="{B5332134-B725-4E85-966C-CEB3EE879064}" srcOrd="2" destOrd="0" presId="urn:microsoft.com/office/officeart/2008/layout/AlternatingPictureBlocks"/>
    <dgm:cxn modelId="{2976AB3E-3215-469E-B330-1BF335C5824F}" type="presParOf" srcId="{B5332134-B725-4E85-966C-CEB3EE879064}" destId="{EE514097-B8AE-496E-A395-2C7083757EB3}" srcOrd="0" destOrd="0" presId="urn:microsoft.com/office/officeart/2008/layout/AlternatingPictureBlocks"/>
    <dgm:cxn modelId="{089CD3E9-CB1D-47EA-AC44-F73F694FFA11}" type="presParOf" srcId="{B5332134-B725-4E85-966C-CEB3EE879064}" destId="{1B24FEEF-EC79-4DE4-A946-BCAFDF190149}" srcOrd="1" destOrd="0" presId="urn:microsoft.com/office/officeart/2008/layout/AlternatingPictureBlocks"/>
    <dgm:cxn modelId="{187F7474-52F0-4994-9291-AB2418C2DE5A}" type="presParOf" srcId="{37642449-6E5F-4C52-B0FE-EB15F252FB08}" destId="{55D15DAF-C41B-4E9A-84D1-53B7357A1C51}" srcOrd="3" destOrd="0" presId="urn:microsoft.com/office/officeart/2008/layout/AlternatingPictureBlocks"/>
    <dgm:cxn modelId="{E208D3E1-1C1E-4B89-942C-E27DCF6AAEB2}" type="presParOf" srcId="{37642449-6E5F-4C52-B0FE-EB15F252FB08}" destId="{C2E83B29-3FBC-4FEB-A35F-96913D0338EE}" srcOrd="4" destOrd="0" presId="urn:microsoft.com/office/officeart/2008/layout/AlternatingPictureBlocks"/>
    <dgm:cxn modelId="{75E567F5-1113-4046-B2A5-2274286C33CF}" type="presParOf" srcId="{C2E83B29-3FBC-4FEB-A35F-96913D0338EE}" destId="{E2860A2B-ADBC-4E0B-9210-BBCDBB5F5794}" srcOrd="0" destOrd="0" presId="urn:microsoft.com/office/officeart/2008/layout/AlternatingPictureBlocks"/>
    <dgm:cxn modelId="{51748BEC-EACD-4937-9DEA-1B70090D680F}" type="presParOf" srcId="{C2E83B29-3FBC-4FEB-A35F-96913D0338EE}" destId="{266E5D2A-A8E8-4F39-A3BE-8B4CFABE2CC1}" srcOrd="1" destOrd="0" presId="urn:microsoft.com/office/officeart/2008/layout/AlternatingPictureBlock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56351016-CE27-4B39-882B-2861C1756555}" type="doc">
      <dgm:prSet loTypeId="urn:microsoft.com/office/officeart/2005/8/layout/vList2" loCatId="list" qsTypeId="urn:microsoft.com/office/officeart/2005/8/quickstyle/simple1" qsCatId="simple" csTypeId="urn:microsoft.com/office/officeart/2005/8/colors/colorful1" csCatId="colorful" phldr="1"/>
      <dgm:spPr/>
      <dgm:t>
        <a:bodyPr/>
        <a:lstStyle/>
        <a:p>
          <a:endParaRPr lang="en-US"/>
        </a:p>
      </dgm:t>
    </dgm:pt>
    <dgm:pt modelId="{C38ED839-2B91-4689-975D-1B8F276934AB}">
      <dgm:prSet phldrT="[Text]"/>
      <dgm:spPr/>
      <dgm:t>
        <a:bodyPr/>
        <a:lstStyle/>
        <a:p>
          <a:r>
            <a:rPr lang="en-US" dirty="0"/>
            <a:t>Simplified decision making</a:t>
          </a:r>
        </a:p>
      </dgm:t>
    </dgm:pt>
    <dgm:pt modelId="{4F99E6E4-10C0-459A-8B6D-C8E551DA2F6D}" type="parTrans" cxnId="{86FC4AEB-0A92-4261-866F-ED5E42BAB6A2}">
      <dgm:prSet/>
      <dgm:spPr/>
      <dgm:t>
        <a:bodyPr/>
        <a:lstStyle/>
        <a:p>
          <a:endParaRPr lang="en-US"/>
        </a:p>
      </dgm:t>
    </dgm:pt>
    <dgm:pt modelId="{9469AD2D-20A8-4E36-B082-A30F5D55024A}" type="sibTrans" cxnId="{86FC4AEB-0A92-4261-866F-ED5E42BAB6A2}">
      <dgm:prSet/>
      <dgm:spPr/>
      <dgm:t>
        <a:bodyPr/>
        <a:lstStyle/>
        <a:p>
          <a:endParaRPr lang="en-US"/>
        </a:p>
      </dgm:t>
    </dgm:pt>
    <dgm:pt modelId="{9139A141-E91A-4C52-8B84-8DDF4AF67AE5}">
      <dgm:prSet phldrT="[Text]"/>
      <dgm:spPr/>
      <dgm:t>
        <a:bodyPr/>
        <a:lstStyle/>
        <a:p>
          <a:r>
            <a:rPr lang="en-US" dirty="0"/>
            <a:t>More reliable data</a:t>
          </a:r>
        </a:p>
      </dgm:t>
    </dgm:pt>
    <dgm:pt modelId="{CE973AC5-C92C-47A8-84BA-B694885E9D46}" type="parTrans" cxnId="{17E6A975-3E95-4D7D-933B-056829B74914}">
      <dgm:prSet/>
      <dgm:spPr/>
      <dgm:t>
        <a:bodyPr/>
        <a:lstStyle/>
        <a:p>
          <a:endParaRPr lang="en-US"/>
        </a:p>
      </dgm:t>
    </dgm:pt>
    <dgm:pt modelId="{FE0C5CDD-CEE4-482F-8BF2-1BFCD043FF7B}" type="sibTrans" cxnId="{17E6A975-3E95-4D7D-933B-056829B74914}">
      <dgm:prSet/>
      <dgm:spPr/>
      <dgm:t>
        <a:bodyPr/>
        <a:lstStyle/>
        <a:p>
          <a:endParaRPr lang="en-US"/>
        </a:p>
      </dgm:t>
    </dgm:pt>
    <dgm:pt modelId="{A52809B8-F2F2-42DC-8347-6FB92039B097}">
      <dgm:prSet phldrT="[Text]"/>
      <dgm:spPr/>
      <dgm:t>
        <a:bodyPr/>
        <a:lstStyle/>
        <a:p>
          <a:r>
            <a:rPr lang="en-US" dirty="0"/>
            <a:t>Increase Productivity</a:t>
          </a:r>
        </a:p>
      </dgm:t>
    </dgm:pt>
    <dgm:pt modelId="{B5C89391-9563-41E8-A6E7-C3F6E4D9D979}" type="parTrans" cxnId="{D19D062B-CCA1-4945-8375-17F1C69E915D}">
      <dgm:prSet/>
      <dgm:spPr/>
      <dgm:t>
        <a:bodyPr/>
        <a:lstStyle/>
        <a:p>
          <a:endParaRPr lang="en-US"/>
        </a:p>
      </dgm:t>
    </dgm:pt>
    <dgm:pt modelId="{B442E098-3BAE-4B30-92AA-CA0D9B556FCF}" type="sibTrans" cxnId="{D19D062B-CCA1-4945-8375-17F1C69E915D}">
      <dgm:prSet/>
      <dgm:spPr/>
      <dgm:t>
        <a:bodyPr/>
        <a:lstStyle/>
        <a:p>
          <a:endParaRPr lang="en-US"/>
        </a:p>
      </dgm:t>
    </dgm:pt>
    <dgm:pt modelId="{BA585D45-AAF2-4918-9382-9324B4A3E2B7}">
      <dgm:prSet phldrT="[Text]"/>
      <dgm:spPr/>
      <dgm:t>
        <a:bodyPr/>
        <a:lstStyle/>
        <a:p>
          <a:r>
            <a:rPr lang="en-US" dirty="0"/>
            <a:t>Enhanced analysis</a:t>
          </a:r>
        </a:p>
      </dgm:t>
    </dgm:pt>
    <dgm:pt modelId="{F4C59F8A-7AA6-4685-8814-43E2E3998A29}" type="parTrans" cxnId="{B3563FCE-105C-4D34-B25E-EC52097410DE}">
      <dgm:prSet/>
      <dgm:spPr/>
      <dgm:t>
        <a:bodyPr/>
        <a:lstStyle/>
        <a:p>
          <a:endParaRPr lang="en-US"/>
        </a:p>
      </dgm:t>
    </dgm:pt>
    <dgm:pt modelId="{2A3450D3-6F82-4B82-9B0B-2D0D5FA38FCB}" type="sibTrans" cxnId="{B3563FCE-105C-4D34-B25E-EC52097410DE}">
      <dgm:prSet/>
      <dgm:spPr/>
      <dgm:t>
        <a:bodyPr/>
        <a:lstStyle/>
        <a:p>
          <a:endParaRPr lang="en-US"/>
        </a:p>
      </dgm:t>
    </dgm:pt>
    <dgm:pt modelId="{2CFFECDA-6A56-4BC8-83FE-94EA66788520}">
      <dgm:prSet phldrT="[Text]"/>
      <dgm:spPr/>
      <dgm:t>
        <a:bodyPr/>
        <a:lstStyle/>
        <a:p>
          <a:r>
            <a:rPr lang="en-US" dirty="0"/>
            <a:t>Improve data security</a:t>
          </a:r>
        </a:p>
      </dgm:t>
    </dgm:pt>
    <dgm:pt modelId="{C5000DFF-2D62-44E0-81F1-37A84B525DF9}" type="parTrans" cxnId="{7CA7DA72-E1E1-40EE-B200-CD4EBFA3F3CB}">
      <dgm:prSet/>
      <dgm:spPr/>
      <dgm:t>
        <a:bodyPr/>
        <a:lstStyle/>
        <a:p>
          <a:endParaRPr lang="en-US"/>
        </a:p>
      </dgm:t>
    </dgm:pt>
    <dgm:pt modelId="{41C044A6-9F7F-4CD5-9D1E-84F2068ECD11}" type="sibTrans" cxnId="{7CA7DA72-E1E1-40EE-B200-CD4EBFA3F3CB}">
      <dgm:prSet/>
      <dgm:spPr/>
      <dgm:t>
        <a:bodyPr/>
        <a:lstStyle/>
        <a:p>
          <a:endParaRPr lang="en-US"/>
        </a:p>
      </dgm:t>
    </dgm:pt>
    <dgm:pt modelId="{8B664D47-4BA1-4E9E-BDDA-B5D1DD7C1184}">
      <dgm:prSet phldrT="[Text]"/>
      <dgm:spPr/>
      <dgm:t>
        <a:bodyPr/>
        <a:lstStyle/>
        <a:p>
          <a:r>
            <a:rPr lang="en-US" dirty="0"/>
            <a:t>Better customer service</a:t>
          </a:r>
        </a:p>
      </dgm:t>
    </dgm:pt>
    <dgm:pt modelId="{E07CBB11-BB8F-45D5-A06C-6CF549F86719}" type="parTrans" cxnId="{14910365-5E8D-4094-A0CC-2D023EF5ABD7}">
      <dgm:prSet/>
      <dgm:spPr/>
      <dgm:t>
        <a:bodyPr/>
        <a:lstStyle/>
        <a:p>
          <a:endParaRPr lang="en-US"/>
        </a:p>
      </dgm:t>
    </dgm:pt>
    <dgm:pt modelId="{56C0F93F-D94E-4FA6-8A89-12C872CB8043}" type="sibTrans" cxnId="{14910365-5E8D-4094-A0CC-2D023EF5ABD7}">
      <dgm:prSet/>
      <dgm:spPr/>
      <dgm:t>
        <a:bodyPr/>
        <a:lstStyle/>
        <a:p>
          <a:endParaRPr lang="en-US"/>
        </a:p>
      </dgm:t>
    </dgm:pt>
    <dgm:pt modelId="{67F0D0AB-1D83-4805-BBDE-1F9DD946FBAF}">
      <dgm:prSet phldrT="[Text]"/>
      <dgm:spPr/>
      <dgm:t>
        <a:bodyPr/>
        <a:lstStyle/>
        <a:p>
          <a:r>
            <a:rPr lang="en-US" dirty="0"/>
            <a:t>Increase sales potential</a:t>
          </a:r>
        </a:p>
      </dgm:t>
    </dgm:pt>
    <dgm:pt modelId="{1DD85A57-105E-48C2-9FE7-2A8B54729B2D}" type="parTrans" cxnId="{E534B6C7-1733-462B-9044-DCF3513992FF}">
      <dgm:prSet/>
      <dgm:spPr/>
      <dgm:t>
        <a:bodyPr/>
        <a:lstStyle/>
        <a:p>
          <a:endParaRPr lang="en-US"/>
        </a:p>
      </dgm:t>
    </dgm:pt>
    <dgm:pt modelId="{C33E86EC-6139-45F2-8395-73F1B7D517EA}" type="sibTrans" cxnId="{E534B6C7-1733-462B-9044-DCF3513992FF}">
      <dgm:prSet/>
      <dgm:spPr/>
      <dgm:t>
        <a:bodyPr/>
        <a:lstStyle/>
        <a:p>
          <a:endParaRPr lang="en-US"/>
        </a:p>
      </dgm:t>
    </dgm:pt>
    <dgm:pt modelId="{86956C55-7A0B-4A42-882C-084D32331D23}" type="pres">
      <dgm:prSet presAssocID="{56351016-CE27-4B39-882B-2861C1756555}" presName="linear" presStyleCnt="0">
        <dgm:presLayoutVars>
          <dgm:animLvl val="lvl"/>
          <dgm:resizeHandles val="exact"/>
        </dgm:presLayoutVars>
      </dgm:prSet>
      <dgm:spPr/>
    </dgm:pt>
    <dgm:pt modelId="{3661A930-4CC7-4B5E-B9A2-4CA8E1E8E69C}" type="pres">
      <dgm:prSet presAssocID="{C38ED839-2B91-4689-975D-1B8F276934AB}" presName="parentText" presStyleLbl="node1" presStyleIdx="0" presStyleCnt="7">
        <dgm:presLayoutVars>
          <dgm:chMax val="0"/>
          <dgm:bulletEnabled val="1"/>
        </dgm:presLayoutVars>
      </dgm:prSet>
      <dgm:spPr/>
    </dgm:pt>
    <dgm:pt modelId="{F7D58CD8-31CE-4B51-9DBF-598CB62CF47A}" type="pres">
      <dgm:prSet presAssocID="{9469AD2D-20A8-4E36-B082-A30F5D55024A}" presName="spacer" presStyleCnt="0"/>
      <dgm:spPr/>
    </dgm:pt>
    <dgm:pt modelId="{AE3DF4AA-E2A0-4029-B455-5BC956818EE8}" type="pres">
      <dgm:prSet presAssocID="{A52809B8-F2F2-42DC-8347-6FB92039B097}" presName="parentText" presStyleLbl="node1" presStyleIdx="1" presStyleCnt="7">
        <dgm:presLayoutVars>
          <dgm:chMax val="0"/>
          <dgm:bulletEnabled val="1"/>
        </dgm:presLayoutVars>
      </dgm:prSet>
      <dgm:spPr/>
    </dgm:pt>
    <dgm:pt modelId="{A6391AB7-275E-48F4-B99B-3A3FB7763BCD}" type="pres">
      <dgm:prSet presAssocID="{B442E098-3BAE-4B30-92AA-CA0D9B556FCF}" presName="spacer" presStyleCnt="0"/>
      <dgm:spPr/>
    </dgm:pt>
    <dgm:pt modelId="{5C068DAC-26D0-4DBA-B92F-8B552B275932}" type="pres">
      <dgm:prSet presAssocID="{9139A141-E91A-4C52-8B84-8DDF4AF67AE5}" presName="parentText" presStyleLbl="node1" presStyleIdx="2" presStyleCnt="7">
        <dgm:presLayoutVars>
          <dgm:chMax val="0"/>
          <dgm:bulletEnabled val="1"/>
        </dgm:presLayoutVars>
      </dgm:prSet>
      <dgm:spPr/>
    </dgm:pt>
    <dgm:pt modelId="{15C6EAEB-2F25-4545-9FE6-FFDB27881CEF}" type="pres">
      <dgm:prSet presAssocID="{FE0C5CDD-CEE4-482F-8BF2-1BFCD043FF7B}" presName="spacer" presStyleCnt="0"/>
      <dgm:spPr/>
    </dgm:pt>
    <dgm:pt modelId="{CCA0C657-9914-42DB-A76F-93EF54179E60}" type="pres">
      <dgm:prSet presAssocID="{BA585D45-AAF2-4918-9382-9324B4A3E2B7}" presName="parentText" presStyleLbl="node1" presStyleIdx="3" presStyleCnt="7">
        <dgm:presLayoutVars>
          <dgm:chMax val="0"/>
          <dgm:bulletEnabled val="1"/>
        </dgm:presLayoutVars>
      </dgm:prSet>
      <dgm:spPr/>
    </dgm:pt>
    <dgm:pt modelId="{7BE6D3B6-1980-4D1C-8E58-718A442271DD}" type="pres">
      <dgm:prSet presAssocID="{2A3450D3-6F82-4B82-9B0B-2D0D5FA38FCB}" presName="spacer" presStyleCnt="0"/>
      <dgm:spPr/>
    </dgm:pt>
    <dgm:pt modelId="{165DC102-28B9-4F62-A703-B56A3D23A236}" type="pres">
      <dgm:prSet presAssocID="{2CFFECDA-6A56-4BC8-83FE-94EA66788520}" presName="parentText" presStyleLbl="node1" presStyleIdx="4" presStyleCnt="7">
        <dgm:presLayoutVars>
          <dgm:chMax val="0"/>
          <dgm:bulletEnabled val="1"/>
        </dgm:presLayoutVars>
      </dgm:prSet>
      <dgm:spPr/>
    </dgm:pt>
    <dgm:pt modelId="{43980143-74EC-4682-9C86-4C14DA4F6EBC}" type="pres">
      <dgm:prSet presAssocID="{41C044A6-9F7F-4CD5-9D1E-84F2068ECD11}" presName="spacer" presStyleCnt="0"/>
      <dgm:spPr/>
    </dgm:pt>
    <dgm:pt modelId="{2FEA8DC5-F8C9-41BF-99E0-96D4AC73AAB7}" type="pres">
      <dgm:prSet presAssocID="{8B664D47-4BA1-4E9E-BDDA-B5D1DD7C1184}" presName="parentText" presStyleLbl="node1" presStyleIdx="5" presStyleCnt="7">
        <dgm:presLayoutVars>
          <dgm:chMax val="0"/>
          <dgm:bulletEnabled val="1"/>
        </dgm:presLayoutVars>
      </dgm:prSet>
      <dgm:spPr/>
    </dgm:pt>
    <dgm:pt modelId="{D7C30CAC-C763-4162-868E-9803F6593239}" type="pres">
      <dgm:prSet presAssocID="{56C0F93F-D94E-4FA6-8A89-12C872CB8043}" presName="spacer" presStyleCnt="0"/>
      <dgm:spPr/>
    </dgm:pt>
    <dgm:pt modelId="{0A5C6748-DDE6-4CD0-9D68-489F1D5C63F3}" type="pres">
      <dgm:prSet presAssocID="{67F0D0AB-1D83-4805-BBDE-1F9DD946FBAF}" presName="parentText" presStyleLbl="node1" presStyleIdx="6" presStyleCnt="7">
        <dgm:presLayoutVars>
          <dgm:chMax val="0"/>
          <dgm:bulletEnabled val="1"/>
        </dgm:presLayoutVars>
      </dgm:prSet>
      <dgm:spPr/>
    </dgm:pt>
  </dgm:ptLst>
  <dgm:cxnLst>
    <dgm:cxn modelId="{5071D706-E1F6-4129-A982-BB4B528E31BC}" type="presOf" srcId="{67F0D0AB-1D83-4805-BBDE-1F9DD946FBAF}" destId="{0A5C6748-DDE6-4CD0-9D68-489F1D5C63F3}" srcOrd="0" destOrd="0" presId="urn:microsoft.com/office/officeart/2005/8/layout/vList2"/>
    <dgm:cxn modelId="{0D734822-FC6A-4B61-8004-D3F9F3572F4E}" type="presOf" srcId="{BA585D45-AAF2-4918-9382-9324B4A3E2B7}" destId="{CCA0C657-9914-42DB-A76F-93EF54179E60}" srcOrd="0" destOrd="0" presId="urn:microsoft.com/office/officeart/2005/8/layout/vList2"/>
    <dgm:cxn modelId="{D19D062B-CCA1-4945-8375-17F1C69E915D}" srcId="{56351016-CE27-4B39-882B-2861C1756555}" destId="{A52809B8-F2F2-42DC-8347-6FB92039B097}" srcOrd="1" destOrd="0" parTransId="{B5C89391-9563-41E8-A6E7-C3F6E4D9D979}" sibTransId="{B442E098-3BAE-4B30-92AA-CA0D9B556FCF}"/>
    <dgm:cxn modelId="{8C190833-171D-4970-BA3B-FB95F3B8A8CE}" type="presOf" srcId="{C38ED839-2B91-4689-975D-1B8F276934AB}" destId="{3661A930-4CC7-4B5E-B9A2-4CA8E1E8E69C}" srcOrd="0" destOrd="0" presId="urn:microsoft.com/office/officeart/2005/8/layout/vList2"/>
    <dgm:cxn modelId="{EA20AA5F-2924-4D57-B92B-44ECBCB271A5}" type="presOf" srcId="{A52809B8-F2F2-42DC-8347-6FB92039B097}" destId="{AE3DF4AA-E2A0-4029-B455-5BC956818EE8}" srcOrd="0" destOrd="0" presId="urn:microsoft.com/office/officeart/2005/8/layout/vList2"/>
    <dgm:cxn modelId="{14910365-5E8D-4094-A0CC-2D023EF5ABD7}" srcId="{56351016-CE27-4B39-882B-2861C1756555}" destId="{8B664D47-4BA1-4E9E-BDDA-B5D1DD7C1184}" srcOrd="5" destOrd="0" parTransId="{E07CBB11-BB8F-45D5-A06C-6CF549F86719}" sibTransId="{56C0F93F-D94E-4FA6-8A89-12C872CB8043}"/>
    <dgm:cxn modelId="{7CA7DA72-E1E1-40EE-B200-CD4EBFA3F3CB}" srcId="{56351016-CE27-4B39-882B-2861C1756555}" destId="{2CFFECDA-6A56-4BC8-83FE-94EA66788520}" srcOrd="4" destOrd="0" parTransId="{C5000DFF-2D62-44E0-81F1-37A84B525DF9}" sibTransId="{41C044A6-9F7F-4CD5-9D1E-84F2068ECD11}"/>
    <dgm:cxn modelId="{17E6A975-3E95-4D7D-933B-056829B74914}" srcId="{56351016-CE27-4B39-882B-2861C1756555}" destId="{9139A141-E91A-4C52-8B84-8DDF4AF67AE5}" srcOrd="2" destOrd="0" parTransId="{CE973AC5-C92C-47A8-84BA-B694885E9D46}" sibTransId="{FE0C5CDD-CEE4-482F-8BF2-1BFCD043FF7B}"/>
    <dgm:cxn modelId="{ACEE83BB-FD2E-419D-8BBE-F098F0A9D884}" type="presOf" srcId="{56351016-CE27-4B39-882B-2861C1756555}" destId="{86956C55-7A0B-4A42-882C-084D32331D23}" srcOrd="0" destOrd="0" presId="urn:microsoft.com/office/officeart/2005/8/layout/vList2"/>
    <dgm:cxn modelId="{E534B6C7-1733-462B-9044-DCF3513992FF}" srcId="{56351016-CE27-4B39-882B-2861C1756555}" destId="{67F0D0AB-1D83-4805-BBDE-1F9DD946FBAF}" srcOrd="6" destOrd="0" parTransId="{1DD85A57-105E-48C2-9FE7-2A8B54729B2D}" sibTransId="{C33E86EC-6139-45F2-8395-73F1B7D517EA}"/>
    <dgm:cxn modelId="{B3563FCE-105C-4D34-B25E-EC52097410DE}" srcId="{56351016-CE27-4B39-882B-2861C1756555}" destId="{BA585D45-AAF2-4918-9382-9324B4A3E2B7}" srcOrd="3" destOrd="0" parTransId="{F4C59F8A-7AA6-4685-8814-43E2E3998A29}" sibTransId="{2A3450D3-6F82-4B82-9B0B-2D0D5FA38FCB}"/>
    <dgm:cxn modelId="{AB4F67D5-D9BD-47CE-AA3F-795DECB68535}" type="presOf" srcId="{8B664D47-4BA1-4E9E-BDDA-B5D1DD7C1184}" destId="{2FEA8DC5-F8C9-41BF-99E0-96D4AC73AAB7}" srcOrd="0" destOrd="0" presId="urn:microsoft.com/office/officeart/2005/8/layout/vList2"/>
    <dgm:cxn modelId="{3D6D66E4-049E-4610-ABC1-CDA6A9C98596}" type="presOf" srcId="{2CFFECDA-6A56-4BC8-83FE-94EA66788520}" destId="{165DC102-28B9-4F62-A703-B56A3D23A236}" srcOrd="0" destOrd="0" presId="urn:microsoft.com/office/officeart/2005/8/layout/vList2"/>
    <dgm:cxn modelId="{86FC4AEB-0A92-4261-866F-ED5E42BAB6A2}" srcId="{56351016-CE27-4B39-882B-2861C1756555}" destId="{C38ED839-2B91-4689-975D-1B8F276934AB}" srcOrd="0" destOrd="0" parTransId="{4F99E6E4-10C0-459A-8B6D-C8E551DA2F6D}" sibTransId="{9469AD2D-20A8-4E36-B082-A30F5D55024A}"/>
    <dgm:cxn modelId="{2112F3F3-70C4-416A-8F91-56C7056CA352}" type="presOf" srcId="{9139A141-E91A-4C52-8B84-8DDF4AF67AE5}" destId="{5C068DAC-26D0-4DBA-B92F-8B552B275932}" srcOrd="0" destOrd="0" presId="urn:microsoft.com/office/officeart/2005/8/layout/vList2"/>
    <dgm:cxn modelId="{B538C28C-9569-413D-90E5-C2E2C1B7490A}" type="presParOf" srcId="{86956C55-7A0B-4A42-882C-084D32331D23}" destId="{3661A930-4CC7-4B5E-B9A2-4CA8E1E8E69C}" srcOrd="0" destOrd="0" presId="urn:microsoft.com/office/officeart/2005/8/layout/vList2"/>
    <dgm:cxn modelId="{E9C37813-F98F-4A39-B1E1-FEB8D5B981D7}" type="presParOf" srcId="{86956C55-7A0B-4A42-882C-084D32331D23}" destId="{F7D58CD8-31CE-4B51-9DBF-598CB62CF47A}" srcOrd="1" destOrd="0" presId="urn:microsoft.com/office/officeart/2005/8/layout/vList2"/>
    <dgm:cxn modelId="{E6530C8D-026B-4BFF-ADCC-71864F064202}" type="presParOf" srcId="{86956C55-7A0B-4A42-882C-084D32331D23}" destId="{AE3DF4AA-E2A0-4029-B455-5BC956818EE8}" srcOrd="2" destOrd="0" presId="urn:microsoft.com/office/officeart/2005/8/layout/vList2"/>
    <dgm:cxn modelId="{F25D0CBA-60D0-4B41-AC2C-179DD4AB8B02}" type="presParOf" srcId="{86956C55-7A0B-4A42-882C-084D32331D23}" destId="{A6391AB7-275E-48F4-B99B-3A3FB7763BCD}" srcOrd="3" destOrd="0" presId="urn:microsoft.com/office/officeart/2005/8/layout/vList2"/>
    <dgm:cxn modelId="{ED7C8B74-D166-436D-8EB8-77AA7461E38C}" type="presParOf" srcId="{86956C55-7A0B-4A42-882C-084D32331D23}" destId="{5C068DAC-26D0-4DBA-B92F-8B552B275932}" srcOrd="4" destOrd="0" presId="urn:microsoft.com/office/officeart/2005/8/layout/vList2"/>
    <dgm:cxn modelId="{0CBE228B-8B94-4FB2-9405-E43A90E6887C}" type="presParOf" srcId="{86956C55-7A0B-4A42-882C-084D32331D23}" destId="{15C6EAEB-2F25-4545-9FE6-FFDB27881CEF}" srcOrd="5" destOrd="0" presId="urn:microsoft.com/office/officeart/2005/8/layout/vList2"/>
    <dgm:cxn modelId="{940194A1-112E-4893-A102-80A71812DB40}" type="presParOf" srcId="{86956C55-7A0B-4A42-882C-084D32331D23}" destId="{CCA0C657-9914-42DB-A76F-93EF54179E60}" srcOrd="6" destOrd="0" presId="urn:microsoft.com/office/officeart/2005/8/layout/vList2"/>
    <dgm:cxn modelId="{862EA275-EF9C-4067-B27C-10C40E213136}" type="presParOf" srcId="{86956C55-7A0B-4A42-882C-084D32331D23}" destId="{7BE6D3B6-1980-4D1C-8E58-718A442271DD}" srcOrd="7" destOrd="0" presId="urn:microsoft.com/office/officeart/2005/8/layout/vList2"/>
    <dgm:cxn modelId="{B9DEFD7A-1C20-425C-B933-8339529CFEE6}" type="presParOf" srcId="{86956C55-7A0B-4A42-882C-084D32331D23}" destId="{165DC102-28B9-4F62-A703-B56A3D23A236}" srcOrd="8" destOrd="0" presId="urn:microsoft.com/office/officeart/2005/8/layout/vList2"/>
    <dgm:cxn modelId="{8F6FF31E-1EF4-4AB1-9583-CB012034EC0C}" type="presParOf" srcId="{86956C55-7A0B-4A42-882C-084D32331D23}" destId="{43980143-74EC-4682-9C86-4C14DA4F6EBC}" srcOrd="9" destOrd="0" presId="urn:microsoft.com/office/officeart/2005/8/layout/vList2"/>
    <dgm:cxn modelId="{4B3173C7-04AC-4535-AF7C-BAC98B44F5E4}" type="presParOf" srcId="{86956C55-7A0B-4A42-882C-084D32331D23}" destId="{2FEA8DC5-F8C9-41BF-99E0-96D4AC73AAB7}" srcOrd="10" destOrd="0" presId="urn:microsoft.com/office/officeart/2005/8/layout/vList2"/>
    <dgm:cxn modelId="{05AA816B-F66A-474C-A555-76FCDAB73E79}" type="presParOf" srcId="{86956C55-7A0B-4A42-882C-084D32331D23}" destId="{D7C30CAC-C763-4162-868E-9803F6593239}" srcOrd="11" destOrd="0" presId="urn:microsoft.com/office/officeart/2005/8/layout/vList2"/>
    <dgm:cxn modelId="{3148F105-00DF-4FB7-8F24-9A7963F0078A}" type="presParOf" srcId="{86956C55-7A0B-4A42-882C-084D32331D23}" destId="{0A5C6748-DDE6-4CD0-9D68-489F1D5C63F3}" srcOrd="1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34548254-8B21-4D2C-9B69-15F87E96BD0C}" type="doc">
      <dgm:prSet loTypeId="urn:microsoft.com/office/officeart/2008/layout/AlternatingHexagons" loCatId="list" qsTypeId="urn:microsoft.com/office/officeart/2005/8/quickstyle/simple1" qsCatId="simple" csTypeId="urn:microsoft.com/office/officeart/2005/8/colors/colorful1" csCatId="colorful" phldr="1"/>
      <dgm:spPr/>
      <dgm:t>
        <a:bodyPr/>
        <a:lstStyle/>
        <a:p>
          <a:endParaRPr lang="en-US"/>
        </a:p>
      </dgm:t>
    </dgm:pt>
    <dgm:pt modelId="{0FCC9E86-D15A-4549-9CB7-12A08EF6E6B9}">
      <dgm:prSet phldrT="[Text]" custT="1"/>
      <dgm:spPr/>
      <dgm:t>
        <a:bodyPr/>
        <a:lstStyle/>
        <a:p>
          <a:r>
            <a:rPr lang="en-US" sz="2400">
              <a:ea typeface="MS Gothic" panose="020B0609070205080204" pitchFamily="49" charset="-128"/>
            </a:rPr>
            <a:t>Computer programming is a way of giving computers instructions about what they should do next. </a:t>
          </a:r>
          <a:endParaRPr lang="en-US" sz="2400" dirty="0"/>
        </a:p>
      </dgm:t>
    </dgm:pt>
    <dgm:pt modelId="{709587B8-0E38-4B76-AF75-FA66281C5F9C}" type="parTrans" cxnId="{81694383-4E8D-48CA-A978-E56A949FBCE4}">
      <dgm:prSet/>
      <dgm:spPr/>
      <dgm:t>
        <a:bodyPr/>
        <a:lstStyle/>
        <a:p>
          <a:endParaRPr lang="en-US" sz="1800"/>
        </a:p>
      </dgm:t>
    </dgm:pt>
    <dgm:pt modelId="{74475EDA-B649-4D4B-8DCC-59C45DFBBA5E}" type="sibTrans" cxnId="{81694383-4E8D-48CA-A978-E56A949FBCE4}">
      <dgm:prSet custT="1"/>
      <dgm:spPr/>
      <dgm:t>
        <a:bodyPr/>
        <a:lstStyle/>
        <a:p>
          <a:endParaRPr lang="en-US" sz="3600"/>
        </a:p>
      </dgm:t>
    </dgm:pt>
    <dgm:pt modelId="{15ABFB5D-EABD-4957-8006-1F8D95AD3E66}">
      <dgm:prSet custT="1"/>
      <dgm:spPr/>
      <dgm:t>
        <a:bodyPr/>
        <a:lstStyle/>
        <a:p>
          <a:r>
            <a:rPr lang="en-US" sz="2400" dirty="0">
              <a:ea typeface="MS Gothic" panose="020B0609070205080204" pitchFamily="49" charset="-128"/>
            </a:rPr>
            <a:t>These instructions are known as code, and computer programmers write code to solve problems or perform a task.</a:t>
          </a:r>
        </a:p>
      </dgm:t>
    </dgm:pt>
    <dgm:pt modelId="{BB9BEB32-6F15-4021-8BD1-B176EFC0C76E}" type="parTrans" cxnId="{6674B6BD-A8AE-4D1D-AE9E-116D4F7C882E}">
      <dgm:prSet/>
      <dgm:spPr/>
      <dgm:t>
        <a:bodyPr/>
        <a:lstStyle/>
        <a:p>
          <a:endParaRPr lang="en-US" sz="1800"/>
        </a:p>
      </dgm:t>
    </dgm:pt>
    <dgm:pt modelId="{11CCC4DF-25C8-4557-BB8C-CBCD90FF7C25}" type="sibTrans" cxnId="{6674B6BD-A8AE-4D1D-AE9E-116D4F7C882E}">
      <dgm:prSet custT="1"/>
      <dgm:spPr/>
      <dgm:t>
        <a:bodyPr/>
        <a:lstStyle/>
        <a:p>
          <a:endParaRPr lang="en-US" sz="3600"/>
        </a:p>
      </dgm:t>
    </dgm:pt>
    <dgm:pt modelId="{91E630E5-7E95-40D1-8B6F-49FD0F14D6E1}" type="pres">
      <dgm:prSet presAssocID="{34548254-8B21-4D2C-9B69-15F87E96BD0C}" presName="Name0" presStyleCnt="0">
        <dgm:presLayoutVars>
          <dgm:chMax/>
          <dgm:chPref/>
          <dgm:dir/>
          <dgm:animLvl val="lvl"/>
        </dgm:presLayoutVars>
      </dgm:prSet>
      <dgm:spPr/>
    </dgm:pt>
    <dgm:pt modelId="{3242864E-5CEB-4FFC-B818-70D5F6E66477}" type="pres">
      <dgm:prSet presAssocID="{0FCC9E86-D15A-4549-9CB7-12A08EF6E6B9}" presName="composite" presStyleCnt="0"/>
      <dgm:spPr/>
    </dgm:pt>
    <dgm:pt modelId="{3AF5BEC2-037A-4A71-BAFB-9452EE9CE5F2}" type="pres">
      <dgm:prSet presAssocID="{0FCC9E86-D15A-4549-9CB7-12A08EF6E6B9}" presName="Parent1" presStyleLbl="node1" presStyleIdx="0" presStyleCnt="4">
        <dgm:presLayoutVars>
          <dgm:chMax val="1"/>
          <dgm:chPref val="1"/>
          <dgm:bulletEnabled val="1"/>
        </dgm:presLayoutVars>
      </dgm:prSet>
      <dgm:spPr/>
    </dgm:pt>
    <dgm:pt modelId="{C4D4325E-457A-472E-AC1A-C904C41854DB}" type="pres">
      <dgm:prSet presAssocID="{0FCC9E86-D15A-4549-9CB7-12A08EF6E6B9}" presName="Childtext1" presStyleLbl="revTx" presStyleIdx="0" presStyleCnt="2">
        <dgm:presLayoutVars>
          <dgm:chMax val="0"/>
          <dgm:chPref val="0"/>
          <dgm:bulletEnabled val="1"/>
        </dgm:presLayoutVars>
      </dgm:prSet>
      <dgm:spPr/>
    </dgm:pt>
    <dgm:pt modelId="{69536953-E62F-4408-8244-58DDDA8915B8}" type="pres">
      <dgm:prSet presAssocID="{0FCC9E86-D15A-4549-9CB7-12A08EF6E6B9}" presName="BalanceSpacing" presStyleCnt="0"/>
      <dgm:spPr/>
    </dgm:pt>
    <dgm:pt modelId="{625F1102-3380-42DF-ADB6-E73B0227BC75}" type="pres">
      <dgm:prSet presAssocID="{0FCC9E86-D15A-4549-9CB7-12A08EF6E6B9}" presName="BalanceSpacing1" presStyleCnt="0"/>
      <dgm:spPr/>
    </dgm:pt>
    <dgm:pt modelId="{55083187-0CE7-4358-AD77-749968913ECE}" type="pres">
      <dgm:prSet presAssocID="{74475EDA-B649-4D4B-8DCC-59C45DFBBA5E}" presName="Accent1Text" presStyleLbl="node1" presStyleIdx="1" presStyleCnt="4"/>
      <dgm:spPr/>
    </dgm:pt>
    <dgm:pt modelId="{F8552F97-928C-46DB-83A6-797A64F93C3D}" type="pres">
      <dgm:prSet presAssocID="{74475EDA-B649-4D4B-8DCC-59C45DFBBA5E}" presName="spaceBetweenRectangles" presStyleCnt="0"/>
      <dgm:spPr/>
    </dgm:pt>
    <dgm:pt modelId="{E4FA3F3A-B1E5-4CFF-A886-FE1839A74122}" type="pres">
      <dgm:prSet presAssocID="{15ABFB5D-EABD-4957-8006-1F8D95AD3E66}" presName="composite" presStyleCnt="0"/>
      <dgm:spPr/>
    </dgm:pt>
    <dgm:pt modelId="{B484DD5E-21CB-45AB-8728-557F02115CC6}" type="pres">
      <dgm:prSet presAssocID="{15ABFB5D-EABD-4957-8006-1F8D95AD3E66}" presName="Parent1" presStyleLbl="node1" presStyleIdx="2" presStyleCnt="4">
        <dgm:presLayoutVars>
          <dgm:chMax val="1"/>
          <dgm:chPref val="1"/>
          <dgm:bulletEnabled val="1"/>
        </dgm:presLayoutVars>
      </dgm:prSet>
      <dgm:spPr/>
    </dgm:pt>
    <dgm:pt modelId="{5E11AD61-0026-45DB-9128-0F74CCE6D4F8}" type="pres">
      <dgm:prSet presAssocID="{15ABFB5D-EABD-4957-8006-1F8D95AD3E66}" presName="Childtext1" presStyleLbl="revTx" presStyleIdx="1" presStyleCnt="2">
        <dgm:presLayoutVars>
          <dgm:chMax val="0"/>
          <dgm:chPref val="0"/>
          <dgm:bulletEnabled val="1"/>
        </dgm:presLayoutVars>
      </dgm:prSet>
      <dgm:spPr/>
    </dgm:pt>
    <dgm:pt modelId="{EE5691E5-D6F6-4189-A632-9CF7AC599E8F}" type="pres">
      <dgm:prSet presAssocID="{15ABFB5D-EABD-4957-8006-1F8D95AD3E66}" presName="BalanceSpacing" presStyleCnt="0"/>
      <dgm:spPr/>
    </dgm:pt>
    <dgm:pt modelId="{34A162AE-F00B-4E3D-A392-072AF30CD458}" type="pres">
      <dgm:prSet presAssocID="{15ABFB5D-EABD-4957-8006-1F8D95AD3E66}" presName="BalanceSpacing1" presStyleCnt="0"/>
      <dgm:spPr/>
    </dgm:pt>
    <dgm:pt modelId="{E008B1CC-6962-44FF-AE63-AB50866E511B}" type="pres">
      <dgm:prSet presAssocID="{11CCC4DF-25C8-4557-BB8C-CBCD90FF7C25}" presName="Accent1Text" presStyleLbl="node1" presStyleIdx="3" presStyleCnt="4"/>
      <dgm:spPr/>
    </dgm:pt>
  </dgm:ptLst>
  <dgm:cxnLst>
    <dgm:cxn modelId="{F152F610-6D13-459E-960B-2DBC3C0CE0A2}" type="presOf" srcId="{0FCC9E86-D15A-4549-9CB7-12A08EF6E6B9}" destId="{3AF5BEC2-037A-4A71-BAFB-9452EE9CE5F2}" srcOrd="0" destOrd="0" presId="urn:microsoft.com/office/officeart/2008/layout/AlternatingHexagons"/>
    <dgm:cxn modelId="{A20E5B13-2605-466A-99A0-9111300730D7}" type="presOf" srcId="{74475EDA-B649-4D4B-8DCC-59C45DFBBA5E}" destId="{55083187-0CE7-4358-AD77-749968913ECE}" srcOrd="0" destOrd="0" presId="urn:microsoft.com/office/officeart/2008/layout/AlternatingHexagons"/>
    <dgm:cxn modelId="{274A5465-9F19-45BA-88C7-A454B6FEA9EB}" type="presOf" srcId="{11CCC4DF-25C8-4557-BB8C-CBCD90FF7C25}" destId="{E008B1CC-6962-44FF-AE63-AB50866E511B}" srcOrd="0" destOrd="0" presId="urn:microsoft.com/office/officeart/2008/layout/AlternatingHexagons"/>
    <dgm:cxn modelId="{81694383-4E8D-48CA-A978-E56A949FBCE4}" srcId="{34548254-8B21-4D2C-9B69-15F87E96BD0C}" destId="{0FCC9E86-D15A-4549-9CB7-12A08EF6E6B9}" srcOrd="0" destOrd="0" parTransId="{709587B8-0E38-4B76-AF75-FA66281C5F9C}" sibTransId="{74475EDA-B649-4D4B-8DCC-59C45DFBBA5E}"/>
    <dgm:cxn modelId="{6674B6BD-A8AE-4D1D-AE9E-116D4F7C882E}" srcId="{34548254-8B21-4D2C-9B69-15F87E96BD0C}" destId="{15ABFB5D-EABD-4957-8006-1F8D95AD3E66}" srcOrd="1" destOrd="0" parTransId="{BB9BEB32-6F15-4021-8BD1-B176EFC0C76E}" sibTransId="{11CCC4DF-25C8-4557-BB8C-CBCD90FF7C25}"/>
    <dgm:cxn modelId="{25DE2DCB-2A93-4A01-B445-8076CE9EF8B5}" type="presOf" srcId="{34548254-8B21-4D2C-9B69-15F87E96BD0C}" destId="{91E630E5-7E95-40D1-8B6F-49FD0F14D6E1}" srcOrd="0" destOrd="0" presId="urn:microsoft.com/office/officeart/2008/layout/AlternatingHexagons"/>
    <dgm:cxn modelId="{9850AEE4-FA11-426A-9167-9FBEB4A1C173}" type="presOf" srcId="{15ABFB5D-EABD-4957-8006-1F8D95AD3E66}" destId="{B484DD5E-21CB-45AB-8728-557F02115CC6}" srcOrd="0" destOrd="0" presId="urn:microsoft.com/office/officeart/2008/layout/AlternatingHexagons"/>
    <dgm:cxn modelId="{260FBC80-8EED-4EE3-B27E-5F9A04E180D9}" type="presParOf" srcId="{91E630E5-7E95-40D1-8B6F-49FD0F14D6E1}" destId="{3242864E-5CEB-4FFC-B818-70D5F6E66477}" srcOrd="0" destOrd="0" presId="urn:microsoft.com/office/officeart/2008/layout/AlternatingHexagons"/>
    <dgm:cxn modelId="{99B34B20-8320-49C6-8233-4FC17F2D770C}" type="presParOf" srcId="{3242864E-5CEB-4FFC-B818-70D5F6E66477}" destId="{3AF5BEC2-037A-4A71-BAFB-9452EE9CE5F2}" srcOrd="0" destOrd="0" presId="urn:microsoft.com/office/officeart/2008/layout/AlternatingHexagons"/>
    <dgm:cxn modelId="{C15D01FE-E52F-4E96-8AE0-813D6104F5F7}" type="presParOf" srcId="{3242864E-5CEB-4FFC-B818-70D5F6E66477}" destId="{C4D4325E-457A-472E-AC1A-C904C41854DB}" srcOrd="1" destOrd="0" presId="urn:microsoft.com/office/officeart/2008/layout/AlternatingHexagons"/>
    <dgm:cxn modelId="{8A1899D7-7091-477F-BC6F-267D6A51E798}" type="presParOf" srcId="{3242864E-5CEB-4FFC-B818-70D5F6E66477}" destId="{69536953-E62F-4408-8244-58DDDA8915B8}" srcOrd="2" destOrd="0" presId="urn:microsoft.com/office/officeart/2008/layout/AlternatingHexagons"/>
    <dgm:cxn modelId="{EFE1CA25-D2B1-4298-8A27-95C71C48C58B}" type="presParOf" srcId="{3242864E-5CEB-4FFC-B818-70D5F6E66477}" destId="{625F1102-3380-42DF-ADB6-E73B0227BC75}" srcOrd="3" destOrd="0" presId="urn:microsoft.com/office/officeart/2008/layout/AlternatingHexagons"/>
    <dgm:cxn modelId="{005C1299-28A2-4796-9A5C-C9866380FE96}" type="presParOf" srcId="{3242864E-5CEB-4FFC-B818-70D5F6E66477}" destId="{55083187-0CE7-4358-AD77-749968913ECE}" srcOrd="4" destOrd="0" presId="urn:microsoft.com/office/officeart/2008/layout/AlternatingHexagons"/>
    <dgm:cxn modelId="{22446CE9-BA15-4170-995B-519AAEEF9857}" type="presParOf" srcId="{91E630E5-7E95-40D1-8B6F-49FD0F14D6E1}" destId="{F8552F97-928C-46DB-83A6-797A64F93C3D}" srcOrd="1" destOrd="0" presId="urn:microsoft.com/office/officeart/2008/layout/AlternatingHexagons"/>
    <dgm:cxn modelId="{86064C12-E76D-4E5A-B301-F607A5791847}" type="presParOf" srcId="{91E630E5-7E95-40D1-8B6F-49FD0F14D6E1}" destId="{E4FA3F3A-B1E5-4CFF-A886-FE1839A74122}" srcOrd="2" destOrd="0" presId="urn:microsoft.com/office/officeart/2008/layout/AlternatingHexagons"/>
    <dgm:cxn modelId="{CCF133A8-369F-48C4-9A87-510BF2B1949B}" type="presParOf" srcId="{E4FA3F3A-B1E5-4CFF-A886-FE1839A74122}" destId="{B484DD5E-21CB-45AB-8728-557F02115CC6}" srcOrd="0" destOrd="0" presId="urn:microsoft.com/office/officeart/2008/layout/AlternatingHexagons"/>
    <dgm:cxn modelId="{2EF22B43-C2E7-469E-8407-7518A01ED1F9}" type="presParOf" srcId="{E4FA3F3A-B1E5-4CFF-A886-FE1839A74122}" destId="{5E11AD61-0026-45DB-9128-0F74CCE6D4F8}" srcOrd="1" destOrd="0" presId="urn:microsoft.com/office/officeart/2008/layout/AlternatingHexagons"/>
    <dgm:cxn modelId="{9F0B4D44-190B-4FF3-A012-15032FC8133E}" type="presParOf" srcId="{E4FA3F3A-B1E5-4CFF-A886-FE1839A74122}" destId="{EE5691E5-D6F6-4189-A632-9CF7AC599E8F}" srcOrd="2" destOrd="0" presId="urn:microsoft.com/office/officeart/2008/layout/AlternatingHexagons"/>
    <dgm:cxn modelId="{909A4F8E-A8BA-4218-B9BD-63457FE12756}" type="presParOf" srcId="{E4FA3F3A-B1E5-4CFF-A886-FE1839A74122}" destId="{34A162AE-F00B-4E3D-A392-072AF30CD458}" srcOrd="3" destOrd="0" presId="urn:microsoft.com/office/officeart/2008/layout/AlternatingHexagons"/>
    <dgm:cxn modelId="{B077C0B5-183C-4F5B-929F-C799E08A912E}" type="presParOf" srcId="{E4FA3F3A-B1E5-4CFF-A886-FE1839A74122}" destId="{E008B1CC-6962-44FF-AE63-AB50866E511B}" srcOrd="4" destOrd="0" presId="urn:microsoft.com/office/officeart/2008/layout/AlternatingHexagon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C2C47385-7645-4F28-9C99-315B741E0764}" type="doc">
      <dgm:prSet loTypeId="urn:microsoft.com/office/officeart/2008/layout/RadialCluster" loCatId="cycle" qsTypeId="urn:microsoft.com/office/officeart/2005/8/quickstyle/simple2" qsCatId="simple" csTypeId="urn:microsoft.com/office/officeart/2005/8/colors/colorful1" csCatId="colorful" phldr="1"/>
      <dgm:spPr/>
      <dgm:t>
        <a:bodyPr/>
        <a:lstStyle/>
        <a:p>
          <a:endParaRPr lang="en-US"/>
        </a:p>
      </dgm:t>
    </dgm:pt>
    <dgm:pt modelId="{0744FD28-92C1-4398-A02A-CDB4E0218534}">
      <dgm:prSet phldrT="[Text]" custT="1"/>
      <dgm:spPr/>
      <dgm:t>
        <a:bodyPr/>
        <a:lstStyle/>
        <a:p>
          <a:r>
            <a:rPr lang="en-US" sz="3200" dirty="0"/>
            <a:t>Creativity</a:t>
          </a:r>
        </a:p>
      </dgm:t>
    </dgm:pt>
    <dgm:pt modelId="{DDCEE7ED-0CBF-45BB-843E-4689B21FA15D}" type="parTrans" cxnId="{968D88C2-34A9-4BAB-9C7B-79CACE5A3A52}">
      <dgm:prSet/>
      <dgm:spPr/>
      <dgm:t>
        <a:bodyPr/>
        <a:lstStyle/>
        <a:p>
          <a:endParaRPr lang="en-US" sz="2800"/>
        </a:p>
      </dgm:t>
    </dgm:pt>
    <dgm:pt modelId="{890E8613-AC2D-4A10-968C-F2CB6508D469}" type="sibTrans" cxnId="{968D88C2-34A9-4BAB-9C7B-79CACE5A3A52}">
      <dgm:prSet/>
      <dgm:spPr/>
      <dgm:t>
        <a:bodyPr/>
        <a:lstStyle/>
        <a:p>
          <a:endParaRPr lang="en-US" sz="2800"/>
        </a:p>
      </dgm:t>
    </dgm:pt>
    <dgm:pt modelId="{FE26F005-445C-403E-BAC4-848B90160427}">
      <dgm:prSet phldrT="[Text]" custT="1"/>
      <dgm:spPr/>
      <dgm:t>
        <a:bodyPr/>
        <a:lstStyle/>
        <a:p>
          <a:r>
            <a:rPr lang="en-US" sz="3200" dirty="0"/>
            <a:t>Constantly Evolving Skill Set</a:t>
          </a:r>
        </a:p>
      </dgm:t>
    </dgm:pt>
    <dgm:pt modelId="{51AC002C-8F9A-4032-8E99-FF523061A7FE}" type="parTrans" cxnId="{10F4C84D-5010-473B-A110-C5C6BE7F67F8}">
      <dgm:prSet/>
      <dgm:spPr/>
      <dgm:t>
        <a:bodyPr/>
        <a:lstStyle/>
        <a:p>
          <a:endParaRPr lang="en-US" sz="2800"/>
        </a:p>
      </dgm:t>
    </dgm:pt>
    <dgm:pt modelId="{40E47C89-B3AA-45C3-BD4C-B33648775321}" type="sibTrans" cxnId="{10F4C84D-5010-473B-A110-C5C6BE7F67F8}">
      <dgm:prSet/>
      <dgm:spPr/>
      <dgm:t>
        <a:bodyPr/>
        <a:lstStyle/>
        <a:p>
          <a:endParaRPr lang="en-US" sz="2800"/>
        </a:p>
      </dgm:t>
    </dgm:pt>
    <dgm:pt modelId="{25F58813-CD73-414C-924C-29B14DCA99AC}">
      <dgm:prSet phldrT="[Text]" custT="1"/>
      <dgm:spPr/>
      <dgm:t>
        <a:bodyPr/>
        <a:lstStyle/>
        <a:p>
          <a:r>
            <a:rPr lang="en-US" sz="3200" dirty="0"/>
            <a:t>Opportunities</a:t>
          </a:r>
        </a:p>
      </dgm:t>
    </dgm:pt>
    <dgm:pt modelId="{1AC551E5-05A0-4694-BBDE-6BCC5C30BCD6}" type="parTrans" cxnId="{4AEE7416-06B0-4E0C-AF46-A6213ACD29B3}">
      <dgm:prSet/>
      <dgm:spPr/>
      <dgm:t>
        <a:bodyPr/>
        <a:lstStyle/>
        <a:p>
          <a:endParaRPr lang="en-US" sz="2800"/>
        </a:p>
      </dgm:t>
    </dgm:pt>
    <dgm:pt modelId="{589C1F7D-28EA-42A9-8847-0461DA268734}" type="sibTrans" cxnId="{4AEE7416-06B0-4E0C-AF46-A6213ACD29B3}">
      <dgm:prSet/>
      <dgm:spPr/>
      <dgm:t>
        <a:bodyPr/>
        <a:lstStyle/>
        <a:p>
          <a:endParaRPr lang="en-US" sz="2800"/>
        </a:p>
      </dgm:t>
    </dgm:pt>
    <dgm:pt modelId="{279A268E-A1B6-48EC-AFAA-294808B9A61B}">
      <dgm:prSet phldrT="[Text]" custT="1"/>
      <dgm:spPr/>
      <dgm:t>
        <a:bodyPr/>
        <a:lstStyle/>
        <a:p>
          <a:r>
            <a:rPr lang="en-US" sz="3200" dirty="0"/>
            <a:t>Augmentation of Skill Set</a:t>
          </a:r>
        </a:p>
      </dgm:t>
    </dgm:pt>
    <dgm:pt modelId="{56E8BF03-4E29-4AB7-9D3B-F593C0E99764}" type="parTrans" cxnId="{075E538F-05CB-4CB6-84B6-D1B714F219A5}">
      <dgm:prSet/>
      <dgm:spPr/>
      <dgm:t>
        <a:bodyPr/>
        <a:lstStyle/>
        <a:p>
          <a:endParaRPr lang="en-US" sz="2800"/>
        </a:p>
      </dgm:t>
    </dgm:pt>
    <dgm:pt modelId="{BA8521A0-FB5C-48E9-B8A4-443D4DA5FA75}" type="sibTrans" cxnId="{075E538F-05CB-4CB6-84B6-D1B714F219A5}">
      <dgm:prSet/>
      <dgm:spPr/>
      <dgm:t>
        <a:bodyPr/>
        <a:lstStyle/>
        <a:p>
          <a:endParaRPr lang="en-US" sz="2800"/>
        </a:p>
      </dgm:t>
    </dgm:pt>
    <dgm:pt modelId="{05158CC4-715B-4575-A018-F1484FA4160B}">
      <dgm:prSet phldrT="[Text]" custT="1"/>
      <dgm:spPr/>
      <dgm:t>
        <a:bodyPr/>
        <a:lstStyle/>
        <a:p>
          <a:r>
            <a:rPr lang="en-US" sz="3200" dirty="0"/>
            <a:t>Sense of accomplishment</a:t>
          </a:r>
        </a:p>
      </dgm:t>
    </dgm:pt>
    <dgm:pt modelId="{6D97740D-4146-4264-90BD-EF8EFD9A153A}" type="parTrans" cxnId="{491094CA-71C8-45BA-A51C-B241D10E09F7}">
      <dgm:prSet/>
      <dgm:spPr/>
      <dgm:t>
        <a:bodyPr/>
        <a:lstStyle/>
        <a:p>
          <a:endParaRPr lang="en-US" sz="2800"/>
        </a:p>
      </dgm:t>
    </dgm:pt>
    <dgm:pt modelId="{999F437E-5F59-4E48-8A38-BC67E0BE26BD}" type="sibTrans" cxnId="{491094CA-71C8-45BA-A51C-B241D10E09F7}">
      <dgm:prSet/>
      <dgm:spPr/>
      <dgm:t>
        <a:bodyPr/>
        <a:lstStyle/>
        <a:p>
          <a:endParaRPr lang="en-US" sz="2800"/>
        </a:p>
      </dgm:t>
    </dgm:pt>
    <dgm:pt modelId="{D2229105-9F0A-449C-BDE6-0524FA53E85A}">
      <dgm:prSet phldrT="[Text]" custT="1"/>
      <dgm:spPr/>
      <dgm:t>
        <a:bodyPr/>
        <a:lstStyle/>
        <a:p>
          <a:r>
            <a:rPr lang="en-US" sz="3200" dirty="0"/>
            <a:t>Problem Solving</a:t>
          </a:r>
        </a:p>
      </dgm:t>
    </dgm:pt>
    <dgm:pt modelId="{9D2C3D3E-6EF4-45ED-B68E-2C9B254E95FE}" type="parTrans" cxnId="{2BA427B9-F48C-4CA5-9C72-EB4EADBD859B}">
      <dgm:prSet/>
      <dgm:spPr/>
      <dgm:t>
        <a:bodyPr/>
        <a:lstStyle/>
        <a:p>
          <a:endParaRPr lang="en-US" sz="2800"/>
        </a:p>
      </dgm:t>
    </dgm:pt>
    <dgm:pt modelId="{95D09683-D6BF-4094-848F-EBA8A387D87D}" type="sibTrans" cxnId="{2BA427B9-F48C-4CA5-9C72-EB4EADBD859B}">
      <dgm:prSet/>
      <dgm:spPr/>
      <dgm:t>
        <a:bodyPr/>
        <a:lstStyle/>
        <a:p>
          <a:endParaRPr lang="en-US" sz="2800"/>
        </a:p>
      </dgm:t>
    </dgm:pt>
    <dgm:pt modelId="{A815D7B6-8CD9-4EC3-937A-CBC7AA0119EE}">
      <dgm:prSet phldrT="[Text]" custT="1"/>
      <dgm:spPr/>
      <dgm:t>
        <a:bodyPr/>
        <a:lstStyle/>
        <a:p>
          <a:r>
            <a:rPr lang="en-US" sz="3200" dirty="0"/>
            <a:t>Work Remotely</a:t>
          </a:r>
        </a:p>
      </dgm:t>
    </dgm:pt>
    <dgm:pt modelId="{514AC125-62D8-49CB-9666-385C0B6A2BEB}" type="parTrans" cxnId="{47478702-62AA-475B-9FC9-267EE90F8A57}">
      <dgm:prSet/>
      <dgm:spPr/>
      <dgm:t>
        <a:bodyPr/>
        <a:lstStyle/>
        <a:p>
          <a:endParaRPr lang="en-US" sz="2800"/>
        </a:p>
      </dgm:t>
    </dgm:pt>
    <dgm:pt modelId="{17FF3E9F-E2EF-419B-8FED-CD8D3FC6B6A0}" type="sibTrans" cxnId="{47478702-62AA-475B-9FC9-267EE90F8A57}">
      <dgm:prSet/>
      <dgm:spPr/>
      <dgm:t>
        <a:bodyPr/>
        <a:lstStyle/>
        <a:p>
          <a:endParaRPr lang="en-US" sz="2800"/>
        </a:p>
      </dgm:t>
    </dgm:pt>
    <dgm:pt modelId="{8A35AA6C-B1C0-4CFB-9AC7-6934222853EE}" type="pres">
      <dgm:prSet presAssocID="{C2C47385-7645-4F28-9C99-315B741E0764}" presName="Name0" presStyleCnt="0">
        <dgm:presLayoutVars>
          <dgm:chMax val="1"/>
          <dgm:chPref val="1"/>
          <dgm:dir/>
          <dgm:animOne val="branch"/>
          <dgm:animLvl val="lvl"/>
        </dgm:presLayoutVars>
      </dgm:prSet>
      <dgm:spPr/>
    </dgm:pt>
    <dgm:pt modelId="{B352BCD3-1A01-4F40-B2E9-EF66C608D808}" type="pres">
      <dgm:prSet presAssocID="{0744FD28-92C1-4398-A02A-CDB4E0218534}" presName="singleCycle" presStyleCnt="0"/>
      <dgm:spPr/>
    </dgm:pt>
    <dgm:pt modelId="{3604636D-218F-47B6-BC02-530DC1BBAADE}" type="pres">
      <dgm:prSet presAssocID="{0744FD28-92C1-4398-A02A-CDB4E0218534}" presName="singleCenter" presStyleLbl="node1" presStyleIdx="0" presStyleCnt="7">
        <dgm:presLayoutVars>
          <dgm:chMax val="7"/>
          <dgm:chPref val="7"/>
        </dgm:presLayoutVars>
      </dgm:prSet>
      <dgm:spPr/>
    </dgm:pt>
    <dgm:pt modelId="{B509F431-1383-4AEE-A4D5-A5D537127EE9}" type="pres">
      <dgm:prSet presAssocID="{9D2C3D3E-6EF4-45ED-B68E-2C9B254E95FE}" presName="Name56" presStyleLbl="parChTrans1D2" presStyleIdx="0" presStyleCnt="6"/>
      <dgm:spPr/>
    </dgm:pt>
    <dgm:pt modelId="{F413BC6A-CD5B-4A63-9912-EC571C9D0311}" type="pres">
      <dgm:prSet presAssocID="{D2229105-9F0A-449C-BDE6-0524FA53E85A}" presName="text0" presStyleLbl="node1" presStyleIdx="1" presStyleCnt="7" custScaleX="198241">
        <dgm:presLayoutVars>
          <dgm:bulletEnabled val="1"/>
        </dgm:presLayoutVars>
      </dgm:prSet>
      <dgm:spPr/>
    </dgm:pt>
    <dgm:pt modelId="{C0F7B7B0-189E-45E1-8F23-C7C32DC5148D}" type="pres">
      <dgm:prSet presAssocID="{514AC125-62D8-49CB-9666-385C0B6A2BEB}" presName="Name56" presStyleLbl="parChTrans1D2" presStyleIdx="1" presStyleCnt="6"/>
      <dgm:spPr/>
    </dgm:pt>
    <dgm:pt modelId="{11CDA20B-92FF-4E44-B761-07EF7E52CDF6}" type="pres">
      <dgm:prSet presAssocID="{A815D7B6-8CD9-4EC3-937A-CBC7AA0119EE}" presName="text0" presStyleLbl="node1" presStyleIdx="2" presStyleCnt="7" custScaleX="230693" custRadScaleRad="122813" custRadScaleInc="20550">
        <dgm:presLayoutVars>
          <dgm:bulletEnabled val="1"/>
        </dgm:presLayoutVars>
      </dgm:prSet>
      <dgm:spPr/>
    </dgm:pt>
    <dgm:pt modelId="{728220AE-5F4D-4CD8-B5EF-1E57B559711D}" type="pres">
      <dgm:prSet presAssocID="{51AC002C-8F9A-4032-8E99-FF523061A7FE}" presName="Name56" presStyleLbl="parChTrans1D2" presStyleIdx="2" presStyleCnt="6"/>
      <dgm:spPr/>
    </dgm:pt>
    <dgm:pt modelId="{4FDF8DE2-071C-4729-A2AF-C9D57248B024}" type="pres">
      <dgm:prSet presAssocID="{FE26F005-445C-403E-BAC4-848B90160427}" presName="text0" presStyleLbl="node1" presStyleIdx="3" presStyleCnt="7" custScaleX="175451" custRadScaleRad="120970" custRadScaleInc="-9660">
        <dgm:presLayoutVars>
          <dgm:bulletEnabled val="1"/>
        </dgm:presLayoutVars>
      </dgm:prSet>
      <dgm:spPr/>
    </dgm:pt>
    <dgm:pt modelId="{D2513481-371C-4C19-A3F6-302B8D28D7A6}" type="pres">
      <dgm:prSet presAssocID="{1AC551E5-05A0-4694-BBDE-6BCC5C30BCD6}" presName="Name56" presStyleLbl="parChTrans1D2" presStyleIdx="3" presStyleCnt="6"/>
      <dgm:spPr/>
    </dgm:pt>
    <dgm:pt modelId="{73A5257B-66B8-449F-B4C5-45FE6866F460}" type="pres">
      <dgm:prSet presAssocID="{25F58813-CD73-414C-924C-29B14DCA99AC}" presName="text0" presStyleLbl="node1" presStyleIdx="4" presStyleCnt="7" custScaleX="192074">
        <dgm:presLayoutVars>
          <dgm:bulletEnabled val="1"/>
        </dgm:presLayoutVars>
      </dgm:prSet>
      <dgm:spPr/>
    </dgm:pt>
    <dgm:pt modelId="{D534BBAB-C019-4176-A837-714B4DA5DAA1}" type="pres">
      <dgm:prSet presAssocID="{56E8BF03-4E29-4AB7-9D3B-F593C0E99764}" presName="Name56" presStyleLbl="parChTrans1D2" presStyleIdx="4" presStyleCnt="6"/>
      <dgm:spPr/>
    </dgm:pt>
    <dgm:pt modelId="{23897C59-9EA7-400D-995D-59E923626A38}" type="pres">
      <dgm:prSet presAssocID="{279A268E-A1B6-48EC-AFAA-294808B9A61B}" presName="text0" presStyleLbl="node1" presStyleIdx="5" presStyleCnt="7" custScaleX="200117" custRadScaleRad="124687" custRadScaleInc="13651">
        <dgm:presLayoutVars>
          <dgm:bulletEnabled val="1"/>
        </dgm:presLayoutVars>
      </dgm:prSet>
      <dgm:spPr/>
    </dgm:pt>
    <dgm:pt modelId="{688F29E1-7BE9-424E-A241-13D25D2258DA}" type="pres">
      <dgm:prSet presAssocID="{6D97740D-4146-4264-90BD-EF8EFD9A153A}" presName="Name56" presStyleLbl="parChTrans1D2" presStyleIdx="5" presStyleCnt="6"/>
      <dgm:spPr/>
    </dgm:pt>
    <dgm:pt modelId="{63BE97FF-1EC8-445B-9FA9-B235DCAD994A}" type="pres">
      <dgm:prSet presAssocID="{05158CC4-715B-4575-A018-F1484FA4160B}" presName="text0" presStyleLbl="node1" presStyleIdx="6" presStyleCnt="7" custScaleX="219262" custRadScaleRad="128259" custRadScaleInc="-19367">
        <dgm:presLayoutVars>
          <dgm:bulletEnabled val="1"/>
        </dgm:presLayoutVars>
      </dgm:prSet>
      <dgm:spPr/>
    </dgm:pt>
  </dgm:ptLst>
  <dgm:cxnLst>
    <dgm:cxn modelId="{47478702-62AA-475B-9FC9-267EE90F8A57}" srcId="{0744FD28-92C1-4398-A02A-CDB4E0218534}" destId="{A815D7B6-8CD9-4EC3-937A-CBC7AA0119EE}" srcOrd="1" destOrd="0" parTransId="{514AC125-62D8-49CB-9666-385C0B6A2BEB}" sibTransId="{17FF3E9F-E2EF-419B-8FED-CD8D3FC6B6A0}"/>
    <dgm:cxn modelId="{9E156E10-E34D-4302-B277-464232DC9EC4}" type="presOf" srcId="{25F58813-CD73-414C-924C-29B14DCA99AC}" destId="{73A5257B-66B8-449F-B4C5-45FE6866F460}" srcOrd="0" destOrd="0" presId="urn:microsoft.com/office/officeart/2008/layout/RadialCluster"/>
    <dgm:cxn modelId="{D03B5016-1BAF-4A5F-9D67-1393BB44755B}" type="presOf" srcId="{05158CC4-715B-4575-A018-F1484FA4160B}" destId="{63BE97FF-1EC8-445B-9FA9-B235DCAD994A}" srcOrd="0" destOrd="0" presId="urn:microsoft.com/office/officeart/2008/layout/RadialCluster"/>
    <dgm:cxn modelId="{4AEE7416-06B0-4E0C-AF46-A6213ACD29B3}" srcId="{0744FD28-92C1-4398-A02A-CDB4E0218534}" destId="{25F58813-CD73-414C-924C-29B14DCA99AC}" srcOrd="3" destOrd="0" parTransId="{1AC551E5-05A0-4694-BBDE-6BCC5C30BCD6}" sibTransId="{589C1F7D-28EA-42A9-8847-0461DA268734}"/>
    <dgm:cxn modelId="{6B83A73E-220E-404E-8782-2B96CF35B701}" type="presOf" srcId="{FE26F005-445C-403E-BAC4-848B90160427}" destId="{4FDF8DE2-071C-4729-A2AF-C9D57248B024}" srcOrd="0" destOrd="0" presId="urn:microsoft.com/office/officeart/2008/layout/RadialCluster"/>
    <dgm:cxn modelId="{84D3425B-1D81-4228-8B81-0F647186B2CD}" type="presOf" srcId="{1AC551E5-05A0-4694-BBDE-6BCC5C30BCD6}" destId="{D2513481-371C-4C19-A3F6-302B8D28D7A6}" srcOrd="0" destOrd="0" presId="urn:microsoft.com/office/officeart/2008/layout/RadialCluster"/>
    <dgm:cxn modelId="{10F4C84D-5010-473B-A110-C5C6BE7F67F8}" srcId="{0744FD28-92C1-4398-A02A-CDB4E0218534}" destId="{FE26F005-445C-403E-BAC4-848B90160427}" srcOrd="2" destOrd="0" parTransId="{51AC002C-8F9A-4032-8E99-FF523061A7FE}" sibTransId="{40E47C89-B3AA-45C3-BD4C-B33648775321}"/>
    <dgm:cxn modelId="{57C30970-8ED4-4E27-B5D0-AEF70D29F2B3}" type="presOf" srcId="{C2C47385-7645-4F28-9C99-315B741E0764}" destId="{8A35AA6C-B1C0-4CFB-9AC7-6934222853EE}" srcOrd="0" destOrd="0" presId="urn:microsoft.com/office/officeart/2008/layout/RadialCluster"/>
    <dgm:cxn modelId="{AB3B1750-08E3-454F-BB0E-5892C6B487AF}" type="presOf" srcId="{9D2C3D3E-6EF4-45ED-B68E-2C9B254E95FE}" destId="{B509F431-1383-4AEE-A4D5-A5D537127EE9}" srcOrd="0" destOrd="0" presId="urn:microsoft.com/office/officeart/2008/layout/RadialCluster"/>
    <dgm:cxn modelId="{D33AF250-1BAD-477E-A304-F40FDC5460E7}" type="presOf" srcId="{51AC002C-8F9A-4032-8E99-FF523061A7FE}" destId="{728220AE-5F4D-4CD8-B5EF-1E57B559711D}" srcOrd="0" destOrd="0" presId="urn:microsoft.com/office/officeart/2008/layout/RadialCluster"/>
    <dgm:cxn modelId="{51330286-399A-4CF2-B23D-E4723C0AEC82}" type="presOf" srcId="{D2229105-9F0A-449C-BDE6-0524FA53E85A}" destId="{F413BC6A-CD5B-4A63-9912-EC571C9D0311}" srcOrd="0" destOrd="0" presId="urn:microsoft.com/office/officeart/2008/layout/RadialCluster"/>
    <dgm:cxn modelId="{1C81DE87-3BF9-4C94-AFBE-F5F47CD76396}" type="presOf" srcId="{56E8BF03-4E29-4AB7-9D3B-F593C0E99764}" destId="{D534BBAB-C019-4176-A837-714B4DA5DAA1}" srcOrd="0" destOrd="0" presId="urn:microsoft.com/office/officeart/2008/layout/RadialCluster"/>
    <dgm:cxn modelId="{075E538F-05CB-4CB6-84B6-D1B714F219A5}" srcId="{0744FD28-92C1-4398-A02A-CDB4E0218534}" destId="{279A268E-A1B6-48EC-AFAA-294808B9A61B}" srcOrd="4" destOrd="0" parTransId="{56E8BF03-4E29-4AB7-9D3B-F593C0E99764}" sibTransId="{BA8521A0-FB5C-48E9-B8A4-443D4DA5FA75}"/>
    <dgm:cxn modelId="{C0365A8F-3629-4050-B141-F1DB522E2876}" type="presOf" srcId="{279A268E-A1B6-48EC-AFAA-294808B9A61B}" destId="{23897C59-9EA7-400D-995D-59E923626A38}" srcOrd="0" destOrd="0" presId="urn:microsoft.com/office/officeart/2008/layout/RadialCluster"/>
    <dgm:cxn modelId="{D1B94393-1A8D-415F-AED5-204AB17B980E}" type="presOf" srcId="{0744FD28-92C1-4398-A02A-CDB4E0218534}" destId="{3604636D-218F-47B6-BC02-530DC1BBAADE}" srcOrd="0" destOrd="0" presId="urn:microsoft.com/office/officeart/2008/layout/RadialCluster"/>
    <dgm:cxn modelId="{2BA427B9-F48C-4CA5-9C72-EB4EADBD859B}" srcId="{0744FD28-92C1-4398-A02A-CDB4E0218534}" destId="{D2229105-9F0A-449C-BDE6-0524FA53E85A}" srcOrd="0" destOrd="0" parTransId="{9D2C3D3E-6EF4-45ED-B68E-2C9B254E95FE}" sibTransId="{95D09683-D6BF-4094-848F-EBA8A387D87D}"/>
    <dgm:cxn modelId="{968D88C2-34A9-4BAB-9C7B-79CACE5A3A52}" srcId="{C2C47385-7645-4F28-9C99-315B741E0764}" destId="{0744FD28-92C1-4398-A02A-CDB4E0218534}" srcOrd="0" destOrd="0" parTransId="{DDCEE7ED-0CBF-45BB-843E-4689B21FA15D}" sibTransId="{890E8613-AC2D-4A10-968C-F2CB6508D469}"/>
    <dgm:cxn modelId="{6B0336CA-D5F5-4553-BD9A-829C2BA7B8A1}" type="presOf" srcId="{514AC125-62D8-49CB-9666-385C0B6A2BEB}" destId="{C0F7B7B0-189E-45E1-8F23-C7C32DC5148D}" srcOrd="0" destOrd="0" presId="urn:microsoft.com/office/officeart/2008/layout/RadialCluster"/>
    <dgm:cxn modelId="{491094CA-71C8-45BA-A51C-B241D10E09F7}" srcId="{0744FD28-92C1-4398-A02A-CDB4E0218534}" destId="{05158CC4-715B-4575-A018-F1484FA4160B}" srcOrd="5" destOrd="0" parTransId="{6D97740D-4146-4264-90BD-EF8EFD9A153A}" sibTransId="{999F437E-5F59-4E48-8A38-BC67E0BE26BD}"/>
    <dgm:cxn modelId="{D57101DD-E2C8-4ECE-8D1A-7AB07957D071}" type="presOf" srcId="{6D97740D-4146-4264-90BD-EF8EFD9A153A}" destId="{688F29E1-7BE9-424E-A241-13D25D2258DA}" srcOrd="0" destOrd="0" presId="urn:microsoft.com/office/officeart/2008/layout/RadialCluster"/>
    <dgm:cxn modelId="{16F79CFC-1CA2-44EB-BB32-B6AA6E13E074}" type="presOf" srcId="{A815D7B6-8CD9-4EC3-937A-CBC7AA0119EE}" destId="{11CDA20B-92FF-4E44-B761-07EF7E52CDF6}" srcOrd="0" destOrd="0" presId="urn:microsoft.com/office/officeart/2008/layout/RadialCluster"/>
    <dgm:cxn modelId="{3FC4D920-DA7F-46B2-9588-26E3EDF4E2EC}" type="presParOf" srcId="{8A35AA6C-B1C0-4CFB-9AC7-6934222853EE}" destId="{B352BCD3-1A01-4F40-B2E9-EF66C608D808}" srcOrd="0" destOrd="0" presId="urn:microsoft.com/office/officeart/2008/layout/RadialCluster"/>
    <dgm:cxn modelId="{5DC1CBD5-F55E-44F3-8F7F-04007F855490}" type="presParOf" srcId="{B352BCD3-1A01-4F40-B2E9-EF66C608D808}" destId="{3604636D-218F-47B6-BC02-530DC1BBAADE}" srcOrd="0" destOrd="0" presId="urn:microsoft.com/office/officeart/2008/layout/RadialCluster"/>
    <dgm:cxn modelId="{7108DA96-12A5-4FA8-8CDB-B16AF9D38AC9}" type="presParOf" srcId="{B352BCD3-1A01-4F40-B2E9-EF66C608D808}" destId="{B509F431-1383-4AEE-A4D5-A5D537127EE9}" srcOrd="1" destOrd="0" presId="urn:microsoft.com/office/officeart/2008/layout/RadialCluster"/>
    <dgm:cxn modelId="{79A7F016-004D-4AA5-A418-35B3CBAE045D}" type="presParOf" srcId="{B352BCD3-1A01-4F40-B2E9-EF66C608D808}" destId="{F413BC6A-CD5B-4A63-9912-EC571C9D0311}" srcOrd="2" destOrd="0" presId="urn:microsoft.com/office/officeart/2008/layout/RadialCluster"/>
    <dgm:cxn modelId="{30C57F5F-DD51-4697-B6E3-C02D1411CA1E}" type="presParOf" srcId="{B352BCD3-1A01-4F40-B2E9-EF66C608D808}" destId="{C0F7B7B0-189E-45E1-8F23-C7C32DC5148D}" srcOrd="3" destOrd="0" presId="urn:microsoft.com/office/officeart/2008/layout/RadialCluster"/>
    <dgm:cxn modelId="{8DB4C23A-41E0-4384-AC6D-712C6904473D}" type="presParOf" srcId="{B352BCD3-1A01-4F40-B2E9-EF66C608D808}" destId="{11CDA20B-92FF-4E44-B761-07EF7E52CDF6}" srcOrd="4" destOrd="0" presId="urn:microsoft.com/office/officeart/2008/layout/RadialCluster"/>
    <dgm:cxn modelId="{2CB94AE7-35D3-41B0-BA5B-00B3E441299F}" type="presParOf" srcId="{B352BCD3-1A01-4F40-B2E9-EF66C608D808}" destId="{728220AE-5F4D-4CD8-B5EF-1E57B559711D}" srcOrd="5" destOrd="0" presId="urn:microsoft.com/office/officeart/2008/layout/RadialCluster"/>
    <dgm:cxn modelId="{E80622C9-3B97-465C-9638-9AFEE510136A}" type="presParOf" srcId="{B352BCD3-1A01-4F40-B2E9-EF66C608D808}" destId="{4FDF8DE2-071C-4729-A2AF-C9D57248B024}" srcOrd="6" destOrd="0" presId="urn:microsoft.com/office/officeart/2008/layout/RadialCluster"/>
    <dgm:cxn modelId="{9F47ACB3-EFFA-48A3-8A06-175EFE079EFE}" type="presParOf" srcId="{B352BCD3-1A01-4F40-B2E9-EF66C608D808}" destId="{D2513481-371C-4C19-A3F6-302B8D28D7A6}" srcOrd="7" destOrd="0" presId="urn:microsoft.com/office/officeart/2008/layout/RadialCluster"/>
    <dgm:cxn modelId="{D7A6CD2B-8400-4D96-B0AE-4CF25E641E0A}" type="presParOf" srcId="{B352BCD3-1A01-4F40-B2E9-EF66C608D808}" destId="{73A5257B-66B8-449F-B4C5-45FE6866F460}" srcOrd="8" destOrd="0" presId="urn:microsoft.com/office/officeart/2008/layout/RadialCluster"/>
    <dgm:cxn modelId="{21C16BDE-6D75-4DE8-B977-4D45D75E6D72}" type="presParOf" srcId="{B352BCD3-1A01-4F40-B2E9-EF66C608D808}" destId="{D534BBAB-C019-4176-A837-714B4DA5DAA1}" srcOrd="9" destOrd="0" presId="urn:microsoft.com/office/officeart/2008/layout/RadialCluster"/>
    <dgm:cxn modelId="{EE9E6762-C648-4ED9-9D66-A9E6B2299B1A}" type="presParOf" srcId="{B352BCD3-1A01-4F40-B2E9-EF66C608D808}" destId="{23897C59-9EA7-400D-995D-59E923626A38}" srcOrd="10" destOrd="0" presId="urn:microsoft.com/office/officeart/2008/layout/RadialCluster"/>
    <dgm:cxn modelId="{AEAE7056-546B-4284-B601-725A864C6DF7}" type="presParOf" srcId="{B352BCD3-1A01-4F40-B2E9-EF66C608D808}" destId="{688F29E1-7BE9-424E-A241-13D25D2258DA}" srcOrd="11" destOrd="0" presId="urn:microsoft.com/office/officeart/2008/layout/RadialCluster"/>
    <dgm:cxn modelId="{2EBBC5A5-4923-46CA-9308-71A180E81EBD}" type="presParOf" srcId="{B352BCD3-1A01-4F40-B2E9-EF66C608D808}" destId="{63BE97FF-1EC8-445B-9FA9-B235DCAD994A}" srcOrd="12" destOrd="0" presId="urn:microsoft.com/office/officeart/2008/layout/RadialCluster"/>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35C9BF7F-8A00-4354-8EF0-AC8E2E2E4D3D}" type="doc">
      <dgm:prSet loTypeId="urn:microsoft.com/office/officeart/2008/layout/HexagonCluster" loCatId="relationship" qsTypeId="urn:microsoft.com/office/officeart/2005/8/quickstyle/simple1" qsCatId="simple" csTypeId="urn:microsoft.com/office/officeart/2005/8/colors/colorful1" csCatId="colorful" phldr="1"/>
      <dgm:spPr/>
      <dgm:t>
        <a:bodyPr/>
        <a:lstStyle/>
        <a:p>
          <a:endParaRPr lang="en-US"/>
        </a:p>
      </dgm:t>
    </dgm:pt>
    <dgm:pt modelId="{5B515850-1709-406C-892F-8D37264D0262}">
      <dgm:prSet phldrT="[Text]" custT="1"/>
      <dgm:spPr/>
      <dgm:t>
        <a:bodyPr/>
        <a:lstStyle/>
        <a:p>
          <a:r>
            <a:rPr lang="en-US" sz="3600" dirty="0"/>
            <a:t>Procedural Programming Language</a:t>
          </a:r>
        </a:p>
      </dgm:t>
    </dgm:pt>
    <dgm:pt modelId="{E32A34A0-8DEE-4224-9FE2-9A2091CA81B3}" type="parTrans" cxnId="{9188EE0D-517C-4D37-AD52-4D8E69BB77B8}">
      <dgm:prSet/>
      <dgm:spPr/>
      <dgm:t>
        <a:bodyPr/>
        <a:lstStyle/>
        <a:p>
          <a:endParaRPr lang="en-US" sz="2000"/>
        </a:p>
      </dgm:t>
    </dgm:pt>
    <dgm:pt modelId="{850B7FC8-8F13-408B-860B-36C378087F8A}" type="sibTrans" cxnId="{9188EE0D-517C-4D37-AD52-4D8E69BB77B8}">
      <dgm:prSet/>
      <dgm:spPr/>
      <dgm:t>
        <a:bodyPr/>
        <a:lstStyle/>
        <a:p>
          <a:endParaRPr lang="en-US" sz="2000"/>
        </a:p>
      </dgm:t>
    </dgm:pt>
    <dgm:pt modelId="{9694E666-201D-4DD0-BD3D-946BC80DB880}">
      <dgm:prSet phldrT="[Text]" custT="1"/>
      <dgm:spPr/>
      <dgm:t>
        <a:bodyPr/>
        <a:lstStyle/>
        <a:p>
          <a:r>
            <a:rPr lang="en-US" sz="3200" dirty="0"/>
            <a:t>Functional Programming Language</a:t>
          </a:r>
        </a:p>
      </dgm:t>
    </dgm:pt>
    <dgm:pt modelId="{E7680F53-50DA-44E3-831F-7150EECC6364}" type="parTrans" cxnId="{44CCA63B-C95A-4B03-A51D-377008C79F8E}">
      <dgm:prSet/>
      <dgm:spPr/>
      <dgm:t>
        <a:bodyPr/>
        <a:lstStyle/>
        <a:p>
          <a:endParaRPr lang="en-US" sz="2000"/>
        </a:p>
      </dgm:t>
    </dgm:pt>
    <dgm:pt modelId="{3A5E0383-2DAC-4CD5-A61D-3A6EF522FB02}" type="sibTrans" cxnId="{44CCA63B-C95A-4B03-A51D-377008C79F8E}">
      <dgm:prSet/>
      <dgm:spPr/>
      <dgm:t>
        <a:bodyPr/>
        <a:lstStyle/>
        <a:p>
          <a:endParaRPr lang="en-US" sz="2000"/>
        </a:p>
      </dgm:t>
    </dgm:pt>
    <dgm:pt modelId="{BE426B34-DDB4-4DA5-856C-02A0CEC7838D}">
      <dgm:prSet phldrT="[Text]" custT="1"/>
      <dgm:spPr/>
      <dgm:t>
        <a:bodyPr/>
        <a:lstStyle/>
        <a:p>
          <a:r>
            <a:rPr lang="en-US" sz="3200" dirty="0"/>
            <a:t>Object Oriented Programming Language</a:t>
          </a:r>
        </a:p>
      </dgm:t>
    </dgm:pt>
    <dgm:pt modelId="{8C39E731-C943-4B40-9393-1C9642BF22CD}" type="parTrans" cxnId="{7707F2C1-4FCB-4C35-8D90-992DB75C87D3}">
      <dgm:prSet/>
      <dgm:spPr/>
      <dgm:t>
        <a:bodyPr/>
        <a:lstStyle/>
        <a:p>
          <a:endParaRPr lang="en-US"/>
        </a:p>
      </dgm:t>
    </dgm:pt>
    <dgm:pt modelId="{CCDD1405-D14A-4F32-BF2F-261910DA2A66}" type="sibTrans" cxnId="{7707F2C1-4FCB-4C35-8D90-992DB75C87D3}">
      <dgm:prSet/>
      <dgm:spPr/>
      <dgm:t>
        <a:bodyPr/>
        <a:lstStyle/>
        <a:p>
          <a:endParaRPr lang="en-US"/>
        </a:p>
      </dgm:t>
    </dgm:pt>
    <dgm:pt modelId="{3D6B550A-A7F6-4255-BE54-B1C333120C72}">
      <dgm:prSet phldrT="[Text]" custT="1"/>
      <dgm:spPr/>
      <dgm:t>
        <a:bodyPr/>
        <a:lstStyle/>
        <a:p>
          <a:r>
            <a:rPr lang="en-US" sz="3200" dirty="0"/>
            <a:t>Scripting Programming Language</a:t>
          </a:r>
        </a:p>
      </dgm:t>
    </dgm:pt>
    <dgm:pt modelId="{43997B7A-BD02-4433-B430-0FB35ACE3313}" type="parTrans" cxnId="{6D18E333-BA1D-4B1F-B75A-631111342C74}">
      <dgm:prSet/>
      <dgm:spPr/>
      <dgm:t>
        <a:bodyPr/>
        <a:lstStyle/>
        <a:p>
          <a:endParaRPr lang="en-US"/>
        </a:p>
      </dgm:t>
    </dgm:pt>
    <dgm:pt modelId="{C824C143-0A21-4E5A-B7BE-5431657CD855}" type="sibTrans" cxnId="{6D18E333-BA1D-4B1F-B75A-631111342C74}">
      <dgm:prSet/>
      <dgm:spPr/>
      <dgm:t>
        <a:bodyPr/>
        <a:lstStyle/>
        <a:p>
          <a:endParaRPr lang="en-US"/>
        </a:p>
      </dgm:t>
    </dgm:pt>
    <dgm:pt modelId="{A4EF29CC-A543-41A1-AD4F-58CFF52FBA5E}" type="pres">
      <dgm:prSet presAssocID="{35C9BF7F-8A00-4354-8EF0-AC8E2E2E4D3D}" presName="Name0" presStyleCnt="0">
        <dgm:presLayoutVars>
          <dgm:chMax val="21"/>
          <dgm:chPref val="21"/>
        </dgm:presLayoutVars>
      </dgm:prSet>
      <dgm:spPr/>
    </dgm:pt>
    <dgm:pt modelId="{C636655E-7EE1-499C-BD1A-59F3170939A8}" type="pres">
      <dgm:prSet presAssocID="{5B515850-1709-406C-892F-8D37264D0262}" presName="text1" presStyleCnt="0"/>
      <dgm:spPr/>
    </dgm:pt>
    <dgm:pt modelId="{1BB9EAFC-C426-4A29-8357-6371835426E1}" type="pres">
      <dgm:prSet presAssocID="{5B515850-1709-406C-892F-8D37264D0262}" presName="textRepeatNode" presStyleLbl="alignNode1" presStyleIdx="0" presStyleCnt="4">
        <dgm:presLayoutVars>
          <dgm:chMax val="0"/>
          <dgm:chPref val="0"/>
          <dgm:bulletEnabled val="1"/>
        </dgm:presLayoutVars>
      </dgm:prSet>
      <dgm:spPr/>
    </dgm:pt>
    <dgm:pt modelId="{664A27DA-B8A1-4AC2-AA29-F478019052BF}" type="pres">
      <dgm:prSet presAssocID="{5B515850-1709-406C-892F-8D37264D0262}" presName="textaccent1" presStyleCnt="0"/>
      <dgm:spPr/>
    </dgm:pt>
    <dgm:pt modelId="{6CD2439D-8444-465A-B4E2-1F4735C79DA7}" type="pres">
      <dgm:prSet presAssocID="{5B515850-1709-406C-892F-8D37264D0262}" presName="accentRepeatNode" presStyleLbl="solidAlignAcc1" presStyleIdx="0" presStyleCnt="8"/>
      <dgm:spPr/>
    </dgm:pt>
    <dgm:pt modelId="{70FC654B-8CD0-4BA1-AE39-A5CDC58AB13E}" type="pres">
      <dgm:prSet presAssocID="{850B7FC8-8F13-408B-860B-36C378087F8A}" presName="image1" presStyleCnt="0"/>
      <dgm:spPr/>
    </dgm:pt>
    <dgm:pt modelId="{786068F0-4346-47EB-AAE9-45526C1AF489}" type="pres">
      <dgm:prSet presAssocID="{850B7FC8-8F13-408B-860B-36C378087F8A}" presName="imageRepeatNode" presStyleLbl="alignAcc1" presStyleIdx="0" presStyleCnt="4"/>
      <dgm:spPr/>
    </dgm:pt>
    <dgm:pt modelId="{5896AAEE-4C76-41B7-9CF4-ECF3EF5D8339}" type="pres">
      <dgm:prSet presAssocID="{850B7FC8-8F13-408B-860B-36C378087F8A}" presName="imageaccent1" presStyleCnt="0"/>
      <dgm:spPr/>
    </dgm:pt>
    <dgm:pt modelId="{A6B92AA0-900F-41FE-9AF5-CA0A9CBEEC71}" type="pres">
      <dgm:prSet presAssocID="{850B7FC8-8F13-408B-860B-36C378087F8A}" presName="accentRepeatNode" presStyleLbl="solidAlignAcc1" presStyleIdx="1" presStyleCnt="8"/>
      <dgm:spPr/>
    </dgm:pt>
    <dgm:pt modelId="{9435D8F1-4875-4561-AD71-C188A5D354F9}" type="pres">
      <dgm:prSet presAssocID="{9694E666-201D-4DD0-BD3D-946BC80DB880}" presName="text2" presStyleCnt="0"/>
      <dgm:spPr/>
    </dgm:pt>
    <dgm:pt modelId="{0468C913-D0C4-4701-9957-9D1F41D1432B}" type="pres">
      <dgm:prSet presAssocID="{9694E666-201D-4DD0-BD3D-946BC80DB880}" presName="textRepeatNode" presStyleLbl="alignNode1" presStyleIdx="1" presStyleCnt="4">
        <dgm:presLayoutVars>
          <dgm:chMax val="0"/>
          <dgm:chPref val="0"/>
          <dgm:bulletEnabled val="1"/>
        </dgm:presLayoutVars>
      </dgm:prSet>
      <dgm:spPr/>
    </dgm:pt>
    <dgm:pt modelId="{98DBE6B8-6F20-494F-9136-B53DE56EF532}" type="pres">
      <dgm:prSet presAssocID="{9694E666-201D-4DD0-BD3D-946BC80DB880}" presName="textaccent2" presStyleCnt="0"/>
      <dgm:spPr/>
    </dgm:pt>
    <dgm:pt modelId="{2B078608-64E4-4DDD-B079-802DFCDE3972}" type="pres">
      <dgm:prSet presAssocID="{9694E666-201D-4DD0-BD3D-946BC80DB880}" presName="accentRepeatNode" presStyleLbl="solidAlignAcc1" presStyleIdx="2" presStyleCnt="8"/>
      <dgm:spPr/>
    </dgm:pt>
    <dgm:pt modelId="{D0A61718-615A-4AE6-B58C-27FB46C73864}" type="pres">
      <dgm:prSet presAssocID="{3A5E0383-2DAC-4CD5-A61D-3A6EF522FB02}" presName="image2" presStyleCnt="0"/>
      <dgm:spPr/>
    </dgm:pt>
    <dgm:pt modelId="{1B25AB98-B90B-4030-868C-95E0D78C7D69}" type="pres">
      <dgm:prSet presAssocID="{3A5E0383-2DAC-4CD5-A61D-3A6EF522FB02}" presName="imageRepeatNode" presStyleLbl="alignAcc1" presStyleIdx="1" presStyleCnt="4"/>
      <dgm:spPr/>
    </dgm:pt>
    <dgm:pt modelId="{D9C818D1-C564-499A-8A91-826F5A2A3C0F}" type="pres">
      <dgm:prSet presAssocID="{3A5E0383-2DAC-4CD5-A61D-3A6EF522FB02}" presName="imageaccent2" presStyleCnt="0"/>
      <dgm:spPr/>
    </dgm:pt>
    <dgm:pt modelId="{9979C5E4-F6AF-4FB3-8FFE-0E011344514E}" type="pres">
      <dgm:prSet presAssocID="{3A5E0383-2DAC-4CD5-A61D-3A6EF522FB02}" presName="accentRepeatNode" presStyleLbl="solidAlignAcc1" presStyleIdx="3" presStyleCnt="8"/>
      <dgm:spPr/>
    </dgm:pt>
    <dgm:pt modelId="{D13364E1-C63E-4B45-9896-4BB67E391722}" type="pres">
      <dgm:prSet presAssocID="{BE426B34-DDB4-4DA5-856C-02A0CEC7838D}" presName="text3" presStyleCnt="0"/>
      <dgm:spPr/>
    </dgm:pt>
    <dgm:pt modelId="{D3BCCD57-6256-4476-B401-8EDEAEEBE2E1}" type="pres">
      <dgm:prSet presAssocID="{BE426B34-DDB4-4DA5-856C-02A0CEC7838D}" presName="textRepeatNode" presStyleLbl="alignNode1" presStyleIdx="2" presStyleCnt="4">
        <dgm:presLayoutVars>
          <dgm:chMax val="0"/>
          <dgm:chPref val="0"/>
          <dgm:bulletEnabled val="1"/>
        </dgm:presLayoutVars>
      </dgm:prSet>
      <dgm:spPr/>
    </dgm:pt>
    <dgm:pt modelId="{0F01DCC8-9E65-4548-9ACF-9F26D2700380}" type="pres">
      <dgm:prSet presAssocID="{BE426B34-DDB4-4DA5-856C-02A0CEC7838D}" presName="textaccent3" presStyleCnt="0"/>
      <dgm:spPr/>
    </dgm:pt>
    <dgm:pt modelId="{7C877048-564A-4A71-90C2-7A045733DE4D}" type="pres">
      <dgm:prSet presAssocID="{BE426B34-DDB4-4DA5-856C-02A0CEC7838D}" presName="accentRepeatNode" presStyleLbl="solidAlignAcc1" presStyleIdx="4" presStyleCnt="8"/>
      <dgm:spPr/>
    </dgm:pt>
    <dgm:pt modelId="{54141C62-9752-4278-B430-C274F906B33A}" type="pres">
      <dgm:prSet presAssocID="{CCDD1405-D14A-4F32-BF2F-261910DA2A66}" presName="image3" presStyleCnt="0"/>
      <dgm:spPr/>
    </dgm:pt>
    <dgm:pt modelId="{C534EB93-25E2-4921-ABF9-6FD335CB6D5B}" type="pres">
      <dgm:prSet presAssocID="{CCDD1405-D14A-4F32-BF2F-261910DA2A66}" presName="imageRepeatNode" presStyleLbl="alignAcc1" presStyleIdx="2" presStyleCnt="4"/>
      <dgm:spPr/>
    </dgm:pt>
    <dgm:pt modelId="{EF459D70-8771-4278-99E1-2E99C81A4FA1}" type="pres">
      <dgm:prSet presAssocID="{CCDD1405-D14A-4F32-BF2F-261910DA2A66}" presName="imageaccent3" presStyleCnt="0"/>
      <dgm:spPr/>
    </dgm:pt>
    <dgm:pt modelId="{64550723-B4A6-4499-ACF7-39AB9BB46F8C}" type="pres">
      <dgm:prSet presAssocID="{CCDD1405-D14A-4F32-BF2F-261910DA2A66}" presName="accentRepeatNode" presStyleLbl="solidAlignAcc1" presStyleIdx="5" presStyleCnt="8"/>
      <dgm:spPr/>
    </dgm:pt>
    <dgm:pt modelId="{75102A67-713D-4DFE-9D04-7F4D6CFFD32B}" type="pres">
      <dgm:prSet presAssocID="{3D6B550A-A7F6-4255-BE54-B1C333120C72}" presName="text4" presStyleCnt="0"/>
      <dgm:spPr/>
    </dgm:pt>
    <dgm:pt modelId="{34532745-B7F3-43B9-BDC0-3340582847A4}" type="pres">
      <dgm:prSet presAssocID="{3D6B550A-A7F6-4255-BE54-B1C333120C72}" presName="textRepeatNode" presStyleLbl="alignNode1" presStyleIdx="3" presStyleCnt="4">
        <dgm:presLayoutVars>
          <dgm:chMax val="0"/>
          <dgm:chPref val="0"/>
          <dgm:bulletEnabled val="1"/>
        </dgm:presLayoutVars>
      </dgm:prSet>
      <dgm:spPr/>
    </dgm:pt>
    <dgm:pt modelId="{D7754A6D-AE0B-4B32-9A34-D5B034C4A2D3}" type="pres">
      <dgm:prSet presAssocID="{3D6B550A-A7F6-4255-BE54-B1C333120C72}" presName="textaccent4" presStyleCnt="0"/>
      <dgm:spPr/>
    </dgm:pt>
    <dgm:pt modelId="{1CE17233-7546-4F5D-BEBF-78949A9207DE}" type="pres">
      <dgm:prSet presAssocID="{3D6B550A-A7F6-4255-BE54-B1C333120C72}" presName="accentRepeatNode" presStyleLbl="solidAlignAcc1" presStyleIdx="6" presStyleCnt="8"/>
      <dgm:spPr/>
    </dgm:pt>
    <dgm:pt modelId="{AA61C533-18E3-44E8-93C3-5EAA6FBE3A51}" type="pres">
      <dgm:prSet presAssocID="{C824C143-0A21-4E5A-B7BE-5431657CD855}" presName="image4" presStyleCnt="0"/>
      <dgm:spPr/>
    </dgm:pt>
    <dgm:pt modelId="{C3E8B2E9-77FF-4ABE-8A8E-2D533A54DFD9}" type="pres">
      <dgm:prSet presAssocID="{C824C143-0A21-4E5A-B7BE-5431657CD855}" presName="imageRepeatNode" presStyleLbl="alignAcc1" presStyleIdx="3" presStyleCnt="4"/>
      <dgm:spPr/>
    </dgm:pt>
    <dgm:pt modelId="{68934D8C-2621-42B9-8AF3-AFC35739F410}" type="pres">
      <dgm:prSet presAssocID="{C824C143-0A21-4E5A-B7BE-5431657CD855}" presName="imageaccent4" presStyleCnt="0"/>
      <dgm:spPr/>
    </dgm:pt>
    <dgm:pt modelId="{8F3893CE-82AC-4551-8B76-2B8E943A45D7}" type="pres">
      <dgm:prSet presAssocID="{C824C143-0A21-4E5A-B7BE-5431657CD855}" presName="accentRepeatNode" presStyleLbl="solidAlignAcc1" presStyleIdx="7" presStyleCnt="8"/>
      <dgm:spPr/>
    </dgm:pt>
  </dgm:ptLst>
  <dgm:cxnLst>
    <dgm:cxn modelId="{EBEFA600-4C3A-4437-9566-4245A7E2C8E4}" type="presOf" srcId="{CCDD1405-D14A-4F32-BF2F-261910DA2A66}" destId="{C534EB93-25E2-4921-ABF9-6FD335CB6D5B}" srcOrd="0" destOrd="0" presId="urn:microsoft.com/office/officeart/2008/layout/HexagonCluster"/>
    <dgm:cxn modelId="{9188EE0D-517C-4D37-AD52-4D8E69BB77B8}" srcId="{35C9BF7F-8A00-4354-8EF0-AC8E2E2E4D3D}" destId="{5B515850-1709-406C-892F-8D37264D0262}" srcOrd="0" destOrd="0" parTransId="{E32A34A0-8DEE-4224-9FE2-9A2091CA81B3}" sibTransId="{850B7FC8-8F13-408B-860B-36C378087F8A}"/>
    <dgm:cxn modelId="{E098D011-9900-4088-AC73-84E2A406A8DA}" type="presOf" srcId="{3A5E0383-2DAC-4CD5-A61D-3A6EF522FB02}" destId="{1B25AB98-B90B-4030-868C-95E0D78C7D69}" srcOrd="0" destOrd="0" presId="urn:microsoft.com/office/officeart/2008/layout/HexagonCluster"/>
    <dgm:cxn modelId="{6D18E333-BA1D-4B1F-B75A-631111342C74}" srcId="{35C9BF7F-8A00-4354-8EF0-AC8E2E2E4D3D}" destId="{3D6B550A-A7F6-4255-BE54-B1C333120C72}" srcOrd="3" destOrd="0" parTransId="{43997B7A-BD02-4433-B430-0FB35ACE3313}" sibTransId="{C824C143-0A21-4E5A-B7BE-5431657CD855}"/>
    <dgm:cxn modelId="{AAEFF834-2728-4ADA-AE80-412D19D9E136}" type="presOf" srcId="{35C9BF7F-8A00-4354-8EF0-AC8E2E2E4D3D}" destId="{A4EF29CC-A543-41A1-AD4F-58CFF52FBA5E}" srcOrd="0" destOrd="0" presId="urn:microsoft.com/office/officeart/2008/layout/HexagonCluster"/>
    <dgm:cxn modelId="{F8EEDA35-605C-4D0D-976D-25DD826BC255}" type="presOf" srcId="{BE426B34-DDB4-4DA5-856C-02A0CEC7838D}" destId="{D3BCCD57-6256-4476-B401-8EDEAEEBE2E1}" srcOrd="0" destOrd="0" presId="urn:microsoft.com/office/officeart/2008/layout/HexagonCluster"/>
    <dgm:cxn modelId="{44CCA63B-C95A-4B03-A51D-377008C79F8E}" srcId="{35C9BF7F-8A00-4354-8EF0-AC8E2E2E4D3D}" destId="{9694E666-201D-4DD0-BD3D-946BC80DB880}" srcOrd="1" destOrd="0" parTransId="{E7680F53-50DA-44E3-831F-7150EECC6364}" sibTransId="{3A5E0383-2DAC-4CD5-A61D-3A6EF522FB02}"/>
    <dgm:cxn modelId="{57A2F58C-57E5-4043-8B86-7F8D109D606C}" type="presOf" srcId="{850B7FC8-8F13-408B-860B-36C378087F8A}" destId="{786068F0-4346-47EB-AAE9-45526C1AF489}" srcOrd="0" destOrd="0" presId="urn:microsoft.com/office/officeart/2008/layout/HexagonCluster"/>
    <dgm:cxn modelId="{6B4AFFAF-F370-4470-A7A6-A48B0DBC84F5}" type="presOf" srcId="{5B515850-1709-406C-892F-8D37264D0262}" destId="{1BB9EAFC-C426-4A29-8357-6371835426E1}" srcOrd="0" destOrd="0" presId="urn:microsoft.com/office/officeart/2008/layout/HexagonCluster"/>
    <dgm:cxn modelId="{7707F2C1-4FCB-4C35-8D90-992DB75C87D3}" srcId="{35C9BF7F-8A00-4354-8EF0-AC8E2E2E4D3D}" destId="{BE426B34-DDB4-4DA5-856C-02A0CEC7838D}" srcOrd="2" destOrd="0" parTransId="{8C39E731-C943-4B40-9393-1C9642BF22CD}" sibTransId="{CCDD1405-D14A-4F32-BF2F-261910DA2A66}"/>
    <dgm:cxn modelId="{2BED63C3-6E0B-4994-947B-A47DD57C1F7D}" type="presOf" srcId="{9694E666-201D-4DD0-BD3D-946BC80DB880}" destId="{0468C913-D0C4-4701-9957-9D1F41D1432B}" srcOrd="0" destOrd="0" presId="urn:microsoft.com/office/officeart/2008/layout/HexagonCluster"/>
    <dgm:cxn modelId="{A0EDF5DF-8F28-49B6-9F5A-F673955D6AC9}" type="presOf" srcId="{C824C143-0A21-4E5A-B7BE-5431657CD855}" destId="{C3E8B2E9-77FF-4ABE-8A8E-2D533A54DFD9}" srcOrd="0" destOrd="0" presId="urn:microsoft.com/office/officeart/2008/layout/HexagonCluster"/>
    <dgm:cxn modelId="{1D8C56F3-7D6B-4767-AAA4-446200686FDE}" type="presOf" srcId="{3D6B550A-A7F6-4255-BE54-B1C333120C72}" destId="{34532745-B7F3-43B9-BDC0-3340582847A4}" srcOrd="0" destOrd="0" presId="urn:microsoft.com/office/officeart/2008/layout/HexagonCluster"/>
    <dgm:cxn modelId="{33D91631-B97C-4C7C-A76F-BFE8500369EE}" type="presParOf" srcId="{A4EF29CC-A543-41A1-AD4F-58CFF52FBA5E}" destId="{C636655E-7EE1-499C-BD1A-59F3170939A8}" srcOrd="0" destOrd="0" presId="urn:microsoft.com/office/officeart/2008/layout/HexagonCluster"/>
    <dgm:cxn modelId="{2BBCBB77-116F-4227-8D5B-149422D90286}" type="presParOf" srcId="{C636655E-7EE1-499C-BD1A-59F3170939A8}" destId="{1BB9EAFC-C426-4A29-8357-6371835426E1}" srcOrd="0" destOrd="0" presId="urn:microsoft.com/office/officeart/2008/layout/HexagonCluster"/>
    <dgm:cxn modelId="{EF1A38EA-71CE-46F4-9269-20348F513EF0}" type="presParOf" srcId="{A4EF29CC-A543-41A1-AD4F-58CFF52FBA5E}" destId="{664A27DA-B8A1-4AC2-AA29-F478019052BF}" srcOrd="1" destOrd="0" presId="urn:microsoft.com/office/officeart/2008/layout/HexagonCluster"/>
    <dgm:cxn modelId="{A3432B5B-6F49-498C-8AA4-2A0069C732D2}" type="presParOf" srcId="{664A27DA-B8A1-4AC2-AA29-F478019052BF}" destId="{6CD2439D-8444-465A-B4E2-1F4735C79DA7}" srcOrd="0" destOrd="0" presId="urn:microsoft.com/office/officeart/2008/layout/HexagonCluster"/>
    <dgm:cxn modelId="{A1FEA233-0282-4087-A9AF-2853ED2A3921}" type="presParOf" srcId="{A4EF29CC-A543-41A1-AD4F-58CFF52FBA5E}" destId="{70FC654B-8CD0-4BA1-AE39-A5CDC58AB13E}" srcOrd="2" destOrd="0" presId="urn:microsoft.com/office/officeart/2008/layout/HexagonCluster"/>
    <dgm:cxn modelId="{40C59972-9EE3-489F-ABE1-37ACDF820802}" type="presParOf" srcId="{70FC654B-8CD0-4BA1-AE39-A5CDC58AB13E}" destId="{786068F0-4346-47EB-AAE9-45526C1AF489}" srcOrd="0" destOrd="0" presId="urn:microsoft.com/office/officeart/2008/layout/HexagonCluster"/>
    <dgm:cxn modelId="{3BC92C96-2790-4CAB-B982-5831F2D48592}" type="presParOf" srcId="{A4EF29CC-A543-41A1-AD4F-58CFF52FBA5E}" destId="{5896AAEE-4C76-41B7-9CF4-ECF3EF5D8339}" srcOrd="3" destOrd="0" presId="urn:microsoft.com/office/officeart/2008/layout/HexagonCluster"/>
    <dgm:cxn modelId="{14A4862D-16F3-48D7-BDD7-3781244DC838}" type="presParOf" srcId="{5896AAEE-4C76-41B7-9CF4-ECF3EF5D8339}" destId="{A6B92AA0-900F-41FE-9AF5-CA0A9CBEEC71}" srcOrd="0" destOrd="0" presId="urn:microsoft.com/office/officeart/2008/layout/HexagonCluster"/>
    <dgm:cxn modelId="{06800C3D-F338-46C6-A942-33E45A1B1121}" type="presParOf" srcId="{A4EF29CC-A543-41A1-AD4F-58CFF52FBA5E}" destId="{9435D8F1-4875-4561-AD71-C188A5D354F9}" srcOrd="4" destOrd="0" presId="urn:microsoft.com/office/officeart/2008/layout/HexagonCluster"/>
    <dgm:cxn modelId="{DEEA601E-1052-4C4B-B27C-1251079C731C}" type="presParOf" srcId="{9435D8F1-4875-4561-AD71-C188A5D354F9}" destId="{0468C913-D0C4-4701-9957-9D1F41D1432B}" srcOrd="0" destOrd="0" presId="urn:microsoft.com/office/officeart/2008/layout/HexagonCluster"/>
    <dgm:cxn modelId="{EFF70761-66C2-4F70-9DB3-9997D44F7021}" type="presParOf" srcId="{A4EF29CC-A543-41A1-AD4F-58CFF52FBA5E}" destId="{98DBE6B8-6F20-494F-9136-B53DE56EF532}" srcOrd="5" destOrd="0" presId="urn:microsoft.com/office/officeart/2008/layout/HexagonCluster"/>
    <dgm:cxn modelId="{8C8E68D8-0257-41F4-9105-574AFA91CA6F}" type="presParOf" srcId="{98DBE6B8-6F20-494F-9136-B53DE56EF532}" destId="{2B078608-64E4-4DDD-B079-802DFCDE3972}" srcOrd="0" destOrd="0" presId="urn:microsoft.com/office/officeart/2008/layout/HexagonCluster"/>
    <dgm:cxn modelId="{956803CF-F9A1-41B2-B313-0E2448F5AC0D}" type="presParOf" srcId="{A4EF29CC-A543-41A1-AD4F-58CFF52FBA5E}" destId="{D0A61718-615A-4AE6-B58C-27FB46C73864}" srcOrd="6" destOrd="0" presId="urn:microsoft.com/office/officeart/2008/layout/HexagonCluster"/>
    <dgm:cxn modelId="{98E7CE71-9435-4CA8-8948-C6EBA2A1B1A6}" type="presParOf" srcId="{D0A61718-615A-4AE6-B58C-27FB46C73864}" destId="{1B25AB98-B90B-4030-868C-95E0D78C7D69}" srcOrd="0" destOrd="0" presId="urn:microsoft.com/office/officeart/2008/layout/HexagonCluster"/>
    <dgm:cxn modelId="{A6A52070-FCD4-4E9B-BC79-773E7E4303ED}" type="presParOf" srcId="{A4EF29CC-A543-41A1-AD4F-58CFF52FBA5E}" destId="{D9C818D1-C564-499A-8A91-826F5A2A3C0F}" srcOrd="7" destOrd="0" presId="urn:microsoft.com/office/officeart/2008/layout/HexagonCluster"/>
    <dgm:cxn modelId="{D68D5190-EAC9-43E6-80AE-B8D9E8617C34}" type="presParOf" srcId="{D9C818D1-C564-499A-8A91-826F5A2A3C0F}" destId="{9979C5E4-F6AF-4FB3-8FFE-0E011344514E}" srcOrd="0" destOrd="0" presId="urn:microsoft.com/office/officeart/2008/layout/HexagonCluster"/>
    <dgm:cxn modelId="{BBD88DEF-9450-4E18-B1B9-274A64484339}" type="presParOf" srcId="{A4EF29CC-A543-41A1-AD4F-58CFF52FBA5E}" destId="{D13364E1-C63E-4B45-9896-4BB67E391722}" srcOrd="8" destOrd="0" presId="urn:microsoft.com/office/officeart/2008/layout/HexagonCluster"/>
    <dgm:cxn modelId="{4DED14F3-2F99-4FD9-B992-542C580CCCEF}" type="presParOf" srcId="{D13364E1-C63E-4B45-9896-4BB67E391722}" destId="{D3BCCD57-6256-4476-B401-8EDEAEEBE2E1}" srcOrd="0" destOrd="0" presId="urn:microsoft.com/office/officeart/2008/layout/HexagonCluster"/>
    <dgm:cxn modelId="{72AD7EA0-743E-4C0B-ACDC-09E981597E80}" type="presParOf" srcId="{A4EF29CC-A543-41A1-AD4F-58CFF52FBA5E}" destId="{0F01DCC8-9E65-4548-9ACF-9F26D2700380}" srcOrd="9" destOrd="0" presId="urn:microsoft.com/office/officeart/2008/layout/HexagonCluster"/>
    <dgm:cxn modelId="{56D85A23-9498-4C54-968A-B322FF23BA10}" type="presParOf" srcId="{0F01DCC8-9E65-4548-9ACF-9F26D2700380}" destId="{7C877048-564A-4A71-90C2-7A045733DE4D}" srcOrd="0" destOrd="0" presId="urn:microsoft.com/office/officeart/2008/layout/HexagonCluster"/>
    <dgm:cxn modelId="{1602C798-EE23-483F-9C80-E211C1D22ACE}" type="presParOf" srcId="{A4EF29CC-A543-41A1-AD4F-58CFF52FBA5E}" destId="{54141C62-9752-4278-B430-C274F906B33A}" srcOrd="10" destOrd="0" presId="urn:microsoft.com/office/officeart/2008/layout/HexagonCluster"/>
    <dgm:cxn modelId="{09938F27-B0EB-4787-8C8A-2997BA6C085A}" type="presParOf" srcId="{54141C62-9752-4278-B430-C274F906B33A}" destId="{C534EB93-25E2-4921-ABF9-6FD335CB6D5B}" srcOrd="0" destOrd="0" presId="urn:microsoft.com/office/officeart/2008/layout/HexagonCluster"/>
    <dgm:cxn modelId="{44B01C22-151A-44A1-BA8C-0DA6904768BB}" type="presParOf" srcId="{A4EF29CC-A543-41A1-AD4F-58CFF52FBA5E}" destId="{EF459D70-8771-4278-99E1-2E99C81A4FA1}" srcOrd="11" destOrd="0" presId="urn:microsoft.com/office/officeart/2008/layout/HexagonCluster"/>
    <dgm:cxn modelId="{893867B1-7C0E-40DB-834F-D4C0FF4B8C5C}" type="presParOf" srcId="{EF459D70-8771-4278-99E1-2E99C81A4FA1}" destId="{64550723-B4A6-4499-ACF7-39AB9BB46F8C}" srcOrd="0" destOrd="0" presId="urn:microsoft.com/office/officeart/2008/layout/HexagonCluster"/>
    <dgm:cxn modelId="{0546E48A-1515-4F92-A1F9-DED24B0C8439}" type="presParOf" srcId="{A4EF29CC-A543-41A1-AD4F-58CFF52FBA5E}" destId="{75102A67-713D-4DFE-9D04-7F4D6CFFD32B}" srcOrd="12" destOrd="0" presId="urn:microsoft.com/office/officeart/2008/layout/HexagonCluster"/>
    <dgm:cxn modelId="{F14292C1-FD11-4119-9CB2-CA4F5FB03C98}" type="presParOf" srcId="{75102A67-713D-4DFE-9D04-7F4D6CFFD32B}" destId="{34532745-B7F3-43B9-BDC0-3340582847A4}" srcOrd="0" destOrd="0" presId="urn:microsoft.com/office/officeart/2008/layout/HexagonCluster"/>
    <dgm:cxn modelId="{FFF73C07-EDED-4994-B33D-2DDB9E4912CC}" type="presParOf" srcId="{A4EF29CC-A543-41A1-AD4F-58CFF52FBA5E}" destId="{D7754A6D-AE0B-4B32-9A34-D5B034C4A2D3}" srcOrd="13" destOrd="0" presId="urn:microsoft.com/office/officeart/2008/layout/HexagonCluster"/>
    <dgm:cxn modelId="{C61FC346-0907-41A8-887B-62D6E847ED1F}" type="presParOf" srcId="{D7754A6D-AE0B-4B32-9A34-D5B034C4A2D3}" destId="{1CE17233-7546-4F5D-BEBF-78949A9207DE}" srcOrd="0" destOrd="0" presId="urn:microsoft.com/office/officeart/2008/layout/HexagonCluster"/>
    <dgm:cxn modelId="{70422721-0A54-492A-BE7B-9050B3A33F05}" type="presParOf" srcId="{A4EF29CC-A543-41A1-AD4F-58CFF52FBA5E}" destId="{AA61C533-18E3-44E8-93C3-5EAA6FBE3A51}" srcOrd="14" destOrd="0" presId="urn:microsoft.com/office/officeart/2008/layout/HexagonCluster"/>
    <dgm:cxn modelId="{156CD3C9-01A4-4D01-AA6A-6AB6D401892E}" type="presParOf" srcId="{AA61C533-18E3-44E8-93C3-5EAA6FBE3A51}" destId="{C3E8B2E9-77FF-4ABE-8A8E-2D533A54DFD9}" srcOrd="0" destOrd="0" presId="urn:microsoft.com/office/officeart/2008/layout/HexagonCluster"/>
    <dgm:cxn modelId="{D2BD19A9-5065-4C80-A746-46C3FEAB0F9A}" type="presParOf" srcId="{A4EF29CC-A543-41A1-AD4F-58CFF52FBA5E}" destId="{68934D8C-2621-42B9-8AF3-AFC35739F410}" srcOrd="15" destOrd="0" presId="urn:microsoft.com/office/officeart/2008/layout/HexagonCluster"/>
    <dgm:cxn modelId="{D5BF7554-7D11-4425-9818-E33075B8CB7F}" type="presParOf" srcId="{68934D8C-2621-42B9-8AF3-AFC35739F410}" destId="{8F3893CE-82AC-4551-8B76-2B8E943A45D7}" srcOrd="0" destOrd="0" presId="urn:microsoft.com/office/officeart/2008/layout/HexagonCluster"/>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35C9BF7F-8A00-4354-8EF0-AC8E2E2E4D3D}" type="doc">
      <dgm:prSet loTypeId="urn:microsoft.com/office/officeart/2008/layout/LinedList" loCatId="list" qsTypeId="urn:microsoft.com/office/officeart/2005/8/quickstyle/simple1" qsCatId="simple" csTypeId="urn:microsoft.com/office/officeart/2005/8/colors/colorful1" csCatId="colorful" phldr="1"/>
      <dgm:spPr/>
      <dgm:t>
        <a:bodyPr/>
        <a:lstStyle/>
        <a:p>
          <a:endParaRPr lang="en-US"/>
        </a:p>
      </dgm:t>
    </dgm:pt>
    <dgm:pt modelId="{5B515850-1709-406C-892F-8D37264D0262}">
      <dgm:prSet phldrT="[Text]" custT="1"/>
      <dgm:spPr/>
      <dgm:t>
        <a:bodyPr/>
        <a:lstStyle/>
        <a:p>
          <a:r>
            <a:rPr lang="en-US" sz="3600" dirty="0"/>
            <a:t>Procedural Programming Language</a:t>
          </a:r>
        </a:p>
      </dgm:t>
    </dgm:pt>
    <dgm:pt modelId="{E32A34A0-8DEE-4224-9FE2-9A2091CA81B3}" type="parTrans" cxnId="{9188EE0D-517C-4D37-AD52-4D8E69BB77B8}">
      <dgm:prSet/>
      <dgm:spPr/>
      <dgm:t>
        <a:bodyPr/>
        <a:lstStyle/>
        <a:p>
          <a:endParaRPr lang="en-US" sz="2000"/>
        </a:p>
      </dgm:t>
    </dgm:pt>
    <dgm:pt modelId="{850B7FC8-8F13-408B-860B-36C378087F8A}" type="sibTrans" cxnId="{9188EE0D-517C-4D37-AD52-4D8E69BB77B8}">
      <dgm:prSet/>
      <dgm:spPr/>
      <dgm:t>
        <a:bodyPr/>
        <a:lstStyle/>
        <a:p>
          <a:endParaRPr lang="en-US" sz="2000"/>
        </a:p>
      </dgm:t>
    </dgm:pt>
    <dgm:pt modelId="{B63B74C0-2EEB-4BC4-845B-DE9856BB342C}">
      <dgm:prSet phldrT="[Text]" custT="1"/>
      <dgm:spPr/>
      <dgm:t>
        <a:bodyPr/>
        <a:lstStyle/>
        <a:p>
          <a:r>
            <a:rPr lang="en-US" sz="3200" b="0" i="0" dirty="0"/>
            <a:t>Procedural programming language is used to execute a sequence of statements which lead to a result. </a:t>
          </a:r>
          <a:endParaRPr lang="en-US" sz="3200" dirty="0"/>
        </a:p>
      </dgm:t>
    </dgm:pt>
    <dgm:pt modelId="{BF0271C7-9546-4943-8DFB-A10F68E3DC95}" type="parTrans" cxnId="{1F2373B6-5EB4-456C-8E05-7FE68B18283E}">
      <dgm:prSet/>
      <dgm:spPr/>
      <dgm:t>
        <a:bodyPr/>
        <a:lstStyle/>
        <a:p>
          <a:endParaRPr lang="en-US" sz="2000"/>
        </a:p>
      </dgm:t>
    </dgm:pt>
    <dgm:pt modelId="{1045B3ED-5E09-41D4-B571-BC806A8DE964}" type="sibTrans" cxnId="{1F2373B6-5EB4-456C-8E05-7FE68B18283E}">
      <dgm:prSet/>
      <dgm:spPr/>
      <dgm:t>
        <a:bodyPr/>
        <a:lstStyle/>
        <a:p>
          <a:endParaRPr lang="en-US" sz="2000"/>
        </a:p>
      </dgm:t>
    </dgm:pt>
    <dgm:pt modelId="{22E0E384-251C-40BA-8BC2-181848FB6E75}">
      <dgm:prSet phldrT="[Text]" custT="1"/>
      <dgm:spPr/>
      <dgm:t>
        <a:bodyPr/>
        <a:lstStyle/>
        <a:p>
          <a:r>
            <a:rPr lang="en-US" sz="3200" b="0" i="0" dirty="0"/>
            <a:t>This type of programming language uses multiple variables, heavy loops and other elements, which separates them from functional programming languages. </a:t>
          </a:r>
          <a:endParaRPr lang="en-US" sz="3200" dirty="0"/>
        </a:p>
      </dgm:t>
    </dgm:pt>
    <dgm:pt modelId="{ADEFBF58-A40D-48D1-96C7-005A004D239F}" type="parTrans" cxnId="{CB870E09-B222-4F4F-825E-715380D16A1F}">
      <dgm:prSet/>
      <dgm:spPr/>
      <dgm:t>
        <a:bodyPr/>
        <a:lstStyle/>
        <a:p>
          <a:endParaRPr lang="en-US" sz="2000"/>
        </a:p>
      </dgm:t>
    </dgm:pt>
    <dgm:pt modelId="{7E6C2A8A-B4C3-4A09-90B7-293DABB31F60}" type="sibTrans" cxnId="{CB870E09-B222-4F4F-825E-715380D16A1F}">
      <dgm:prSet/>
      <dgm:spPr/>
      <dgm:t>
        <a:bodyPr/>
        <a:lstStyle/>
        <a:p>
          <a:endParaRPr lang="en-US" sz="2000"/>
        </a:p>
      </dgm:t>
    </dgm:pt>
    <dgm:pt modelId="{9694E666-201D-4DD0-BD3D-946BC80DB880}">
      <dgm:prSet phldrT="[Text]" custT="1"/>
      <dgm:spPr/>
      <dgm:t>
        <a:bodyPr/>
        <a:lstStyle/>
        <a:p>
          <a:r>
            <a:rPr lang="en-US" sz="3200" b="0" i="0" dirty="0"/>
            <a:t>Functions of procedural language may control variables, other than function’s value  returns.</a:t>
          </a:r>
          <a:endParaRPr lang="en-US" sz="3200" dirty="0"/>
        </a:p>
      </dgm:t>
    </dgm:pt>
    <dgm:pt modelId="{E7680F53-50DA-44E3-831F-7150EECC6364}" type="parTrans" cxnId="{44CCA63B-C95A-4B03-A51D-377008C79F8E}">
      <dgm:prSet/>
      <dgm:spPr/>
      <dgm:t>
        <a:bodyPr/>
        <a:lstStyle/>
        <a:p>
          <a:endParaRPr lang="en-US" sz="2000"/>
        </a:p>
      </dgm:t>
    </dgm:pt>
    <dgm:pt modelId="{3A5E0383-2DAC-4CD5-A61D-3A6EF522FB02}" type="sibTrans" cxnId="{44CCA63B-C95A-4B03-A51D-377008C79F8E}">
      <dgm:prSet/>
      <dgm:spPr/>
      <dgm:t>
        <a:bodyPr/>
        <a:lstStyle/>
        <a:p>
          <a:endParaRPr lang="en-US" sz="2000"/>
        </a:p>
      </dgm:t>
    </dgm:pt>
    <dgm:pt modelId="{E896D1F5-F205-4334-B780-7BAFA04E121B}" type="pres">
      <dgm:prSet presAssocID="{35C9BF7F-8A00-4354-8EF0-AC8E2E2E4D3D}" presName="vert0" presStyleCnt="0">
        <dgm:presLayoutVars>
          <dgm:dir/>
          <dgm:animOne val="branch"/>
          <dgm:animLvl val="lvl"/>
        </dgm:presLayoutVars>
      </dgm:prSet>
      <dgm:spPr/>
    </dgm:pt>
    <dgm:pt modelId="{180740A4-4379-4008-9EDF-D4D7FF2BC96E}" type="pres">
      <dgm:prSet presAssocID="{5B515850-1709-406C-892F-8D37264D0262}" presName="thickLine" presStyleLbl="alignNode1" presStyleIdx="0" presStyleCnt="1"/>
      <dgm:spPr/>
    </dgm:pt>
    <dgm:pt modelId="{4ABE2F93-7A56-4B8E-A03F-39F34C422075}" type="pres">
      <dgm:prSet presAssocID="{5B515850-1709-406C-892F-8D37264D0262}" presName="horz1" presStyleCnt="0"/>
      <dgm:spPr/>
    </dgm:pt>
    <dgm:pt modelId="{5D6888D9-FA1A-4F85-92FE-58A61269A437}" type="pres">
      <dgm:prSet presAssocID="{5B515850-1709-406C-892F-8D37264D0262}" presName="tx1" presStyleLbl="revTx" presStyleIdx="0" presStyleCnt="4" custScaleX="147337"/>
      <dgm:spPr/>
    </dgm:pt>
    <dgm:pt modelId="{50A7363D-2AA6-4E99-96F0-1461F82AFC54}" type="pres">
      <dgm:prSet presAssocID="{5B515850-1709-406C-892F-8D37264D0262}" presName="vert1" presStyleCnt="0"/>
      <dgm:spPr/>
    </dgm:pt>
    <dgm:pt modelId="{187F777B-8B03-4EC2-BB9E-F335992B8BBF}" type="pres">
      <dgm:prSet presAssocID="{B63B74C0-2EEB-4BC4-845B-DE9856BB342C}" presName="vertSpace2a" presStyleCnt="0"/>
      <dgm:spPr/>
    </dgm:pt>
    <dgm:pt modelId="{8F252C39-4CE9-4E24-BB87-1B5E89B7997E}" type="pres">
      <dgm:prSet presAssocID="{B63B74C0-2EEB-4BC4-845B-DE9856BB342C}" presName="horz2" presStyleCnt="0"/>
      <dgm:spPr/>
    </dgm:pt>
    <dgm:pt modelId="{FE4DA528-5599-414F-AAFD-0B2FCCF1BE0C}" type="pres">
      <dgm:prSet presAssocID="{B63B74C0-2EEB-4BC4-845B-DE9856BB342C}" presName="horzSpace2" presStyleCnt="0"/>
      <dgm:spPr/>
    </dgm:pt>
    <dgm:pt modelId="{68C504DE-8ABD-4999-985C-3C6E6DE6DBBF}" type="pres">
      <dgm:prSet presAssocID="{B63B74C0-2EEB-4BC4-845B-DE9856BB342C}" presName="tx2" presStyleLbl="revTx" presStyleIdx="1" presStyleCnt="4"/>
      <dgm:spPr/>
    </dgm:pt>
    <dgm:pt modelId="{7A83B4D9-EA2B-4F5F-AEF9-25736AD86BA2}" type="pres">
      <dgm:prSet presAssocID="{B63B74C0-2EEB-4BC4-845B-DE9856BB342C}" presName="vert2" presStyleCnt="0"/>
      <dgm:spPr/>
    </dgm:pt>
    <dgm:pt modelId="{4AC4DBE4-285B-4A81-9326-EB35B477BFBF}" type="pres">
      <dgm:prSet presAssocID="{B63B74C0-2EEB-4BC4-845B-DE9856BB342C}" presName="thinLine2b" presStyleLbl="callout" presStyleIdx="0" presStyleCnt="3"/>
      <dgm:spPr/>
    </dgm:pt>
    <dgm:pt modelId="{DAFFB84C-7123-4386-B1E2-BAA5AFBC7BD2}" type="pres">
      <dgm:prSet presAssocID="{B63B74C0-2EEB-4BC4-845B-DE9856BB342C}" presName="vertSpace2b" presStyleCnt="0"/>
      <dgm:spPr/>
    </dgm:pt>
    <dgm:pt modelId="{333E9010-FFB1-4985-80D2-C30555EABD86}" type="pres">
      <dgm:prSet presAssocID="{22E0E384-251C-40BA-8BC2-181848FB6E75}" presName="horz2" presStyleCnt="0"/>
      <dgm:spPr/>
    </dgm:pt>
    <dgm:pt modelId="{7E1AAA74-29EF-4BCF-8695-22C702A9826C}" type="pres">
      <dgm:prSet presAssocID="{22E0E384-251C-40BA-8BC2-181848FB6E75}" presName="horzSpace2" presStyleCnt="0"/>
      <dgm:spPr/>
    </dgm:pt>
    <dgm:pt modelId="{B138C670-5653-4888-ADF0-B3D8E9129173}" type="pres">
      <dgm:prSet presAssocID="{22E0E384-251C-40BA-8BC2-181848FB6E75}" presName="tx2" presStyleLbl="revTx" presStyleIdx="2" presStyleCnt="4"/>
      <dgm:spPr/>
    </dgm:pt>
    <dgm:pt modelId="{04839B23-8C67-4CDE-B1B5-893AEDDD9722}" type="pres">
      <dgm:prSet presAssocID="{22E0E384-251C-40BA-8BC2-181848FB6E75}" presName="vert2" presStyleCnt="0"/>
      <dgm:spPr/>
    </dgm:pt>
    <dgm:pt modelId="{2C7B53CF-75FB-4E83-AF11-4F6F9BAEB1E2}" type="pres">
      <dgm:prSet presAssocID="{22E0E384-251C-40BA-8BC2-181848FB6E75}" presName="thinLine2b" presStyleLbl="callout" presStyleIdx="1" presStyleCnt="3"/>
      <dgm:spPr/>
    </dgm:pt>
    <dgm:pt modelId="{E9226ED6-1D2E-4675-AF33-4DDACB1B5D62}" type="pres">
      <dgm:prSet presAssocID="{22E0E384-251C-40BA-8BC2-181848FB6E75}" presName="vertSpace2b" presStyleCnt="0"/>
      <dgm:spPr/>
    </dgm:pt>
    <dgm:pt modelId="{CDE4CECC-AAC8-448C-A99D-88DEB861D538}" type="pres">
      <dgm:prSet presAssocID="{9694E666-201D-4DD0-BD3D-946BC80DB880}" presName="horz2" presStyleCnt="0"/>
      <dgm:spPr/>
    </dgm:pt>
    <dgm:pt modelId="{BC441B52-5DD5-489C-93BE-DFEE520F2815}" type="pres">
      <dgm:prSet presAssocID="{9694E666-201D-4DD0-BD3D-946BC80DB880}" presName="horzSpace2" presStyleCnt="0"/>
      <dgm:spPr/>
    </dgm:pt>
    <dgm:pt modelId="{C7150420-6E5D-47AB-BB7E-570B83312267}" type="pres">
      <dgm:prSet presAssocID="{9694E666-201D-4DD0-BD3D-946BC80DB880}" presName="tx2" presStyleLbl="revTx" presStyleIdx="3" presStyleCnt="4"/>
      <dgm:spPr/>
    </dgm:pt>
    <dgm:pt modelId="{46DA11E3-4A07-468D-835B-304C97DD67FF}" type="pres">
      <dgm:prSet presAssocID="{9694E666-201D-4DD0-BD3D-946BC80DB880}" presName="vert2" presStyleCnt="0"/>
      <dgm:spPr/>
    </dgm:pt>
    <dgm:pt modelId="{C499FAFA-B771-492B-9BD6-33FC51547D2A}" type="pres">
      <dgm:prSet presAssocID="{9694E666-201D-4DD0-BD3D-946BC80DB880}" presName="thinLine2b" presStyleLbl="callout" presStyleIdx="2" presStyleCnt="3"/>
      <dgm:spPr/>
    </dgm:pt>
    <dgm:pt modelId="{94CD25AA-5E97-4F34-98F0-81222FBD76EA}" type="pres">
      <dgm:prSet presAssocID="{9694E666-201D-4DD0-BD3D-946BC80DB880}" presName="vertSpace2b" presStyleCnt="0"/>
      <dgm:spPr/>
    </dgm:pt>
  </dgm:ptLst>
  <dgm:cxnLst>
    <dgm:cxn modelId="{CB870E09-B222-4F4F-825E-715380D16A1F}" srcId="{5B515850-1709-406C-892F-8D37264D0262}" destId="{22E0E384-251C-40BA-8BC2-181848FB6E75}" srcOrd="1" destOrd="0" parTransId="{ADEFBF58-A40D-48D1-96C7-005A004D239F}" sibTransId="{7E6C2A8A-B4C3-4A09-90B7-293DABB31F60}"/>
    <dgm:cxn modelId="{9188EE0D-517C-4D37-AD52-4D8E69BB77B8}" srcId="{35C9BF7F-8A00-4354-8EF0-AC8E2E2E4D3D}" destId="{5B515850-1709-406C-892F-8D37264D0262}" srcOrd="0" destOrd="0" parTransId="{E32A34A0-8DEE-4224-9FE2-9A2091CA81B3}" sibTransId="{850B7FC8-8F13-408B-860B-36C378087F8A}"/>
    <dgm:cxn modelId="{44CCA63B-C95A-4B03-A51D-377008C79F8E}" srcId="{5B515850-1709-406C-892F-8D37264D0262}" destId="{9694E666-201D-4DD0-BD3D-946BC80DB880}" srcOrd="2" destOrd="0" parTransId="{E7680F53-50DA-44E3-831F-7150EECC6364}" sibTransId="{3A5E0383-2DAC-4CD5-A61D-3A6EF522FB02}"/>
    <dgm:cxn modelId="{0965D85E-8A80-47E0-A8FA-92C90A50A2A4}" type="presOf" srcId="{35C9BF7F-8A00-4354-8EF0-AC8E2E2E4D3D}" destId="{E896D1F5-F205-4334-B780-7BAFA04E121B}" srcOrd="0" destOrd="0" presId="urn:microsoft.com/office/officeart/2008/layout/LinedList"/>
    <dgm:cxn modelId="{B40AED49-8C35-49F5-902F-70A7695932EB}" type="presOf" srcId="{5B515850-1709-406C-892F-8D37264D0262}" destId="{5D6888D9-FA1A-4F85-92FE-58A61269A437}" srcOrd="0" destOrd="0" presId="urn:microsoft.com/office/officeart/2008/layout/LinedList"/>
    <dgm:cxn modelId="{10A52557-BFDE-4832-B2EF-794D5B13F631}" type="presOf" srcId="{9694E666-201D-4DD0-BD3D-946BC80DB880}" destId="{C7150420-6E5D-47AB-BB7E-570B83312267}" srcOrd="0" destOrd="0" presId="urn:microsoft.com/office/officeart/2008/layout/LinedList"/>
    <dgm:cxn modelId="{1F2373B6-5EB4-456C-8E05-7FE68B18283E}" srcId="{5B515850-1709-406C-892F-8D37264D0262}" destId="{B63B74C0-2EEB-4BC4-845B-DE9856BB342C}" srcOrd="0" destOrd="0" parTransId="{BF0271C7-9546-4943-8DFB-A10F68E3DC95}" sibTransId="{1045B3ED-5E09-41D4-B571-BC806A8DE964}"/>
    <dgm:cxn modelId="{D15E81C9-56FA-4253-9E2A-95A039CE5554}" type="presOf" srcId="{B63B74C0-2EEB-4BC4-845B-DE9856BB342C}" destId="{68C504DE-8ABD-4999-985C-3C6E6DE6DBBF}" srcOrd="0" destOrd="0" presId="urn:microsoft.com/office/officeart/2008/layout/LinedList"/>
    <dgm:cxn modelId="{8C55CEDF-F4FD-4BC3-B12A-B213F69131DE}" type="presOf" srcId="{22E0E384-251C-40BA-8BC2-181848FB6E75}" destId="{B138C670-5653-4888-ADF0-B3D8E9129173}" srcOrd="0" destOrd="0" presId="urn:microsoft.com/office/officeart/2008/layout/LinedList"/>
    <dgm:cxn modelId="{0246752A-2171-4749-95CE-A04BAC6ED278}" type="presParOf" srcId="{E896D1F5-F205-4334-B780-7BAFA04E121B}" destId="{180740A4-4379-4008-9EDF-D4D7FF2BC96E}" srcOrd="0" destOrd="0" presId="urn:microsoft.com/office/officeart/2008/layout/LinedList"/>
    <dgm:cxn modelId="{621DE5E8-E998-4896-AF15-025D86BC45F1}" type="presParOf" srcId="{E896D1F5-F205-4334-B780-7BAFA04E121B}" destId="{4ABE2F93-7A56-4B8E-A03F-39F34C422075}" srcOrd="1" destOrd="0" presId="urn:microsoft.com/office/officeart/2008/layout/LinedList"/>
    <dgm:cxn modelId="{5836FD0E-2702-4614-BFE8-3BA22D1E2F35}" type="presParOf" srcId="{4ABE2F93-7A56-4B8E-A03F-39F34C422075}" destId="{5D6888D9-FA1A-4F85-92FE-58A61269A437}" srcOrd="0" destOrd="0" presId="urn:microsoft.com/office/officeart/2008/layout/LinedList"/>
    <dgm:cxn modelId="{4512C5E8-1F45-4858-8B8E-84EAD07595AB}" type="presParOf" srcId="{4ABE2F93-7A56-4B8E-A03F-39F34C422075}" destId="{50A7363D-2AA6-4E99-96F0-1461F82AFC54}" srcOrd="1" destOrd="0" presId="urn:microsoft.com/office/officeart/2008/layout/LinedList"/>
    <dgm:cxn modelId="{9DC87EA3-115B-4F89-ADEE-68A3378303E6}" type="presParOf" srcId="{50A7363D-2AA6-4E99-96F0-1461F82AFC54}" destId="{187F777B-8B03-4EC2-BB9E-F335992B8BBF}" srcOrd="0" destOrd="0" presId="urn:microsoft.com/office/officeart/2008/layout/LinedList"/>
    <dgm:cxn modelId="{6A0F643E-21C8-41A0-89A2-0F32CCBB33ED}" type="presParOf" srcId="{50A7363D-2AA6-4E99-96F0-1461F82AFC54}" destId="{8F252C39-4CE9-4E24-BB87-1B5E89B7997E}" srcOrd="1" destOrd="0" presId="urn:microsoft.com/office/officeart/2008/layout/LinedList"/>
    <dgm:cxn modelId="{F5C55A95-639F-4F6A-A8CF-317A938278D6}" type="presParOf" srcId="{8F252C39-4CE9-4E24-BB87-1B5E89B7997E}" destId="{FE4DA528-5599-414F-AAFD-0B2FCCF1BE0C}" srcOrd="0" destOrd="0" presId="urn:microsoft.com/office/officeart/2008/layout/LinedList"/>
    <dgm:cxn modelId="{F9F536D6-A355-4A6C-BAF8-B17B00DE2AD5}" type="presParOf" srcId="{8F252C39-4CE9-4E24-BB87-1B5E89B7997E}" destId="{68C504DE-8ABD-4999-985C-3C6E6DE6DBBF}" srcOrd="1" destOrd="0" presId="urn:microsoft.com/office/officeart/2008/layout/LinedList"/>
    <dgm:cxn modelId="{16D6A600-BFD0-4B59-8402-C056C2B07E16}" type="presParOf" srcId="{8F252C39-4CE9-4E24-BB87-1B5E89B7997E}" destId="{7A83B4D9-EA2B-4F5F-AEF9-25736AD86BA2}" srcOrd="2" destOrd="0" presId="urn:microsoft.com/office/officeart/2008/layout/LinedList"/>
    <dgm:cxn modelId="{676B6B95-5BCF-4677-B3FD-8764A6F20C07}" type="presParOf" srcId="{50A7363D-2AA6-4E99-96F0-1461F82AFC54}" destId="{4AC4DBE4-285B-4A81-9326-EB35B477BFBF}" srcOrd="2" destOrd="0" presId="urn:microsoft.com/office/officeart/2008/layout/LinedList"/>
    <dgm:cxn modelId="{07C5101C-93D0-47CE-94F4-B31B7A74E880}" type="presParOf" srcId="{50A7363D-2AA6-4E99-96F0-1461F82AFC54}" destId="{DAFFB84C-7123-4386-B1E2-BAA5AFBC7BD2}" srcOrd="3" destOrd="0" presId="urn:microsoft.com/office/officeart/2008/layout/LinedList"/>
    <dgm:cxn modelId="{BE7A4651-BD7E-465B-A6A9-D47B67A3949C}" type="presParOf" srcId="{50A7363D-2AA6-4E99-96F0-1461F82AFC54}" destId="{333E9010-FFB1-4985-80D2-C30555EABD86}" srcOrd="4" destOrd="0" presId="urn:microsoft.com/office/officeart/2008/layout/LinedList"/>
    <dgm:cxn modelId="{1D22DBCB-B6C3-4F1D-A17B-4628C6812F65}" type="presParOf" srcId="{333E9010-FFB1-4985-80D2-C30555EABD86}" destId="{7E1AAA74-29EF-4BCF-8695-22C702A9826C}" srcOrd="0" destOrd="0" presId="urn:microsoft.com/office/officeart/2008/layout/LinedList"/>
    <dgm:cxn modelId="{B70C0E50-BDFF-4657-96F6-CD146E3D9DDF}" type="presParOf" srcId="{333E9010-FFB1-4985-80D2-C30555EABD86}" destId="{B138C670-5653-4888-ADF0-B3D8E9129173}" srcOrd="1" destOrd="0" presId="urn:microsoft.com/office/officeart/2008/layout/LinedList"/>
    <dgm:cxn modelId="{F59A85F3-084A-4BCC-BF4A-0B93F08F6F88}" type="presParOf" srcId="{333E9010-FFB1-4985-80D2-C30555EABD86}" destId="{04839B23-8C67-4CDE-B1B5-893AEDDD9722}" srcOrd="2" destOrd="0" presId="urn:microsoft.com/office/officeart/2008/layout/LinedList"/>
    <dgm:cxn modelId="{5488B4E8-2A12-4579-9828-E598C0189D7A}" type="presParOf" srcId="{50A7363D-2AA6-4E99-96F0-1461F82AFC54}" destId="{2C7B53CF-75FB-4E83-AF11-4F6F9BAEB1E2}" srcOrd="5" destOrd="0" presId="urn:microsoft.com/office/officeart/2008/layout/LinedList"/>
    <dgm:cxn modelId="{E5551458-22C8-494E-9481-95CF1D6D5EF7}" type="presParOf" srcId="{50A7363D-2AA6-4E99-96F0-1461F82AFC54}" destId="{E9226ED6-1D2E-4675-AF33-4DDACB1B5D62}" srcOrd="6" destOrd="0" presId="urn:microsoft.com/office/officeart/2008/layout/LinedList"/>
    <dgm:cxn modelId="{FC2B1EBA-1E5E-43AD-8F53-81272612D4AB}" type="presParOf" srcId="{50A7363D-2AA6-4E99-96F0-1461F82AFC54}" destId="{CDE4CECC-AAC8-448C-A99D-88DEB861D538}" srcOrd="7" destOrd="0" presId="urn:microsoft.com/office/officeart/2008/layout/LinedList"/>
    <dgm:cxn modelId="{8E568826-A0B5-4FDB-9017-A0B96B6B90B0}" type="presParOf" srcId="{CDE4CECC-AAC8-448C-A99D-88DEB861D538}" destId="{BC441B52-5DD5-489C-93BE-DFEE520F2815}" srcOrd="0" destOrd="0" presId="urn:microsoft.com/office/officeart/2008/layout/LinedList"/>
    <dgm:cxn modelId="{B6B0355F-2B85-497A-991B-AD61007C6411}" type="presParOf" srcId="{CDE4CECC-AAC8-448C-A99D-88DEB861D538}" destId="{C7150420-6E5D-47AB-BB7E-570B83312267}" srcOrd="1" destOrd="0" presId="urn:microsoft.com/office/officeart/2008/layout/LinedList"/>
    <dgm:cxn modelId="{7D810403-1C62-4A57-A7FE-F5D7409FA6E4}" type="presParOf" srcId="{CDE4CECC-AAC8-448C-A99D-88DEB861D538}" destId="{46DA11E3-4A07-468D-835B-304C97DD67FF}" srcOrd="2" destOrd="0" presId="urn:microsoft.com/office/officeart/2008/layout/LinedList"/>
    <dgm:cxn modelId="{966C44D0-1C2F-4779-BC03-B4F1A7172B63}" type="presParOf" srcId="{50A7363D-2AA6-4E99-96F0-1461F82AFC54}" destId="{C499FAFA-B771-492B-9BD6-33FC51547D2A}" srcOrd="8" destOrd="0" presId="urn:microsoft.com/office/officeart/2008/layout/LinedList"/>
    <dgm:cxn modelId="{80F2E654-D671-4D4E-985C-932D18A1BC98}" type="presParOf" srcId="{50A7363D-2AA6-4E99-96F0-1461F82AFC54}" destId="{94CD25AA-5E97-4F34-98F0-81222FBD76EA}" srcOrd="9"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35C9BF7F-8A00-4354-8EF0-AC8E2E2E4D3D}" type="doc">
      <dgm:prSet loTypeId="urn:microsoft.com/office/officeart/2005/8/layout/bProcess4" loCatId="process" qsTypeId="urn:microsoft.com/office/officeart/2005/8/quickstyle/simple1" qsCatId="simple" csTypeId="urn:microsoft.com/office/officeart/2005/8/colors/colorful1" csCatId="colorful" phldr="1"/>
      <dgm:spPr/>
      <dgm:t>
        <a:bodyPr/>
        <a:lstStyle/>
        <a:p>
          <a:endParaRPr lang="en-US"/>
        </a:p>
      </dgm:t>
    </dgm:pt>
    <dgm:pt modelId="{B63B74C0-2EEB-4BC4-845B-DE9856BB342C}">
      <dgm:prSet phldrT="[Text]"/>
      <dgm:spPr/>
      <dgm:t>
        <a:bodyPr/>
        <a:lstStyle/>
        <a:p>
          <a:r>
            <a:rPr lang="en-US" dirty="0"/>
            <a:t>Fortran</a:t>
          </a:r>
        </a:p>
      </dgm:t>
    </dgm:pt>
    <dgm:pt modelId="{BF0271C7-9546-4943-8DFB-A10F68E3DC95}" type="parTrans" cxnId="{1F2373B6-5EB4-456C-8E05-7FE68B18283E}">
      <dgm:prSet/>
      <dgm:spPr/>
      <dgm:t>
        <a:bodyPr/>
        <a:lstStyle/>
        <a:p>
          <a:endParaRPr lang="en-US"/>
        </a:p>
      </dgm:t>
    </dgm:pt>
    <dgm:pt modelId="{1045B3ED-5E09-41D4-B571-BC806A8DE964}" type="sibTrans" cxnId="{1F2373B6-5EB4-456C-8E05-7FE68B18283E}">
      <dgm:prSet/>
      <dgm:spPr/>
      <dgm:t>
        <a:bodyPr/>
        <a:lstStyle/>
        <a:p>
          <a:endParaRPr lang="en-US"/>
        </a:p>
      </dgm:t>
    </dgm:pt>
    <dgm:pt modelId="{093D0553-E7F8-4887-A29F-C2BD60B5E525}">
      <dgm:prSet phldrT="[Text]"/>
      <dgm:spPr/>
      <dgm:t>
        <a:bodyPr/>
        <a:lstStyle/>
        <a:p>
          <a:r>
            <a:rPr lang="en-US" dirty="0"/>
            <a:t>Cobol</a:t>
          </a:r>
        </a:p>
      </dgm:t>
    </dgm:pt>
    <dgm:pt modelId="{89D0338A-9E69-4264-90E0-8E96992823DC}" type="parTrans" cxnId="{86280866-8C22-4661-88E8-5D24D83AF8A3}">
      <dgm:prSet/>
      <dgm:spPr/>
      <dgm:t>
        <a:bodyPr/>
        <a:lstStyle/>
        <a:p>
          <a:endParaRPr lang="en-US"/>
        </a:p>
      </dgm:t>
    </dgm:pt>
    <dgm:pt modelId="{D726FBB4-EFF2-4BC1-B436-B3B1F7A88A35}" type="sibTrans" cxnId="{86280866-8C22-4661-88E8-5D24D83AF8A3}">
      <dgm:prSet/>
      <dgm:spPr/>
      <dgm:t>
        <a:bodyPr/>
        <a:lstStyle/>
        <a:p>
          <a:endParaRPr lang="en-US"/>
        </a:p>
      </dgm:t>
    </dgm:pt>
    <dgm:pt modelId="{49B428F8-E96E-4FF1-937C-448AD3D01F68}">
      <dgm:prSet phldrT="[Text]"/>
      <dgm:spPr/>
      <dgm:t>
        <a:bodyPr/>
        <a:lstStyle/>
        <a:p>
          <a:r>
            <a:rPr lang="en-US" dirty="0" err="1"/>
            <a:t>Algo</a:t>
          </a:r>
          <a:endParaRPr lang="en-US" dirty="0"/>
        </a:p>
      </dgm:t>
    </dgm:pt>
    <dgm:pt modelId="{52A15114-0977-4198-9134-E9BBD18BEC74}" type="parTrans" cxnId="{A018A47D-ABEC-4011-9CB1-A68D92C7891A}">
      <dgm:prSet/>
      <dgm:spPr/>
      <dgm:t>
        <a:bodyPr/>
        <a:lstStyle/>
        <a:p>
          <a:endParaRPr lang="en-US"/>
        </a:p>
      </dgm:t>
    </dgm:pt>
    <dgm:pt modelId="{4396E4D1-AF26-4C42-A417-5EFCD641AD76}" type="sibTrans" cxnId="{A018A47D-ABEC-4011-9CB1-A68D92C7891A}">
      <dgm:prSet/>
      <dgm:spPr/>
      <dgm:t>
        <a:bodyPr/>
        <a:lstStyle/>
        <a:p>
          <a:endParaRPr lang="en-US"/>
        </a:p>
      </dgm:t>
    </dgm:pt>
    <dgm:pt modelId="{367A8205-41D1-4936-838E-4DA8B2B79E5D}">
      <dgm:prSet phldrT="[Text]"/>
      <dgm:spPr/>
      <dgm:t>
        <a:bodyPr/>
        <a:lstStyle/>
        <a:p>
          <a:r>
            <a:rPr lang="en-US" dirty="0"/>
            <a:t>Basic</a:t>
          </a:r>
        </a:p>
      </dgm:t>
    </dgm:pt>
    <dgm:pt modelId="{E897D54C-4E83-4CE4-BC38-3816F99BA696}" type="parTrans" cxnId="{A288449D-1227-40FA-93CB-48E087CE911A}">
      <dgm:prSet/>
      <dgm:spPr/>
      <dgm:t>
        <a:bodyPr/>
        <a:lstStyle/>
        <a:p>
          <a:endParaRPr lang="en-US"/>
        </a:p>
      </dgm:t>
    </dgm:pt>
    <dgm:pt modelId="{9E2ACA2E-B0E5-4D15-8D8F-025B4216EF69}" type="sibTrans" cxnId="{A288449D-1227-40FA-93CB-48E087CE911A}">
      <dgm:prSet/>
      <dgm:spPr/>
      <dgm:t>
        <a:bodyPr/>
        <a:lstStyle/>
        <a:p>
          <a:endParaRPr lang="en-US"/>
        </a:p>
      </dgm:t>
    </dgm:pt>
    <dgm:pt modelId="{74731B9E-E079-47C3-9827-224AABD6D80D}">
      <dgm:prSet phldrT="[Text]"/>
      <dgm:spPr/>
      <dgm:t>
        <a:bodyPr/>
        <a:lstStyle/>
        <a:p>
          <a:r>
            <a:rPr lang="en-US" dirty="0"/>
            <a:t>C</a:t>
          </a:r>
        </a:p>
      </dgm:t>
    </dgm:pt>
    <dgm:pt modelId="{A371E77A-34A7-4D2E-984F-65987FD5D16B}" type="parTrans" cxnId="{0F30A89D-7D6B-470C-AEC4-78D4A34A1CF5}">
      <dgm:prSet/>
      <dgm:spPr/>
      <dgm:t>
        <a:bodyPr/>
        <a:lstStyle/>
        <a:p>
          <a:endParaRPr lang="en-US"/>
        </a:p>
      </dgm:t>
    </dgm:pt>
    <dgm:pt modelId="{380CC795-277E-4D45-A19A-2B7259D23841}" type="sibTrans" cxnId="{0F30A89D-7D6B-470C-AEC4-78D4A34A1CF5}">
      <dgm:prSet/>
      <dgm:spPr/>
      <dgm:t>
        <a:bodyPr/>
        <a:lstStyle/>
        <a:p>
          <a:endParaRPr lang="en-US"/>
        </a:p>
      </dgm:t>
    </dgm:pt>
    <dgm:pt modelId="{6F4FE78E-223A-4D71-9799-3E6769C821EE}">
      <dgm:prSet phldrT="[Text]"/>
      <dgm:spPr/>
      <dgm:t>
        <a:bodyPr/>
        <a:lstStyle/>
        <a:p>
          <a:r>
            <a:rPr lang="en-US" dirty="0"/>
            <a:t>Pascal</a:t>
          </a:r>
        </a:p>
      </dgm:t>
    </dgm:pt>
    <dgm:pt modelId="{07DF5226-900D-444B-B2B0-CE0E6DA5C862}" type="parTrans" cxnId="{3D17483A-7008-4D1C-B882-40E26D870A31}">
      <dgm:prSet/>
      <dgm:spPr/>
      <dgm:t>
        <a:bodyPr/>
        <a:lstStyle/>
        <a:p>
          <a:endParaRPr lang="en-US"/>
        </a:p>
      </dgm:t>
    </dgm:pt>
    <dgm:pt modelId="{15DEAFB6-8624-4457-BFC4-109BA3538794}" type="sibTrans" cxnId="{3D17483A-7008-4D1C-B882-40E26D870A31}">
      <dgm:prSet/>
      <dgm:spPr/>
      <dgm:t>
        <a:bodyPr/>
        <a:lstStyle/>
        <a:p>
          <a:endParaRPr lang="en-US"/>
        </a:p>
      </dgm:t>
    </dgm:pt>
    <dgm:pt modelId="{E9BFBD6D-1D6B-44DD-AD0C-58A9BDA1686B}" type="pres">
      <dgm:prSet presAssocID="{35C9BF7F-8A00-4354-8EF0-AC8E2E2E4D3D}" presName="Name0" presStyleCnt="0">
        <dgm:presLayoutVars>
          <dgm:dir/>
          <dgm:resizeHandles/>
        </dgm:presLayoutVars>
      </dgm:prSet>
      <dgm:spPr/>
    </dgm:pt>
    <dgm:pt modelId="{F8E8E74E-D153-4559-9E27-65496346D54B}" type="pres">
      <dgm:prSet presAssocID="{B63B74C0-2EEB-4BC4-845B-DE9856BB342C}" presName="compNode" presStyleCnt="0"/>
      <dgm:spPr/>
    </dgm:pt>
    <dgm:pt modelId="{CAF88CC4-BBD7-44E7-BFC1-5C04B94F74DF}" type="pres">
      <dgm:prSet presAssocID="{B63B74C0-2EEB-4BC4-845B-DE9856BB342C}" presName="dummyConnPt" presStyleCnt="0"/>
      <dgm:spPr/>
    </dgm:pt>
    <dgm:pt modelId="{AA61C84E-91FE-4672-87E5-C989B11E4223}" type="pres">
      <dgm:prSet presAssocID="{B63B74C0-2EEB-4BC4-845B-DE9856BB342C}" presName="node" presStyleLbl="node1" presStyleIdx="0" presStyleCnt="6">
        <dgm:presLayoutVars>
          <dgm:bulletEnabled val="1"/>
        </dgm:presLayoutVars>
      </dgm:prSet>
      <dgm:spPr/>
    </dgm:pt>
    <dgm:pt modelId="{2D69FA82-8658-4B19-9187-51816D2F473B}" type="pres">
      <dgm:prSet presAssocID="{1045B3ED-5E09-41D4-B571-BC806A8DE964}" presName="sibTrans" presStyleLbl="bgSibTrans2D1" presStyleIdx="0" presStyleCnt="5"/>
      <dgm:spPr/>
    </dgm:pt>
    <dgm:pt modelId="{F6F81046-FCE4-4DF1-B339-9BDE3E0BAB0F}" type="pres">
      <dgm:prSet presAssocID="{093D0553-E7F8-4887-A29F-C2BD60B5E525}" presName="compNode" presStyleCnt="0"/>
      <dgm:spPr/>
    </dgm:pt>
    <dgm:pt modelId="{41A02276-7F6E-4358-AB56-8DC7E727DC66}" type="pres">
      <dgm:prSet presAssocID="{093D0553-E7F8-4887-A29F-C2BD60B5E525}" presName="dummyConnPt" presStyleCnt="0"/>
      <dgm:spPr/>
    </dgm:pt>
    <dgm:pt modelId="{A4E15E32-6BBA-4E97-A829-5DABA52064F2}" type="pres">
      <dgm:prSet presAssocID="{093D0553-E7F8-4887-A29F-C2BD60B5E525}" presName="node" presStyleLbl="node1" presStyleIdx="1" presStyleCnt="6">
        <dgm:presLayoutVars>
          <dgm:bulletEnabled val="1"/>
        </dgm:presLayoutVars>
      </dgm:prSet>
      <dgm:spPr/>
    </dgm:pt>
    <dgm:pt modelId="{E4227219-394E-4D34-B5A4-E99602AE2FF7}" type="pres">
      <dgm:prSet presAssocID="{D726FBB4-EFF2-4BC1-B436-B3B1F7A88A35}" presName="sibTrans" presStyleLbl="bgSibTrans2D1" presStyleIdx="1" presStyleCnt="5"/>
      <dgm:spPr/>
    </dgm:pt>
    <dgm:pt modelId="{F57B4F28-197E-4769-98DE-6E5AA70E0D37}" type="pres">
      <dgm:prSet presAssocID="{49B428F8-E96E-4FF1-937C-448AD3D01F68}" presName="compNode" presStyleCnt="0"/>
      <dgm:spPr/>
    </dgm:pt>
    <dgm:pt modelId="{7E7470C1-AB75-45A7-B388-DCF264C9B0E5}" type="pres">
      <dgm:prSet presAssocID="{49B428F8-E96E-4FF1-937C-448AD3D01F68}" presName="dummyConnPt" presStyleCnt="0"/>
      <dgm:spPr/>
    </dgm:pt>
    <dgm:pt modelId="{C025FA35-8960-4678-A5C9-AF5D73BB6264}" type="pres">
      <dgm:prSet presAssocID="{49B428F8-E96E-4FF1-937C-448AD3D01F68}" presName="node" presStyleLbl="node1" presStyleIdx="2" presStyleCnt="6">
        <dgm:presLayoutVars>
          <dgm:bulletEnabled val="1"/>
        </dgm:presLayoutVars>
      </dgm:prSet>
      <dgm:spPr/>
    </dgm:pt>
    <dgm:pt modelId="{B3A9080B-176F-4D5D-BA58-62B3BABFF471}" type="pres">
      <dgm:prSet presAssocID="{4396E4D1-AF26-4C42-A417-5EFCD641AD76}" presName="sibTrans" presStyleLbl="bgSibTrans2D1" presStyleIdx="2" presStyleCnt="5"/>
      <dgm:spPr/>
    </dgm:pt>
    <dgm:pt modelId="{CDA7C97F-9B87-4129-B4B4-5C021E0D8423}" type="pres">
      <dgm:prSet presAssocID="{367A8205-41D1-4936-838E-4DA8B2B79E5D}" presName="compNode" presStyleCnt="0"/>
      <dgm:spPr/>
    </dgm:pt>
    <dgm:pt modelId="{627A1AD2-60BD-4A36-98C5-686A08F8BDDF}" type="pres">
      <dgm:prSet presAssocID="{367A8205-41D1-4936-838E-4DA8B2B79E5D}" presName="dummyConnPt" presStyleCnt="0"/>
      <dgm:spPr/>
    </dgm:pt>
    <dgm:pt modelId="{1A4D5E31-D3DC-491A-97AC-C9ACA5156448}" type="pres">
      <dgm:prSet presAssocID="{367A8205-41D1-4936-838E-4DA8B2B79E5D}" presName="node" presStyleLbl="node1" presStyleIdx="3" presStyleCnt="6">
        <dgm:presLayoutVars>
          <dgm:bulletEnabled val="1"/>
        </dgm:presLayoutVars>
      </dgm:prSet>
      <dgm:spPr/>
    </dgm:pt>
    <dgm:pt modelId="{318C9E2A-AFF0-440A-A4A8-0F6AF51E126F}" type="pres">
      <dgm:prSet presAssocID="{9E2ACA2E-B0E5-4D15-8D8F-025B4216EF69}" presName="sibTrans" presStyleLbl="bgSibTrans2D1" presStyleIdx="3" presStyleCnt="5"/>
      <dgm:spPr/>
    </dgm:pt>
    <dgm:pt modelId="{7F67B2A3-E719-4330-AB35-B65773921AD2}" type="pres">
      <dgm:prSet presAssocID="{74731B9E-E079-47C3-9827-224AABD6D80D}" presName="compNode" presStyleCnt="0"/>
      <dgm:spPr/>
    </dgm:pt>
    <dgm:pt modelId="{4095D5DD-0DFB-47FA-9E82-FD841B05F6DF}" type="pres">
      <dgm:prSet presAssocID="{74731B9E-E079-47C3-9827-224AABD6D80D}" presName="dummyConnPt" presStyleCnt="0"/>
      <dgm:spPr/>
    </dgm:pt>
    <dgm:pt modelId="{41338540-80C2-4B13-844F-7FCD03FC9813}" type="pres">
      <dgm:prSet presAssocID="{74731B9E-E079-47C3-9827-224AABD6D80D}" presName="node" presStyleLbl="node1" presStyleIdx="4" presStyleCnt="6">
        <dgm:presLayoutVars>
          <dgm:bulletEnabled val="1"/>
        </dgm:presLayoutVars>
      </dgm:prSet>
      <dgm:spPr/>
    </dgm:pt>
    <dgm:pt modelId="{F5A60A52-53C7-40BC-8FDF-32F02B49CB4A}" type="pres">
      <dgm:prSet presAssocID="{380CC795-277E-4D45-A19A-2B7259D23841}" presName="sibTrans" presStyleLbl="bgSibTrans2D1" presStyleIdx="4" presStyleCnt="5"/>
      <dgm:spPr/>
    </dgm:pt>
    <dgm:pt modelId="{E6011271-A88E-4996-8BD5-DB7C72265AA3}" type="pres">
      <dgm:prSet presAssocID="{6F4FE78E-223A-4D71-9799-3E6769C821EE}" presName="compNode" presStyleCnt="0"/>
      <dgm:spPr/>
    </dgm:pt>
    <dgm:pt modelId="{E7F560BA-73A8-4E28-B790-6B4A363A4572}" type="pres">
      <dgm:prSet presAssocID="{6F4FE78E-223A-4D71-9799-3E6769C821EE}" presName="dummyConnPt" presStyleCnt="0"/>
      <dgm:spPr/>
    </dgm:pt>
    <dgm:pt modelId="{63600684-EE3F-4649-B8ED-9933B69792AC}" type="pres">
      <dgm:prSet presAssocID="{6F4FE78E-223A-4D71-9799-3E6769C821EE}" presName="node" presStyleLbl="node1" presStyleIdx="5" presStyleCnt="6">
        <dgm:presLayoutVars>
          <dgm:bulletEnabled val="1"/>
        </dgm:presLayoutVars>
      </dgm:prSet>
      <dgm:spPr/>
    </dgm:pt>
  </dgm:ptLst>
  <dgm:cxnLst>
    <dgm:cxn modelId="{01BB4519-4B34-4164-AB2F-3DB901A54D2D}" type="presOf" srcId="{6F4FE78E-223A-4D71-9799-3E6769C821EE}" destId="{63600684-EE3F-4649-B8ED-9933B69792AC}" srcOrd="0" destOrd="0" presId="urn:microsoft.com/office/officeart/2005/8/layout/bProcess4"/>
    <dgm:cxn modelId="{C426DB1A-1C89-4B4B-AFB3-C4054C6D2B00}" type="presOf" srcId="{9E2ACA2E-B0E5-4D15-8D8F-025B4216EF69}" destId="{318C9E2A-AFF0-440A-A4A8-0F6AF51E126F}" srcOrd="0" destOrd="0" presId="urn:microsoft.com/office/officeart/2005/8/layout/bProcess4"/>
    <dgm:cxn modelId="{1CA23D2B-A0EA-47E0-9174-B460A99D0069}" type="presOf" srcId="{4396E4D1-AF26-4C42-A417-5EFCD641AD76}" destId="{B3A9080B-176F-4D5D-BA58-62B3BABFF471}" srcOrd="0" destOrd="0" presId="urn:microsoft.com/office/officeart/2005/8/layout/bProcess4"/>
    <dgm:cxn modelId="{957D202D-F4F3-4037-8D79-8D3626E6AF16}" type="presOf" srcId="{B63B74C0-2EEB-4BC4-845B-DE9856BB342C}" destId="{AA61C84E-91FE-4672-87E5-C989B11E4223}" srcOrd="0" destOrd="0" presId="urn:microsoft.com/office/officeart/2005/8/layout/bProcess4"/>
    <dgm:cxn modelId="{8DFE202D-7975-4DD7-826D-6F4A664E7821}" type="presOf" srcId="{35C9BF7F-8A00-4354-8EF0-AC8E2E2E4D3D}" destId="{E9BFBD6D-1D6B-44DD-AD0C-58A9BDA1686B}" srcOrd="0" destOrd="0" presId="urn:microsoft.com/office/officeart/2005/8/layout/bProcess4"/>
    <dgm:cxn modelId="{3D17483A-7008-4D1C-B882-40E26D870A31}" srcId="{35C9BF7F-8A00-4354-8EF0-AC8E2E2E4D3D}" destId="{6F4FE78E-223A-4D71-9799-3E6769C821EE}" srcOrd="5" destOrd="0" parTransId="{07DF5226-900D-444B-B2B0-CE0E6DA5C862}" sibTransId="{15DEAFB6-8624-4457-BFC4-109BA3538794}"/>
    <dgm:cxn modelId="{5C310862-AED5-4AC9-8F4F-4CD720EF7722}" type="presOf" srcId="{380CC795-277E-4D45-A19A-2B7259D23841}" destId="{F5A60A52-53C7-40BC-8FDF-32F02B49CB4A}" srcOrd="0" destOrd="0" presId="urn:microsoft.com/office/officeart/2005/8/layout/bProcess4"/>
    <dgm:cxn modelId="{86280866-8C22-4661-88E8-5D24D83AF8A3}" srcId="{35C9BF7F-8A00-4354-8EF0-AC8E2E2E4D3D}" destId="{093D0553-E7F8-4887-A29F-C2BD60B5E525}" srcOrd="1" destOrd="0" parTransId="{89D0338A-9E69-4264-90E0-8E96992823DC}" sibTransId="{D726FBB4-EFF2-4BC1-B436-B3B1F7A88A35}"/>
    <dgm:cxn modelId="{A018A47D-ABEC-4011-9CB1-A68D92C7891A}" srcId="{35C9BF7F-8A00-4354-8EF0-AC8E2E2E4D3D}" destId="{49B428F8-E96E-4FF1-937C-448AD3D01F68}" srcOrd="2" destOrd="0" parTransId="{52A15114-0977-4198-9134-E9BBD18BEC74}" sibTransId="{4396E4D1-AF26-4C42-A417-5EFCD641AD76}"/>
    <dgm:cxn modelId="{0068D47D-5F0F-49FE-BC82-7F594A77D73C}" type="presOf" srcId="{D726FBB4-EFF2-4BC1-B436-B3B1F7A88A35}" destId="{E4227219-394E-4D34-B5A4-E99602AE2FF7}" srcOrd="0" destOrd="0" presId="urn:microsoft.com/office/officeart/2005/8/layout/bProcess4"/>
    <dgm:cxn modelId="{8418AC9A-77F0-471B-933D-8B439A45668A}" type="presOf" srcId="{74731B9E-E079-47C3-9827-224AABD6D80D}" destId="{41338540-80C2-4B13-844F-7FCD03FC9813}" srcOrd="0" destOrd="0" presId="urn:microsoft.com/office/officeart/2005/8/layout/bProcess4"/>
    <dgm:cxn modelId="{A288449D-1227-40FA-93CB-48E087CE911A}" srcId="{35C9BF7F-8A00-4354-8EF0-AC8E2E2E4D3D}" destId="{367A8205-41D1-4936-838E-4DA8B2B79E5D}" srcOrd="3" destOrd="0" parTransId="{E897D54C-4E83-4CE4-BC38-3816F99BA696}" sibTransId="{9E2ACA2E-B0E5-4D15-8D8F-025B4216EF69}"/>
    <dgm:cxn modelId="{0F30A89D-7D6B-470C-AEC4-78D4A34A1CF5}" srcId="{35C9BF7F-8A00-4354-8EF0-AC8E2E2E4D3D}" destId="{74731B9E-E079-47C3-9827-224AABD6D80D}" srcOrd="4" destOrd="0" parTransId="{A371E77A-34A7-4D2E-984F-65987FD5D16B}" sibTransId="{380CC795-277E-4D45-A19A-2B7259D23841}"/>
    <dgm:cxn modelId="{BC5772A1-FD28-43E2-A0EA-4C365A0F2359}" type="presOf" srcId="{49B428F8-E96E-4FF1-937C-448AD3D01F68}" destId="{C025FA35-8960-4678-A5C9-AF5D73BB6264}" srcOrd="0" destOrd="0" presId="urn:microsoft.com/office/officeart/2005/8/layout/bProcess4"/>
    <dgm:cxn modelId="{90B5F9A9-B0E7-4FDE-A955-389F3EFF0E8E}" type="presOf" srcId="{1045B3ED-5E09-41D4-B571-BC806A8DE964}" destId="{2D69FA82-8658-4B19-9187-51816D2F473B}" srcOrd="0" destOrd="0" presId="urn:microsoft.com/office/officeart/2005/8/layout/bProcess4"/>
    <dgm:cxn modelId="{1F2373B6-5EB4-456C-8E05-7FE68B18283E}" srcId="{35C9BF7F-8A00-4354-8EF0-AC8E2E2E4D3D}" destId="{B63B74C0-2EEB-4BC4-845B-DE9856BB342C}" srcOrd="0" destOrd="0" parTransId="{BF0271C7-9546-4943-8DFB-A10F68E3DC95}" sibTransId="{1045B3ED-5E09-41D4-B571-BC806A8DE964}"/>
    <dgm:cxn modelId="{FB1985B7-BB73-40F2-9DC1-E794980695BC}" type="presOf" srcId="{367A8205-41D1-4936-838E-4DA8B2B79E5D}" destId="{1A4D5E31-D3DC-491A-97AC-C9ACA5156448}" srcOrd="0" destOrd="0" presId="urn:microsoft.com/office/officeart/2005/8/layout/bProcess4"/>
    <dgm:cxn modelId="{C9B200C3-CA04-4678-80CC-846767EC453C}" type="presOf" srcId="{093D0553-E7F8-4887-A29F-C2BD60B5E525}" destId="{A4E15E32-6BBA-4E97-A829-5DABA52064F2}" srcOrd="0" destOrd="0" presId="urn:microsoft.com/office/officeart/2005/8/layout/bProcess4"/>
    <dgm:cxn modelId="{1CE368C3-A41B-4B0B-9DE0-AE30F588DD80}" type="presParOf" srcId="{E9BFBD6D-1D6B-44DD-AD0C-58A9BDA1686B}" destId="{F8E8E74E-D153-4559-9E27-65496346D54B}" srcOrd="0" destOrd="0" presId="urn:microsoft.com/office/officeart/2005/8/layout/bProcess4"/>
    <dgm:cxn modelId="{B2E80C69-5D6A-4FD4-9AB9-5FCD59F38C06}" type="presParOf" srcId="{F8E8E74E-D153-4559-9E27-65496346D54B}" destId="{CAF88CC4-BBD7-44E7-BFC1-5C04B94F74DF}" srcOrd="0" destOrd="0" presId="urn:microsoft.com/office/officeart/2005/8/layout/bProcess4"/>
    <dgm:cxn modelId="{F46868C9-4894-4801-8230-1BE243BF7631}" type="presParOf" srcId="{F8E8E74E-D153-4559-9E27-65496346D54B}" destId="{AA61C84E-91FE-4672-87E5-C989B11E4223}" srcOrd="1" destOrd="0" presId="urn:microsoft.com/office/officeart/2005/8/layout/bProcess4"/>
    <dgm:cxn modelId="{A86C18F8-9746-4B88-8A87-009392B02A48}" type="presParOf" srcId="{E9BFBD6D-1D6B-44DD-AD0C-58A9BDA1686B}" destId="{2D69FA82-8658-4B19-9187-51816D2F473B}" srcOrd="1" destOrd="0" presId="urn:microsoft.com/office/officeart/2005/8/layout/bProcess4"/>
    <dgm:cxn modelId="{073752B8-3863-4D7F-BFAF-73AA13512D57}" type="presParOf" srcId="{E9BFBD6D-1D6B-44DD-AD0C-58A9BDA1686B}" destId="{F6F81046-FCE4-4DF1-B339-9BDE3E0BAB0F}" srcOrd="2" destOrd="0" presId="urn:microsoft.com/office/officeart/2005/8/layout/bProcess4"/>
    <dgm:cxn modelId="{F13D2064-5733-4C44-B350-3FCADF553701}" type="presParOf" srcId="{F6F81046-FCE4-4DF1-B339-9BDE3E0BAB0F}" destId="{41A02276-7F6E-4358-AB56-8DC7E727DC66}" srcOrd="0" destOrd="0" presId="urn:microsoft.com/office/officeart/2005/8/layout/bProcess4"/>
    <dgm:cxn modelId="{AAFFC388-5845-4A97-8FB2-C731C7E0F6AA}" type="presParOf" srcId="{F6F81046-FCE4-4DF1-B339-9BDE3E0BAB0F}" destId="{A4E15E32-6BBA-4E97-A829-5DABA52064F2}" srcOrd="1" destOrd="0" presId="urn:microsoft.com/office/officeart/2005/8/layout/bProcess4"/>
    <dgm:cxn modelId="{CB8C6363-F70A-46C9-BB17-048891CA10D4}" type="presParOf" srcId="{E9BFBD6D-1D6B-44DD-AD0C-58A9BDA1686B}" destId="{E4227219-394E-4D34-B5A4-E99602AE2FF7}" srcOrd="3" destOrd="0" presId="urn:microsoft.com/office/officeart/2005/8/layout/bProcess4"/>
    <dgm:cxn modelId="{687C59A2-BDE1-4D41-875A-006FA912FE05}" type="presParOf" srcId="{E9BFBD6D-1D6B-44DD-AD0C-58A9BDA1686B}" destId="{F57B4F28-197E-4769-98DE-6E5AA70E0D37}" srcOrd="4" destOrd="0" presId="urn:microsoft.com/office/officeart/2005/8/layout/bProcess4"/>
    <dgm:cxn modelId="{08FA32C4-8CC5-4F32-8B4F-6EDE8C85E650}" type="presParOf" srcId="{F57B4F28-197E-4769-98DE-6E5AA70E0D37}" destId="{7E7470C1-AB75-45A7-B388-DCF264C9B0E5}" srcOrd="0" destOrd="0" presId="urn:microsoft.com/office/officeart/2005/8/layout/bProcess4"/>
    <dgm:cxn modelId="{DFE4C381-61CF-4920-8A9D-33AB1E040F83}" type="presParOf" srcId="{F57B4F28-197E-4769-98DE-6E5AA70E0D37}" destId="{C025FA35-8960-4678-A5C9-AF5D73BB6264}" srcOrd="1" destOrd="0" presId="urn:microsoft.com/office/officeart/2005/8/layout/bProcess4"/>
    <dgm:cxn modelId="{A4A74F51-3CB5-4E1E-9D83-53FCF05B12CA}" type="presParOf" srcId="{E9BFBD6D-1D6B-44DD-AD0C-58A9BDA1686B}" destId="{B3A9080B-176F-4D5D-BA58-62B3BABFF471}" srcOrd="5" destOrd="0" presId="urn:microsoft.com/office/officeart/2005/8/layout/bProcess4"/>
    <dgm:cxn modelId="{151835FE-9F6C-44FD-947F-B1498E6D225D}" type="presParOf" srcId="{E9BFBD6D-1D6B-44DD-AD0C-58A9BDA1686B}" destId="{CDA7C97F-9B87-4129-B4B4-5C021E0D8423}" srcOrd="6" destOrd="0" presId="urn:microsoft.com/office/officeart/2005/8/layout/bProcess4"/>
    <dgm:cxn modelId="{3FF73BFA-B5FC-4CBF-A053-F3C0CA3B0852}" type="presParOf" srcId="{CDA7C97F-9B87-4129-B4B4-5C021E0D8423}" destId="{627A1AD2-60BD-4A36-98C5-686A08F8BDDF}" srcOrd="0" destOrd="0" presId="urn:microsoft.com/office/officeart/2005/8/layout/bProcess4"/>
    <dgm:cxn modelId="{C927CBD8-CCB0-41D1-A8DE-6BECFF0F5499}" type="presParOf" srcId="{CDA7C97F-9B87-4129-B4B4-5C021E0D8423}" destId="{1A4D5E31-D3DC-491A-97AC-C9ACA5156448}" srcOrd="1" destOrd="0" presId="urn:microsoft.com/office/officeart/2005/8/layout/bProcess4"/>
    <dgm:cxn modelId="{9B6367E5-42E8-4BF4-9E2A-25BF3B19BA5D}" type="presParOf" srcId="{E9BFBD6D-1D6B-44DD-AD0C-58A9BDA1686B}" destId="{318C9E2A-AFF0-440A-A4A8-0F6AF51E126F}" srcOrd="7" destOrd="0" presId="urn:microsoft.com/office/officeart/2005/8/layout/bProcess4"/>
    <dgm:cxn modelId="{F4F325BC-ACCF-43EB-856F-9DEDD1487E01}" type="presParOf" srcId="{E9BFBD6D-1D6B-44DD-AD0C-58A9BDA1686B}" destId="{7F67B2A3-E719-4330-AB35-B65773921AD2}" srcOrd="8" destOrd="0" presId="urn:microsoft.com/office/officeart/2005/8/layout/bProcess4"/>
    <dgm:cxn modelId="{83B3BD23-72F3-45BA-BB2B-254C0FE5D25A}" type="presParOf" srcId="{7F67B2A3-E719-4330-AB35-B65773921AD2}" destId="{4095D5DD-0DFB-47FA-9E82-FD841B05F6DF}" srcOrd="0" destOrd="0" presId="urn:microsoft.com/office/officeart/2005/8/layout/bProcess4"/>
    <dgm:cxn modelId="{B603AD95-5E55-4002-968B-7CE030F8645B}" type="presParOf" srcId="{7F67B2A3-E719-4330-AB35-B65773921AD2}" destId="{41338540-80C2-4B13-844F-7FCD03FC9813}" srcOrd="1" destOrd="0" presId="urn:microsoft.com/office/officeart/2005/8/layout/bProcess4"/>
    <dgm:cxn modelId="{1060C153-F2D1-44FA-BABE-49F5D51B50A7}" type="presParOf" srcId="{E9BFBD6D-1D6B-44DD-AD0C-58A9BDA1686B}" destId="{F5A60A52-53C7-40BC-8FDF-32F02B49CB4A}" srcOrd="9" destOrd="0" presId="urn:microsoft.com/office/officeart/2005/8/layout/bProcess4"/>
    <dgm:cxn modelId="{9B542909-4FE4-4A95-980D-E2E8E4F898D4}" type="presParOf" srcId="{E9BFBD6D-1D6B-44DD-AD0C-58A9BDA1686B}" destId="{E6011271-A88E-4996-8BD5-DB7C72265AA3}" srcOrd="10" destOrd="0" presId="urn:microsoft.com/office/officeart/2005/8/layout/bProcess4"/>
    <dgm:cxn modelId="{CB2E9E4F-F323-4F32-BFB2-F8377D84CAB7}" type="presParOf" srcId="{E6011271-A88E-4996-8BD5-DB7C72265AA3}" destId="{E7F560BA-73A8-4E28-B790-6B4A363A4572}" srcOrd="0" destOrd="0" presId="urn:microsoft.com/office/officeart/2005/8/layout/bProcess4"/>
    <dgm:cxn modelId="{C26BECFD-F499-4819-8D70-BEB9F3FF529F}" type="presParOf" srcId="{E6011271-A88E-4996-8BD5-DB7C72265AA3}" destId="{63600684-EE3F-4649-B8ED-9933B69792AC}" srcOrd="1" destOrd="0" presId="urn:microsoft.com/office/officeart/2005/8/layout/b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35C9BF7F-8A00-4354-8EF0-AC8E2E2E4D3D}" type="doc">
      <dgm:prSet loTypeId="urn:microsoft.com/office/officeart/2008/layout/LinedList" loCatId="list" qsTypeId="urn:microsoft.com/office/officeart/2005/8/quickstyle/simple1" qsCatId="simple" csTypeId="urn:microsoft.com/office/officeart/2005/8/colors/colorful1" csCatId="colorful" phldr="1"/>
      <dgm:spPr/>
      <dgm:t>
        <a:bodyPr/>
        <a:lstStyle/>
        <a:p>
          <a:endParaRPr lang="en-US"/>
        </a:p>
      </dgm:t>
    </dgm:pt>
    <dgm:pt modelId="{B63B74C0-2EEB-4BC4-845B-DE9856BB342C}">
      <dgm:prSet phldrT="[Text]"/>
      <dgm:spPr/>
      <dgm:t>
        <a:bodyPr/>
        <a:lstStyle/>
        <a:p>
          <a:r>
            <a:rPr lang="en-US" b="0" i="0" dirty="0"/>
            <a:t>Functional programming (also called FP) is a way of thinking about software construction by creating pure functions. </a:t>
          </a:r>
          <a:endParaRPr lang="en-US" dirty="0"/>
        </a:p>
      </dgm:t>
    </dgm:pt>
    <dgm:pt modelId="{BF0271C7-9546-4943-8DFB-A10F68E3DC95}" type="parTrans" cxnId="{1F2373B6-5EB4-456C-8E05-7FE68B18283E}">
      <dgm:prSet/>
      <dgm:spPr/>
      <dgm:t>
        <a:bodyPr/>
        <a:lstStyle/>
        <a:p>
          <a:endParaRPr lang="en-US"/>
        </a:p>
      </dgm:t>
    </dgm:pt>
    <dgm:pt modelId="{1045B3ED-5E09-41D4-B571-BC806A8DE964}" type="sibTrans" cxnId="{1F2373B6-5EB4-456C-8E05-7FE68B18283E}">
      <dgm:prSet/>
      <dgm:spPr/>
      <dgm:t>
        <a:bodyPr/>
        <a:lstStyle/>
        <a:p>
          <a:endParaRPr lang="en-US"/>
        </a:p>
      </dgm:t>
    </dgm:pt>
    <dgm:pt modelId="{9001B3EE-ED60-495F-9D4A-DD6F9246A11F}">
      <dgm:prSet phldrT="[Text]"/>
      <dgm:spPr/>
      <dgm:t>
        <a:bodyPr/>
        <a:lstStyle/>
        <a:p>
          <a:r>
            <a:rPr lang="en-US" dirty="0"/>
            <a:t>T</a:t>
          </a:r>
          <a:r>
            <a:rPr lang="en-US" b="0" i="0" dirty="0"/>
            <a:t>ypically uses stored data, frequently avoiding loops in favor of recursive functions.</a:t>
          </a:r>
          <a:endParaRPr lang="en-US" dirty="0"/>
        </a:p>
      </dgm:t>
    </dgm:pt>
    <dgm:pt modelId="{C60DDAA5-42DD-4120-AA9B-5486FD3618D3}" type="parTrans" cxnId="{0F98D740-A078-4F4A-9BC3-64E2EFD2AFFF}">
      <dgm:prSet/>
      <dgm:spPr/>
      <dgm:t>
        <a:bodyPr/>
        <a:lstStyle/>
        <a:p>
          <a:endParaRPr lang="en-US"/>
        </a:p>
      </dgm:t>
    </dgm:pt>
    <dgm:pt modelId="{A95C5899-B03F-442A-936F-E3DB004FD579}" type="sibTrans" cxnId="{0F98D740-A078-4F4A-9BC3-64E2EFD2AFFF}">
      <dgm:prSet/>
      <dgm:spPr/>
      <dgm:t>
        <a:bodyPr/>
        <a:lstStyle/>
        <a:p>
          <a:endParaRPr lang="en-US"/>
        </a:p>
      </dgm:t>
    </dgm:pt>
    <dgm:pt modelId="{268668C5-C2E5-4F7B-BA3F-714F647F6909}">
      <dgm:prSet phldrT="[Text]"/>
      <dgm:spPr/>
      <dgm:t>
        <a:bodyPr/>
        <a:lstStyle/>
        <a:p>
          <a:r>
            <a:rPr lang="en-US" b="0" i="0" dirty="0"/>
            <a:t>FP emphasizes on expressions and declarations rather than execution of statements.</a:t>
          </a:r>
          <a:endParaRPr lang="en-US" dirty="0"/>
        </a:p>
      </dgm:t>
    </dgm:pt>
    <dgm:pt modelId="{44459B20-2235-48AB-B087-F6249CEE80D0}" type="parTrans" cxnId="{CC0C37B2-CE60-481D-9CE2-285E31A825F0}">
      <dgm:prSet/>
      <dgm:spPr/>
      <dgm:t>
        <a:bodyPr/>
        <a:lstStyle/>
        <a:p>
          <a:endParaRPr lang="en-US"/>
        </a:p>
      </dgm:t>
    </dgm:pt>
    <dgm:pt modelId="{A9611113-6EB9-4369-9C81-1D2A59ED9047}" type="sibTrans" cxnId="{CC0C37B2-CE60-481D-9CE2-285E31A825F0}">
      <dgm:prSet/>
      <dgm:spPr/>
      <dgm:t>
        <a:bodyPr/>
        <a:lstStyle/>
        <a:p>
          <a:endParaRPr lang="en-US"/>
        </a:p>
      </dgm:t>
    </dgm:pt>
    <dgm:pt modelId="{D3E98040-240A-49E7-8936-C4D991E5009D}">
      <dgm:prSet phldrT="[Text]"/>
      <dgm:spPr/>
      <dgm:t>
        <a:bodyPr/>
        <a:lstStyle/>
        <a:p>
          <a:r>
            <a:rPr lang="en-US" b="0" i="0" dirty="0"/>
            <a:t>Unlike other procedures which depend on a local or global state, value output in FP depends only on the arguments passed to the function.</a:t>
          </a:r>
          <a:endParaRPr lang="en-US" dirty="0"/>
        </a:p>
      </dgm:t>
    </dgm:pt>
    <dgm:pt modelId="{FF0DBF41-73FC-498C-B363-CA630D43DB5B}" type="parTrans" cxnId="{C201A116-39B8-48E4-B289-CCBB0C0DF0E2}">
      <dgm:prSet/>
      <dgm:spPr/>
      <dgm:t>
        <a:bodyPr/>
        <a:lstStyle/>
        <a:p>
          <a:endParaRPr lang="en-US"/>
        </a:p>
      </dgm:t>
    </dgm:pt>
    <dgm:pt modelId="{119BCED4-4D27-43FF-BFA9-DAEEE6A0219F}" type="sibTrans" cxnId="{C201A116-39B8-48E4-B289-CCBB0C0DF0E2}">
      <dgm:prSet/>
      <dgm:spPr/>
      <dgm:t>
        <a:bodyPr/>
        <a:lstStyle/>
        <a:p>
          <a:endParaRPr lang="en-US"/>
        </a:p>
      </dgm:t>
    </dgm:pt>
    <dgm:pt modelId="{5B515850-1709-406C-892F-8D37264D0262}">
      <dgm:prSet phldrT="[Text]"/>
      <dgm:spPr/>
      <dgm:t>
        <a:bodyPr/>
        <a:lstStyle/>
        <a:p>
          <a:r>
            <a:rPr lang="en-US" dirty="0"/>
            <a:t>Functional Programming</a:t>
          </a:r>
        </a:p>
        <a:p>
          <a:r>
            <a:rPr lang="en-US" dirty="0"/>
            <a:t>Language</a:t>
          </a:r>
        </a:p>
      </dgm:t>
    </dgm:pt>
    <dgm:pt modelId="{850B7FC8-8F13-408B-860B-36C378087F8A}" type="sibTrans" cxnId="{9188EE0D-517C-4D37-AD52-4D8E69BB77B8}">
      <dgm:prSet/>
      <dgm:spPr/>
      <dgm:t>
        <a:bodyPr/>
        <a:lstStyle/>
        <a:p>
          <a:endParaRPr lang="en-US"/>
        </a:p>
      </dgm:t>
    </dgm:pt>
    <dgm:pt modelId="{E32A34A0-8DEE-4224-9FE2-9A2091CA81B3}" type="parTrans" cxnId="{9188EE0D-517C-4D37-AD52-4D8E69BB77B8}">
      <dgm:prSet/>
      <dgm:spPr/>
      <dgm:t>
        <a:bodyPr/>
        <a:lstStyle/>
        <a:p>
          <a:endParaRPr lang="en-US"/>
        </a:p>
      </dgm:t>
    </dgm:pt>
    <dgm:pt modelId="{601CD872-4D5E-477A-BA58-965EBE4F826C}" type="pres">
      <dgm:prSet presAssocID="{35C9BF7F-8A00-4354-8EF0-AC8E2E2E4D3D}" presName="vert0" presStyleCnt="0">
        <dgm:presLayoutVars>
          <dgm:dir/>
          <dgm:animOne val="branch"/>
          <dgm:animLvl val="lvl"/>
        </dgm:presLayoutVars>
      </dgm:prSet>
      <dgm:spPr/>
    </dgm:pt>
    <dgm:pt modelId="{A7B267C9-167A-449F-BB96-EA41B23B10E3}" type="pres">
      <dgm:prSet presAssocID="{5B515850-1709-406C-892F-8D37264D0262}" presName="thickLine" presStyleLbl="alignNode1" presStyleIdx="0" presStyleCnt="1"/>
      <dgm:spPr/>
    </dgm:pt>
    <dgm:pt modelId="{679A2A20-83A4-4C02-BE1F-11C5CFBDF4C3}" type="pres">
      <dgm:prSet presAssocID="{5B515850-1709-406C-892F-8D37264D0262}" presName="horz1" presStyleCnt="0"/>
      <dgm:spPr/>
    </dgm:pt>
    <dgm:pt modelId="{BF8AE755-1367-4904-B2A0-AC3BB6D64F80}" type="pres">
      <dgm:prSet presAssocID="{5B515850-1709-406C-892F-8D37264D0262}" presName="tx1" presStyleLbl="revTx" presStyleIdx="0" presStyleCnt="5"/>
      <dgm:spPr/>
    </dgm:pt>
    <dgm:pt modelId="{3BCB7CC4-74D0-4AFF-B622-3ED70AA62F42}" type="pres">
      <dgm:prSet presAssocID="{5B515850-1709-406C-892F-8D37264D0262}" presName="vert1" presStyleCnt="0"/>
      <dgm:spPr/>
    </dgm:pt>
    <dgm:pt modelId="{646FD6A6-2695-4B9F-AE83-303EB4A21DBA}" type="pres">
      <dgm:prSet presAssocID="{B63B74C0-2EEB-4BC4-845B-DE9856BB342C}" presName="vertSpace2a" presStyleCnt="0"/>
      <dgm:spPr/>
    </dgm:pt>
    <dgm:pt modelId="{22E53AF0-C9F3-475D-B791-7A68FA6ECFB2}" type="pres">
      <dgm:prSet presAssocID="{B63B74C0-2EEB-4BC4-845B-DE9856BB342C}" presName="horz2" presStyleCnt="0"/>
      <dgm:spPr/>
    </dgm:pt>
    <dgm:pt modelId="{1766D180-4684-47FE-ACFD-AB62A7B207B8}" type="pres">
      <dgm:prSet presAssocID="{B63B74C0-2EEB-4BC4-845B-DE9856BB342C}" presName="horzSpace2" presStyleCnt="0"/>
      <dgm:spPr/>
    </dgm:pt>
    <dgm:pt modelId="{0EDDE23B-70B0-45CB-A434-80C7D056227A}" type="pres">
      <dgm:prSet presAssocID="{B63B74C0-2EEB-4BC4-845B-DE9856BB342C}" presName="tx2" presStyleLbl="revTx" presStyleIdx="1" presStyleCnt="5"/>
      <dgm:spPr/>
    </dgm:pt>
    <dgm:pt modelId="{C5B6432A-AB62-42E0-9DA8-0406B841F1E1}" type="pres">
      <dgm:prSet presAssocID="{B63B74C0-2EEB-4BC4-845B-DE9856BB342C}" presName="vert2" presStyleCnt="0"/>
      <dgm:spPr/>
    </dgm:pt>
    <dgm:pt modelId="{F0BD2C63-9220-4588-AC85-45F42D0AA3EC}" type="pres">
      <dgm:prSet presAssocID="{B63B74C0-2EEB-4BC4-845B-DE9856BB342C}" presName="thinLine2b" presStyleLbl="callout" presStyleIdx="0" presStyleCnt="4"/>
      <dgm:spPr/>
    </dgm:pt>
    <dgm:pt modelId="{3B6CCBA2-CCEE-42A8-ABFF-29E8A51DB793}" type="pres">
      <dgm:prSet presAssocID="{B63B74C0-2EEB-4BC4-845B-DE9856BB342C}" presName="vertSpace2b" presStyleCnt="0"/>
      <dgm:spPr/>
    </dgm:pt>
    <dgm:pt modelId="{5CA0829B-D686-4F36-B401-8B201B45E0B5}" type="pres">
      <dgm:prSet presAssocID="{9001B3EE-ED60-495F-9D4A-DD6F9246A11F}" presName="horz2" presStyleCnt="0"/>
      <dgm:spPr/>
    </dgm:pt>
    <dgm:pt modelId="{BB9BA369-A537-4BE0-BE38-2EA89C3554D0}" type="pres">
      <dgm:prSet presAssocID="{9001B3EE-ED60-495F-9D4A-DD6F9246A11F}" presName="horzSpace2" presStyleCnt="0"/>
      <dgm:spPr/>
    </dgm:pt>
    <dgm:pt modelId="{CBB4B7EE-D584-4DDE-BE84-37B6801CE312}" type="pres">
      <dgm:prSet presAssocID="{9001B3EE-ED60-495F-9D4A-DD6F9246A11F}" presName="tx2" presStyleLbl="revTx" presStyleIdx="2" presStyleCnt="5"/>
      <dgm:spPr/>
    </dgm:pt>
    <dgm:pt modelId="{D8F3BACA-CB54-45D9-9E28-9909ABAB34EB}" type="pres">
      <dgm:prSet presAssocID="{9001B3EE-ED60-495F-9D4A-DD6F9246A11F}" presName="vert2" presStyleCnt="0"/>
      <dgm:spPr/>
    </dgm:pt>
    <dgm:pt modelId="{952EB24A-E6AA-4EB3-9628-6DA3F6DA5085}" type="pres">
      <dgm:prSet presAssocID="{9001B3EE-ED60-495F-9D4A-DD6F9246A11F}" presName="thinLine2b" presStyleLbl="callout" presStyleIdx="1" presStyleCnt="4"/>
      <dgm:spPr/>
    </dgm:pt>
    <dgm:pt modelId="{A2D85E25-C9A4-49C5-9947-9E23B29FF52F}" type="pres">
      <dgm:prSet presAssocID="{9001B3EE-ED60-495F-9D4A-DD6F9246A11F}" presName="vertSpace2b" presStyleCnt="0"/>
      <dgm:spPr/>
    </dgm:pt>
    <dgm:pt modelId="{3D9013FF-7420-40CE-AAD0-2AE313D1B17E}" type="pres">
      <dgm:prSet presAssocID="{268668C5-C2E5-4F7B-BA3F-714F647F6909}" presName="horz2" presStyleCnt="0"/>
      <dgm:spPr/>
    </dgm:pt>
    <dgm:pt modelId="{D87D49AA-2DA4-4581-B01A-6B3660C48178}" type="pres">
      <dgm:prSet presAssocID="{268668C5-C2E5-4F7B-BA3F-714F647F6909}" presName="horzSpace2" presStyleCnt="0"/>
      <dgm:spPr/>
    </dgm:pt>
    <dgm:pt modelId="{CB3F306A-794B-4C2F-B665-7AE46CCA285A}" type="pres">
      <dgm:prSet presAssocID="{268668C5-C2E5-4F7B-BA3F-714F647F6909}" presName="tx2" presStyleLbl="revTx" presStyleIdx="3" presStyleCnt="5"/>
      <dgm:spPr/>
    </dgm:pt>
    <dgm:pt modelId="{1F3F6C4C-B8B7-41F7-9AB0-75FFC57BDF3D}" type="pres">
      <dgm:prSet presAssocID="{268668C5-C2E5-4F7B-BA3F-714F647F6909}" presName="vert2" presStyleCnt="0"/>
      <dgm:spPr/>
    </dgm:pt>
    <dgm:pt modelId="{D611B2DE-3C1C-46AC-8EAC-7ECE3F8A29FF}" type="pres">
      <dgm:prSet presAssocID="{268668C5-C2E5-4F7B-BA3F-714F647F6909}" presName="thinLine2b" presStyleLbl="callout" presStyleIdx="2" presStyleCnt="4"/>
      <dgm:spPr/>
    </dgm:pt>
    <dgm:pt modelId="{061B0610-E173-4066-B6A6-27F6B3CDB520}" type="pres">
      <dgm:prSet presAssocID="{268668C5-C2E5-4F7B-BA3F-714F647F6909}" presName="vertSpace2b" presStyleCnt="0"/>
      <dgm:spPr/>
    </dgm:pt>
    <dgm:pt modelId="{743D7332-5D2B-4AF3-B480-B5291087DD11}" type="pres">
      <dgm:prSet presAssocID="{D3E98040-240A-49E7-8936-C4D991E5009D}" presName="horz2" presStyleCnt="0"/>
      <dgm:spPr/>
    </dgm:pt>
    <dgm:pt modelId="{FB240774-A9FF-4947-BD84-3784DBD4AF2D}" type="pres">
      <dgm:prSet presAssocID="{D3E98040-240A-49E7-8936-C4D991E5009D}" presName="horzSpace2" presStyleCnt="0"/>
      <dgm:spPr/>
    </dgm:pt>
    <dgm:pt modelId="{3773BC90-456E-46EA-9351-DE3E1470A014}" type="pres">
      <dgm:prSet presAssocID="{D3E98040-240A-49E7-8936-C4D991E5009D}" presName="tx2" presStyleLbl="revTx" presStyleIdx="4" presStyleCnt="5"/>
      <dgm:spPr/>
    </dgm:pt>
    <dgm:pt modelId="{CCF37560-81B8-4A04-AB42-A475454BE170}" type="pres">
      <dgm:prSet presAssocID="{D3E98040-240A-49E7-8936-C4D991E5009D}" presName="vert2" presStyleCnt="0"/>
      <dgm:spPr/>
    </dgm:pt>
    <dgm:pt modelId="{B06BA2D1-05FF-4630-B021-E9E6F22D98BE}" type="pres">
      <dgm:prSet presAssocID="{D3E98040-240A-49E7-8936-C4D991E5009D}" presName="thinLine2b" presStyleLbl="callout" presStyleIdx="3" presStyleCnt="4"/>
      <dgm:spPr/>
    </dgm:pt>
    <dgm:pt modelId="{A9BA03E8-DFE3-4111-B74C-F99936CF374A}" type="pres">
      <dgm:prSet presAssocID="{D3E98040-240A-49E7-8936-C4D991E5009D}" presName="vertSpace2b" presStyleCnt="0"/>
      <dgm:spPr/>
    </dgm:pt>
  </dgm:ptLst>
  <dgm:cxnLst>
    <dgm:cxn modelId="{9188EE0D-517C-4D37-AD52-4D8E69BB77B8}" srcId="{35C9BF7F-8A00-4354-8EF0-AC8E2E2E4D3D}" destId="{5B515850-1709-406C-892F-8D37264D0262}" srcOrd="0" destOrd="0" parTransId="{E32A34A0-8DEE-4224-9FE2-9A2091CA81B3}" sibTransId="{850B7FC8-8F13-408B-860B-36C378087F8A}"/>
    <dgm:cxn modelId="{C201A116-39B8-48E4-B289-CCBB0C0DF0E2}" srcId="{5B515850-1709-406C-892F-8D37264D0262}" destId="{D3E98040-240A-49E7-8936-C4D991E5009D}" srcOrd="3" destOrd="0" parTransId="{FF0DBF41-73FC-498C-B363-CA630D43DB5B}" sibTransId="{119BCED4-4D27-43FF-BFA9-DAEEE6A0219F}"/>
    <dgm:cxn modelId="{DDC99219-2D12-49FE-8E92-51F39466AE75}" type="presOf" srcId="{5B515850-1709-406C-892F-8D37264D0262}" destId="{BF8AE755-1367-4904-B2A0-AC3BB6D64F80}" srcOrd="0" destOrd="0" presId="urn:microsoft.com/office/officeart/2008/layout/LinedList"/>
    <dgm:cxn modelId="{AC98532E-4BD0-461F-9D83-191A68FA77EB}" type="presOf" srcId="{D3E98040-240A-49E7-8936-C4D991E5009D}" destId="{3773BC90-456E-46EA-9351-DE3E1470A014}" srcOrd="0" destOrd="0" presId="urn:microsoft.com/office/officeart/2008/layout/LinedList"/>
    <dgm:cxn modelId="{88FEAE33-127B-4423-8E1E-E5D3C2EDE021}" type="presOf" srcId="{268668C5-C2E5-4F7B-BA3F-714F647F6909}" destId="{CB3F306A-794B-4C2F-B665-7AE46CCA285A}" srcOrd="0" destOrd="0" presId="urn:microsoft.com/office/officeart/2008/layout/LinedList"/>
    <dgm:cxn modelId="{0F98D740-A078-4F4A-9BC3-64E2EFD2AFFF}" srcId="{5B515850-1709-406C-892F-8D37264D0262}" destId="{9001B3EE-ED60-495F-9D4A-DD6F9246A11F}" srcOrd="1" destOrd="0" parTransId="{C60DDAA5-42DD-4120-AA9B-5486FD3618D3}" sibTransId="{A95C5899-B03F-442A-936F-E3DB004FD579}"/>
    <dgm:cxn modelId="{77B98E94-57FC-41B9-88E4-7147239AE8C3}" type="presOf" srcId="{35C9BF7F-8A00-4354-8EF0-AC8E2E2E4D3D}" destId="{601CD872-4D5E-477A-BA58-965EBE4F826C}" srcOrd="0" destOrd="0" presId="urn:microsoft.com/office/officeart/2008/layout/LinedList"/>
    <dgm:cxn modelId="{A047899F-7A0F-492D-B4A9-25DA84C34A18}" type="presOf" srcId="{B63B74C0-2EEB-4BC4-845B-DE9856BB342C}" destId="{0EDDE23B-70B0-45CB-A434-80C7D056227A}" srcOrd="0" destOrd="0" presId="urn:microsoft.com/office/officeart/2008/layout/LinedList"/>
    <dgm:cxn modelId="{CC0C37B2-CE60-481D-9CE2-285E31A825F0}" srcId="{5B515850-1709-406C-892F-8D37264D0262}" destId="{268668C5-C2E5-4F7B-BA3F-714F647F6909}" srcOrd="2" destOrd="0" parTransId="{44459B20-2235-48AB-B087-F6249CEE80D0}" sibTransId="{A9611113-6EB9-4369-9C81-1D2A59ED9047}"/>
    <dgm:cxn modelId="{1F2373B6-5EB4-456C-8E05-7FE68B18283E}" srcId="{5B515850-1709-406C-892F-8D37264D0262}" destId="{B63B74C0-2EEB-4BC4-845B-DE9856BB342C}" srcOrd="0" destOrd="0" parTransId="{BF0271C7-9546-4943-8DFB-A10F68E3DC95}" sibTransId="{1045B3ED-5E09-41D4-B571-BC806A8DE964}"/>
    <dgm:cxn modelId="{3A1211E6-CEC5-42A2-A08F-C16CBE87A191}" type="presOf" srcId="{9001B3EE-ED60-495F-9D4A-DD6F9246A11F}" destId="{CBB4B7EE-D584-4DDE-BE84-37B6801CE312}" srcOrd="0" destOrd="0" presId="urn:microsoft.com/office/officeart/2008/layout/LinedList"/>
    <dgm:cxn modelId="{1A46C1A0-A493-4132-9799-37605D9E0F33}" type="presParOf" srcId="{601CD872-4D5E-477A-BA58-965EBE4F826C}" destId="{A7B267C9-167A-449F-BB96-EA41B23B10E3}" srcOrd="0" destOrd="0" presId="urn:microsoft.com/office/officeart/2008/layout/LinedList"/>
    <dgm:cxn modelId="{AB6309E4-2209-4481-A1E4-10160F52E6FA}" type="presParOf" srcId="{601CD872-4D5E-477A-BA58-965EBE4F826C}" destId="{679A2A20-83A4-4C02-BE1F-11C5CFBDF4C3}" srcOrd="1" destOrd="0" presId="urn:microsoft.com/office/officeart/2008/layout/LinedList"/>
    <dgm:cxn modelId="{27B784C6-FC2D-43ED-8A63-C1670545BDAB}" type="presParOf" srcId="{679A2A20-83A4-4C02-BE1F-11C5CFBDF4C3}" destId="{BF8AE755-1367-4904-B2A0-AC3BB6D64F80}" srcOrd="0" destOrd="0" presId="urn:microsoft.com/office/officeart/2008/layout/LinedList"/>
    <dgm:cxn modelId="{B10138E6-B49D-405C-8DA2-B7072F29BBB8}" type="presParOf" srcId="{679A2A20-83A4-4C02-BE1F-11C5CFBDF4C3}" destId="{3BCB7CC4-74D0-4AFF-B622-3ED70AA62F42}" srcOrd="1" destOrd="0" presId="urn:microsoft.com/office/officeart/2008/layout/LinedList"/>
    <dgm:cxn modelId="{9E3AC709-EE4C-4B4D-91BA-05B06B3A0976}" type="presParOf" srcId="{3BCB7CC4-74D0-4AFF-B622-3ED70AA62F42}" destId="{646FD6A6-2695-4B9F-AE83-303EB4A21DBA}" srcOrd="0" destOrd="0" presId="urn:microsoft.com/office/officeart/2008/layout/LinedList"/>
    <dgm:cxn modelId="{D148334B-9126-415F-98FA-FD8CF431D935}" type="presParOf" srcId="{3BCB7CC4-74D0-4AFF-B622-3ED70AA62F42}" destId="{22E53AF0-C9F3-475D-B791-7A68FA6ECFB2}" srcOrd="1" destOrd="0" presId="urn:microsoft.com/office/officeart/2008/layout/LinedList"/>
    <dgm:cxn modelId="{23BEE1FD-D180-4CC6-AB4B-BAD817F26ACA}" type="presParOf" srcId="{22E53AF0-C9F3-475D-B791-7A68FA6ECFB2}" destId="{1766D180-4684-47FE-ACFD-AB62A7B207B8}" srcOrd="0" destOrd="0" presId="urn:microsoft.com/office/officeart/2008/layout/LinedList"/>
    <dgm:cxn modelId="{A8B256CD-578E-44FB-9798-545DC137BD1A}" type="presParOf" srcId="{22E53AF0-C9F3-475D-B791-7A68FA6ECFB2}" destId="{0EDDE23B-70B0-45CB-A434-80C7D056227A}" srcOrd="1" destOrd="0" presId="urn:microsoft.com/office/officeart/2008/layout/LinedList"/>
    <dgm:cxn modelId="{A876A061-DFFA-4AAF-8872-10FACCB05972}" type="presParOf" srcId="{22E53AF0-C9F3-475D-B791-7A68FA6ECFB2}" destId="{C5B6432A-AB62-42E0-9DA8-0406B841F1E1}" srcOrd="2" destOrd="0" presId="urn:microsoft.com/office/officeart/2008/layout/LinedList"/>
    <dgm:cxn modelId="{FA7C543F-53FB-4158-ADAF-872D762AEC86}" type="presParOf" srcId="{3BCB7CC4-74D0-4AFF-B622-3ED70AA62F42}" destId="{F0BD2C63-9220-4588-AC85-45F42D0AA3EC}" srcOrd="2" destOrd="0" presId="urn:microsoft.com/office/officeart/2008/layout/LinedList"/>
    <dgm:cxn modelId="{4EAB6A29-BE34-413A-A651-740A8B3E7873}" type="presParOf" srcId="{3BCB7CC4-74D0-4AFF-B622-3ED70AA62F42}" destId="{3B6CCBA2-CCEE-42A8-ABFF-29E8A51DB793}" srcOrd="3" destOrd="0" presId="urn:microsoft.com/office/officeart/2008/layout/LinedList"/>
    <dgm:cxn modelId="{C0E457D9-9694-4A9A-B6EE-6422B1CE133C}" type="presParOf" srcId="{3BCB7CC4-74D0-4AFF-B622-3ED70AA62F42}" destId="{5CA0829B-D686-4F36-B401-8B201B45E0B5}" srcOrd="4" destOrd="0" presId="urn:microsoft.com/office/officeart/2008/layout/LinedList"/>
    <dgm:cxn modelId="{DC2065A7-9266-4030-80C8-9CAD60514BAD}" type="presParOf" srcId="{5CA0829B-D686-4F36-B401-8B201B45E0B5}" destId="{BB9BA369-A537-4BE0-BE38-2EA89C3554D0}" srcOrd="0" destOrd="0" presId="urn:microsoft.com/office/officeart/2008/layout/LinedList"/>
    <dgm:cxn modelId="{9044F2DB-DBCE-4550-9E54-3BB4A70B80CD}" type="presParOf" srcId="{5CA0829B-D686-4F36-B401-8B201B45E0B5}" destId="{CBB4B7EE-D584-4DDE-BE84-37B6801CE312}" srcOrd="1" destOrd="0" presId="urn:microsoft.com/office/officeart/2008/layout/LinedList"/>
    <dgm:cxn modelId="{3C5EEB8C-232E-4714-A4E4-AF72903D1E69}" type="presParOf" srcId="{5CA0829B-D686-4F36-B401-8B201B45E0B5}" destId="{D8F3BACA-CB54-45D9-9E28-9909ABAB34EB}" srcOrd="2" destOrd="0" presId="urn:microsoft.com/office/officeart/2008/layout/LinedList"/>
    <dgm:cxn modelId="{2F29EDB9-120A-4F58-B988-2B0B18A7FE69}" type="presParOf" srcId="{3BCB7CC4-74D0-4AFF-B622-3ED70AA62F42}" destId="{952EB24A-E6AA-4EB3-9628-6DA3F6DA5085}" srcOrd="5" destOrd="0" presId="urn:microsoft.com/office/officeart/2008/layout/LinedList"/>
    <dgm:cxn modelId="{7600415F-14D5-47F5-BCC4-E953E42DBE04}" type="presParOf" srcId="{3BCB7CC4-74D0-4AFF-B622-3ED70AA62F42}" destId="{A2D85E25-C9A4-49C5-9947-9E23B29FF52F}" srcOrd="6" destOrd="0" presId="urn:microsoft.com/office/officeart/2008/layout/LinedList"/>
    <dgm:cxn modelId="{79E80A84-B20D-4F81-833A-B2012ED88573}" type="presParOf" srcId="{3BCB7CC4-74D0-4AFF-B622-3ED70AA62F42}" destId="{3D9013FF-7420-40CE-AAD0-2AE313D1B17E}" srcOrd="7" destOrd="0" presId="urn:microsoft.com/office/officeart/2008/layout/LinedList"/>
    <dgm:cxn modelId="{F6E02B3D-7329-4925-B2E8-4643FBED9C2C}" type="presParOf" srcId="{3D9013FF-7420-40CE-AAD0-2AE313D1B17E}" destId="{D87D49AA-2DA4-4581-B01A-6B3660C48178}" srcOrd="0" destOrd="0" presId="urn:microsoft.com/office/officeart/2008/layout/LinedList"/>
    <dgm:cxn modelId="{B04BEB49-E22C-4D59-86C8-8F4BC1352B2D}" type="presParOf" srcId="{3D9013FF-7420-40CE-AAD0-2AE313D1B17E}" destId="{CB3F306A-794B-4C2F-B665-7AE46CCA285A}" srcOrd="1" destOrd="0" presId="urn:microsoft.com/office/officeart/2008/layout/LinedList"/>
    <dgm:cxn modelId="{1C07E0DE-A726-4B3D-82F0-7844C93D7495}" type="presParOf" srcId="{3D9013FF-7420-40CE-AAD0-2AE313D1B17E}" destId="{1F3F6C4C-B8B7-41F7-9AB0-75FFC57BDF3D}" srcOrd="2" destOrd="0" presId="urn:microsoft.com/office/officeart/2008/layout/LinedList"/>
    <dgm:cxn modelId="{E59A1FA4-7D93-4608-99D1-18128A2B277E}" type="presParOf" srcId="{3BCB7CC4-74D0-4AFF-B622-3ED70AA62F42}" destId="{D611B2DE-3C1C-46AC-8EAC-7ECE3F8A29FF}" srcOrd="8" destOrd="0" presId="urn:microsoft.com/office/officeart/2008/layout/LinedList"/>
    <dgm:cxn modelId="{309E0283-FBC5-4239-8310-B0788369E2D5}" type="presParOf" srcId="{3BCB7CC4-74D0-4AFF-B622-3ED70AA62F42}" destId="{061B0610-E173-4066-B6A6-27F6B3CDB520}" srcOrd="9" destOrd="0" presId="urn:microsoft.com/office/officeart/2008/layout/LinedList"/>
    <dgm:cxn modelId="{2A3E0756-1F77-4000-AB24-093E3F37FD58}" type="presParOf" srcId="{3BCB7CC4-74D0-4AFF-B622-3ED70AA62F42}" destId="{743D7332-5D2B-4AF3-B480-B5291087DD11}" srcOrd="10" destOrd="0" presId="urn:microsoft.com/office/officeart/2008/layout/LinedList"/>
    <dgm:cxn modelId="{02B5BACE-2A8D-449B-B3AF-95787967AFC5}" type="presParOf" srcId="{743D7332-5D2B-4AF3-B480-B5291087DD11}" destId="{FB240774-A9FF-4947-BD84-3784DBD4AF2D}" srcOrd="0" destOrd="0" presId="urn:microsoft.com/office/officeart/2008/layout/LinedList"/>
    <dgm:cxn modelId="{F9BDEB98-0CB4-4034-AE8F-EBFD12C67AF0}" type="presParOf" srcId="{743D7332-5D2B-4AF3-B480-B5291087DD11}" destId="{3773BC90-456E-46EA-9351-DE3E1470A014}" srcOrd="1" destOrd="0" presId="urn:microsoft.com/office/officeart/2008/layout/LinedList"/>
    <dgm:cxn modelId="{F417926F-AC87-428D-8790-C8436EE88F6B}" type="presParOf" srcId="{743D7332-5D2B-4AF3-B480-B5291087DD11}" destId="{CCF37560-81B8-4A04-AB42-A475454BE170}" srcOrd="2" destOrd="0" presId="urn:microsoft.com/office/officeart/2008/layout/LinedList"/>
    <dgm:cxn modelId="{AEE19C2A-ADA5-48B7-8D19-7FAAB5938524}" type="presParOf" srcId="{3BCB7CC4-74D0-4AFF-B622-3ED70AA62F42}" destId="{B06BA2D1-05FF-4630-B021-E9E6F22D98BE}" srcOrd="11" destOrd="0" presId="urn:microsoft.com/office/officeart/2008/layout/LinedList"/>
    <dgm:cxn modelId="{C4DA9777-2A90-4B27-BA75-4D88DAEF6C45}" type="presParOf" srcId="{3BCB7CC4-74D0-4AFF-B622-3ED70AA62F42}" destId="{A9BA03E8-DFE3-4111-B74C-F99936CF374A}" srcOrd="12"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35C9BF7F-8A00-4354-8EF0-AC8E2E2E4D3D}" type="doc">
      <dgm:prSet loTypeId="urn:microsoft.com/office/officeart/2005/8/layout/vList4" loCatId="list" qsTypeId="urn:microsoft.com/office/officeart/2005/8/quickstyle/simple1" qsCatId="simple" csTypeId="urn:microsoft.com/office/officeart/2005/8/colors/colorful1" csCatId="colorful" phldr="1"/>
      <dgm:spPr/>
      <dgm:t>
        <a:bodyPr/>
        <a:lstStyle/>
        <a:p>
          <a:endParaRPr lang="en-US"/>
        </a:p>
      </dgm:t>
    </dgm:pt>
    <dgm:pt modelId="{90CA71CE-6D5B-447B-B2B4-A52E00E9E225}">
      <dgm:prSet custT="1"/>
      <dgm:spPr/>
      <dgm:t>
        <a:bodyPr/>
        <a:lstStyle/>
        <a:p>
          <a:r>
            <a:rPr lang="en-US" sz="3200" b="0" i="0" dirty="0"/>
            <a:t>Emphasis is on what is to be computed.</a:t>
          </a:r>
        </a:p>
      </dgm:t>
    </dgm:pt>
    <dgm:pt modelId="{A9E80D9A-EA86-4884-9207-FBBA1C1517CB}" type="parTrans" cxnId="{C0FCD482-E973-4963-B541-C5A28F4AD0F1}">
      <dgm:prSet/>
      <dgm:spPr/>
      <dgm:t>
        <a:bodyPr/>
        <a:lstStyle/>
        <a:p>
          <a:endParaRPr lang="en-US" sz="3200"/>
        </a:p>
      </dgm:t>
    </dgm:pt>
    <dgm:pt modelId="{F54688C0-DFBE-4F89-9E6E-B0F63A45D78C}" type="sibTrans" cxnId="{C0FCD482-E973-4963-B541-C5A28F4AD0F1}">
      <dgm:prSet/>
      <dgm:spPr/>
      <dgm:t>
        <a:bodyPr/>
        <a:lstStyle/>
        <a:p>
          <a:endParaRPr lang="en-US" sz="3200"/>
        </a:p>
      </dgm:t>
    </dgm:pt>
    <dgm:pt modelId="{3E7653E5-7DD1-4FB1-86E7-EA79D5BB29BA}">
      <dgm:prSet custT="1"/>
      <dgm:spPr/>
      <dgm:t>
        <a:bodyPr/>
        <a:lstStyle/>
        <a:p>
          <a:r>
            <a:rPr lang="en-US" sz="3200" b="0" i="0" dirty="0"/>
            <a:t>Data is immutable.</a:t>
          </a:r>
        </a:p>
      </dgm:t>
    </dgm:pt>
    <dgm:pt modelId="{DF2732AD-4465-4477-93BC-526CAD01A2CD}" type="parTrans" cxnId="{3809D9CF-8104-4C72-AAC1-2BA5966D3F22}">
      <dgm:prSet/>
      <dgm:spPr/>
      <dgm:t>
        <a:bodyPr/>
        <a:lstStyle/>
        <a:p>
          <a:endParaRPr lang="en-US" sz="3200"/>
        </a:p>
      </dgm:t>
    </dgm:pt>
    <dgm:pt modelId="{4A09F207-5542-4449-B066-F32185D83FA4}" type="sibTrans" cxnId="{3809D9CF-8104-4C72-AAC1-2BA5966D3F22}">
      <dgm:prSet/>
      <dgm:spPr/>
      <dgm:t>
        <a:bodyPr/>
        <a:lstStyle/>
        <a:p>
          <a:endParaRPr lang="en-US" sz="3200"/>
        </a:p>
      </dgm:t>
    </dgm:pt>
    <dgm:pt modelId="{DA152B31-7E82-45C6-BC43-4A953ABD187F}">
      <dgm:prSet custT="1"/>
      <dgm:spPr/>
      <dgm:t>
        <a:bodyPr/>
        <a:lstStyle/>
        <a:p>
          <a:r>
            <a:rPr lang="en-US" sz="3200" b="0" i="0" dirty="0"/>
            <a:t>Functional programming decompose the problem into ‘functions.</a:t>
          </a:r>
        </a:p>
      </dgm:t>
    </dgm:pt>
    <dgm:pt modelId="{2AD0D324-07E3-4AF5-86C7-EFEF76A9D30F}" type="parTrans" cxnId="{A879D441-5C84-41EF-847F-FE0B4458EFE8}">
      <dgm:prSet/>
      <dgm:spPr/>
      <dgm:t>
        <a:bodyPr/>
        <a:lstStyle/>
        <a:p>
          <a:endParaRPr lang="en-US" sz="3200"/>
        </a:p>
      </dgm:t>
    </dgm:pt>
    <dgm:pt modelId="{BE715193-E728-4F89-B7E3-6DF7C3018949}" type="sibTrans" cxnId="{A879D441-5C84-41EF-847F-FE0B4458EFE8}">
      <dgm:prSet/>
      <dgm:spPr/>
      <dgm:t>
        <a:bodyPr/>
        <a:lstStyle/>
        <a:p>
          <a:endParaRPr lang="en-US" sz="3200"/>
        </a:p>
      </dgm:t>
    </dgm:pt>
    <dgm:pt modelId="{23D48D18-0C50-4E86-8DA5-EE398B80D51D}">
      <dgm:prSet custT="1"/>
      <dgm:spPr/>
      <dgm:t>
        <a:bodyPr/>
        <a:lstStyle/>
        <a:p>
          <a:r>
            <a:rPr lang="en-US" sz="3200" b="0" i="0" dirty="0"/>
            <a:t>It is built on the concept of mathematical functions which uses conditional expressions and recursion to do perform the calculation.</a:t>
          </a:r>
        </a:p>
      </dgm:t>
    </dgm:pt>
    <dgm:pt modelId="{482D09DA-CAD6-43F6-AE7E-B58BC11508E2}" type="parTrans" cxnId="{4B343471-0B12-4564-B594-FC7D930D50A1}">
      <dgm:prSet/>
      <dgm:spPr/>
      <dgm:t>
        <a:bodyPr/>
        <a:lstStyle/>
        <a:p>
          <a:endParaRPr lang="en-US" sz="3200"/>
        </a:p>
      </dgm:t>
    </dgm:pt>
    <dgm:pt modelId="{DE03823F-8E67-4B08-BBD9-FEDF7C0BA10F}" type="sibTrans" cxnId="{4B343471-0B12-4564-B594-FC7D930D50A1}">
      <dgm:prSet/>
      <dgm:spPr/>
      <dgm:t>
        <a:bodyPr/>
        <a:lstStyle/>
        <a:p>
          <a:endParaRPr lang="en-US" sz="3200"/>
        </a:p>
      </dgm:t>
    </dgm:pt>
    <dgm:pt modelId="{D01FBDFD-18C4-4C68-88C2-4147EF0A3E0A}">
      <dgm:prSet custT="1"/>
      <dgm:spPr/>
      <dgm:t>
        <a:bodyPr/>
        <a:lstStyle/>
        <a:p>
          <a:r>
            <a:rPr lang="en-US" sz="3200" b="0" i="0"/>
            <a:t>It does not support iteration like loop statements and conditional statements like If-Else</a:t>
          </a:r>
        </a:p>
      </dgm:t>
    </dgm:pt>
    <dgm:pt modelId="{086D8CA0-6A49-4C53-8F4F-088DD270ED50}" type="parTrans" cxnId="{B65B7808-B642-433D-A7B1-32327501382D}">
      <dgm:prSet/>
      <dgm:spPr/>
      <dgm:t>
        <a:bodyPr/>
        <a:lstStyle/>
        <a:p>
          <a:endParaRPr lang="en-US" sz="3200"/>
        </a:p>
      </dgm:t>
    </dgm:pt>
    <dgm:pt modelId="{DD47A764-129D-45B4-8727-6E2D7C765136}" type="sibTrans" cxnId="{B65B7808-B642-433D-A7B1-32327501382D}">
      <dgm:prSet/>
      <dgm:spPr/>
      <dgm:t>
        <a:bodyPr/>
        <a:lstStyle/>
        <a:p>
          <a:endParaRPr lang="en-US" sz="3200"/>
        </a:p>
      </dgm:t>
    </dgm:pt>
    <dgm:pt modelId="{F726C14B-CA6C-4006-BDF8-B6A0FB4245A2}">
      <dgm:prSet phldrT="[Text]" custT="1"/>
      <dgm:spPr/>
      <dgm:t>
        <a:bodyPr/>
        <a:lstStyle/>
        <a:p>
          <a:r>
            <a:rPr lang="en-US" sz="3200" b="0" i="0" dirty="0"/>
            <a:t>Functional programming method focuses on results, not the process.</a:t>
          </a:r>
          <a:endParaRPr lang="en-US" sz="3200" dirty="0"/>
        </a:p>
      </dgm:t>
    </dgm:pt>
    <dgm:pt modelId="{C0D8522D-B5F2-4C33-A24A-26F1FC987AF3}" type="parTrans" cxnId="{2305DC55-E67D-4A72-82B5-037DEE0FAA2B}">
      <dgm:prSet/>
      <dgm:spPr/>
      <dgm:t>
        <a:bodyPr/>
        <a:lstStyle/>
        <a:p>
          <a:endParaRPr lang="en-US" sz="3200"/>
        </a:p>
      </dgm:t>
    </dgm:pt>
    <dgm:pt modelId="{1A2A193D-9DFE-4312-80C1-2D030B7F987F}" type="sibTrans" cxnId="{2305DC55-E67D-4A72-82B5-037DEE0FAA2B}">
      <dgm:prSet/>
      <dgm:spPr/>
      <dgm:t>
        <a:bodyPr/>
        <a:lstStyle/>
        <a:p>
          <a:endParaRPr lang="en-US" sz="3200"/>
        </a:p>
      </dgm:t>
    </dgm:pt>
    <dgm:pt modelId="{DF5C5756-0B18-49C5-813D-D750046C2CA6}" type="pres">
      <dgm:prSet presAssocID="{35C9BF7F-8A00-4354-8EF0-AC8E2E2E4D3D}" presName="linear" presStyleCnt="0">
        <dgm:presLayoutVars>
          <dgm:dir/>
          <dgm:resizeHandles val="exact"/>
        </dgm:presLayoutVars>
      </dgm:prSet>
      <dgm:spPr/>
    </dgm:pt>
    <dgm:pt modelId="{B6C39102-0952-4C0D-8ACD-2D52AF820287}" type="pres">
      <dgm:prSet presAssocID="{F726C14B-CA6C-4006-BDF8-B6A0FB4245A2}" presName="comp" presStyleCnt="0"/>
      <dgm:spPr/>
    </dgm:pt>
    <dgm:pt modelId="{05F0F642-F31D-4755-A861-32A216E688AB}" type="pres">
      <dgm:prSet presAssocID="{F726C14B-CA6C-4006-BDF8-B6A0FB4245A2}" presName="box" presStyleLbl="node1" presStyleIdx="0" presStyleCnt="6"/>
      <dgm:spPr/>
    </dgm:pt>
    <dgm:pt modelId="{76718EC4-7305-46F0-B948-65B87134DE01}" type="pres">
      <dgm:prSet presAssocID="{F726C14B-CA6C-4006-BDF8-B6A0FB4245A2}" presName="img" presStyleLbl="fgImgPlace1" presStyleIdx="0" presStyleCnt="6"/>
      <dgm:spPr/>
    </dgm:pt>
    <dgm:pt modelId="{8DF9F3A9-677B-4714-9615-CBD39D84420E}" type="pres">
      <dgm:prSet presAssocID="{F726C14B-CA6C-4006-BDF8-B6A0FB4245A2}" presName="text" presStyleLbl="node1" presStyleIdx="0" presStyleCnt="6">
        <dgm:presLayoutVars>
          <dgm:bulletEnabled val="1"/>
        </dgm:presLayoutVars>
      </dgm:prSet>
      <dgm:spPr/>
    </dgm:pt>
    <dgm:pt modelId="{0213351F-35E2-4CD3-AB87-DC8CEB3AEC1A}" type="pres">
      <dgm:prSet presAssocID="{1A2A193D-9DFE-4312-80C1-2D030B7F987F}" presName="spacer" presStyleCnt="0"/>
      <dgm:spPr/>
    </dgm:pt>
    <dgm:pt modelId="{1973F7DB-1D71-4CAA-A847-4D3CE7D7B477}" type="pres">
      <dgm:prSet presAssocID="{90CA71CE-6D5B-447B-B2B4-A52E00E9E225}" presName="comp" presStyleCnt="0"/>
      <dgm:spPr/>
    </dgm:pt>
    <dgm:pt modelId="{BCE25BC2-6643-40F8-ADCB-E44386E9D550}" type="pres">
      <dgm:prSet presAssocID="{90CA71CE-6D5B-447B-B2B4-A52E00E9E225}" presName="box" presStyleLbl="node1" presStyleIdx="1" presStyleCnt="6"/>
      <dgm:spPr/>
    </dgm:pt>
    <dgm:pt modelId="{F0C7F817-5D08-45EB-9679-25EB48BE7CFD}" type="pres">
      <dgm:prSet presAssocID="{90CA71CE-6D5B-447B-B2B4-A52E00E9E225}" presName="img" presStyleLbl="fgImgPlace1" presStyleIdx="1" presStyleCnt="6"/>
      <dgm:spPr/>
    </dgm:pt>
    <dgm:pt modelId="{4890BEC7-AE4B-43C7-895E-9F6E2B78897E}" type="pres">
      <dgm:prSet presAssocID="{90CA71CE-6D5B-447B-B2B4-A52E00E9E225}" presName="text" presStyleLbl="node1" presStyleIdx="1" presStyleCnt="6">
        <dgm:presLayoutVars>
          <dgm:bulletEnabled val="1"/>
        </dgm:presLayoutVars>
      </dgm:prSet>
      <dgm:spPr/>
    </dgm:pt>
    <dgm:pt modelId="{4911597A-C59D-4775-AFC2-8F53B225011B}" type="pres">
      <dgm:prSet presAssocID="{F54688C0-DFBE-4F89-9E6E-B0F63A45D78C}" presName="spacer" presStyleCnt="0"/>
      <dgm:spPr/>
    </dgm:pt>
    <dgm:pt modelId="{4B4221BF-AEA9-4F1A-A41A-2BEDC0BC74F7}" type="pres">
      <dgm:prSet presAssocID="{3E7653E5-7DD1-4FB1-86E7-EA79D5BB29BA}" presName="comp" presStyleCnt="0"/>
      <dgm:spPr/>
    </dgm:pt>
    <dgm:pt modelId="{5B7C35A6-ECFD-4850-A922-2CF57C4D9E79}" type="pres">
      <dgm:prSet presAssocID="{3E7653E5-7DD1-4FB1-86E7-EA79D5BB29BA}" presName="box" presStyleLbl="node1" presStyleIdx="2" presStyleCnt="6"/>
      <dgm:spPr/>
    </dgm:pt>
    <dgm:pt modelId="{B85F97C3-8175-4824-9636-8635278A4DC0}" type="pres">
      <dgm:prSet presAssocID="{3E7653E5-7DD1-4FB1-86E7-EA79D5BB29BA}" presName="img" presStyleLbl="fgImgPlace1" presStyleIdx="2" presStyleCnt="6"/>
      <dgm:spPr/>
    </dgm:pt>
    <dgm:pt modelId="{0656643A-7321-4D42-8E9D-AEB19B5B2D04}" type="pres">
      <dgm:prSet presAssocID="{3E7653E5-7DD1-4FB1-86E7-EA79D5BB29BA}" presName="text" presStyleLbl="node1" presStyleIdx="2" presStyleCnt="6">
        <dgm:presLayoutVars>
          <dgm:bulletEnabled val="1"/>
        </dgm:presLayoutVars>
      </dgm:prSet>
      <dgm:spPr/>
    </dgm:pt>
    <dgm:pt modelId="{4C5B6EE8-7861-47FA-A4B8-4854945C8E68}" type="pres">
      <dgm:prSet presAssocID="{4A09F207-5542-4449-B066-F32185D83FA4}" presName="spacer" presStyleCnt="0"/>
      <dgm:spPr/>
    </dgm:pt>
    <dgm:pt modelId="{64517E8D-B143-486F-9241-70733F123E07}" type="pres">
      <dgm:prSet presAssocID="{DA152B31-7E82-45C6-BC43-4A953ABD187F}" presName="comp" presStyleCnt="0"/>
      <dgm:spPr/>
    </dgm:pt>
    <dgm:pt modelId="{9FD097B2-6FB2-41BE-94B1-3212A2046F21}" type="pres">
      <dgm:prSet presAssocID="{DA152B31-7E82-45C6-BC43-4A953ABD187F}" presName="box" presStyleLbl="node1" presStyleIdx="3" presStyleCnt="6"/>
      <dgm:spPr/>
    </dgm:pt>
    <dgm:pt modelId="{52802B68-B47C-4DAD-903C-DDE925C392DE}" type="pres">
      <dgm:prSet presAssocID="{DA152B31-7E82-45C6-BC43-4A953ABD187F}" presName="img" presStyleLbl="fgImgPlace1" presStyleIdx="3" presStyleCnt="6"/>
      <dgm:spPr/>
    </dgm:pt>
    <dgm:pt modelId="{C536B14E-D1FB-4C7E-ADE5-DED5066F8C9B}" type="pres">
      <dgm:prSet presAssocID="{DA152B31-7E82-45C6-BC43-4A953ABD187F}" presName="text" presStyleLbl="node1" presStyleIdx="3" presStyleCnt="6">
        <dgm:presLayoutVars>
          <dgm:bulletEnabled val="1"/>
        </dgm:presLayoutVars>
      </dgm:prSet>
      <dgm:spPr/>
    </dgm:pt>
    <dgm:pt modelId="{6B25D2F2-7BE7-4E3D-B749-A423B020DFF2}" type="pres">
      <dgm:prSet presAssocID="{BE715193-E728-4F89-B7E3-6DF7C3018949}" presName="spacer" presStyleCnt="0"/>
      <dgm:spPr/>
    </dgm:pt>
    <dgm:pt modelId="{EBCD0984-56DC-44F8-BB04-A3334E721D59}" type="pres">
      <dgm:prSet presAssocID="{23D48D18-0C50-4E86-8DA5-EE398B80D51D}" presName="comp" presStyleCnt="0"/>
      <dgm:spPr/>
    </dgm:pt>
    <dgm:pt modelId="{342F630E-B07D-4117-A6F3-ED4E02F3A807}" type="pres">
      <dgm:prSet presAssocID="{23D48D18-0C50-4E86-8DA5-EE398B80D51D}" presName="box" presStyleLbl="node1" presStyleIdx="4" presStyleCnt="6"/>
      <dgm:spPr/>
    </dgm:pt>
    <dgm:pt modelId="{696C75A0-DF65-4BA8-AD59-6DA134D3E339}" type="pres">
      <dgm:prSet presAssocID="{23D48D18-0C50-4E86-8DA5-EE398B80D51D}" presName="img" presStyleLbl="fgImgPlace1" presStyleIdx="4" presStyleCnt="6"/>
      <dgm:spPr/>
    </dgm:pt>
    <dgm:pt modelId="{FEBD79A7-36B8-4E89-B0C0-DBD7183001E5}" type="pres">
      <dgm:prSet presAssocID="{23D48D18-0C50-4E86-8DA5-EE398B80D51D}" presName="text" presStyleLbl="node1" presStyleIdx="4" presStyleCnt="6">
        <dgm:presLayoutVars>
          <dgm:bulletEnabled val="1"/>
        </dgm:presLayoutVars>
      </dgm:prSet>
      <dgm:spPr/>
    </dgm:pt>
    <dgm:pt modelId="{6E0F09A2-BDDB-418B-923A-83041C81B6E5}" type="pres">
      <dgm:prSet presAssocID="{DE03823F-8E67-4B08-BBD9-FEDF7C0BA10F}" presName="spacer" presStyleCnt="0"/>
      <dgm:spPr/>
    </dgm:pt>
    <dgm:pt modelId="{0F420BC1-4CCA-45A1-8C85-CBB3540C5E25}" type="pres">
      <dgm:prSet presAssocID="{D01FBDFD-18C4-4C68-88C2-4147EF0A3E0A}" presName="comp" presStyleCnt="0"/>
      <dgm:spPr/>
    </dgm:pt>
    <dgm:pt modelId="{B13ECAD1-6554-4B7B-89BB-1933FD8C413F}" type="pres">
      <dgm:prSet presAssocID="{D01FBDFD-18C4-4C68-88C2-4147EF0A3E0A}" presName="box" presStyleLbl="node1" presStyleIdx="5" presStyleCnt="6"/>
      <dgm:spPr/>
    </dgm:pt>
    <dgm:pt modelId="{AE640401-95BB-403B-A2CB-5E4D8ABBB175}" type="pres">
      <dgm:prSet presAssocID="{D01FBDFD-18C4-4C68-88C2-4147EF0A3E0A}" presName="img" presStyleLbl="fgImgPlace1" presStyleIdx="5" presStyleCnt="6"/>
      <dgm:spPr/>
    </dgm:pt>
    <dgm:pt modelId="{EFE9778E-4C45-4EE7-B7E6-377362D1BDD3}" type="pres">
      <dgm:prSet presAssocID="{D01FBDFD-18C4-4C68-88C2-4147EF0A3E0A}" presName="text" presStyleLbl="node1" presStyleIdx="5" presStyleCnt="6">
        <dgm:presLayoutVars>
          <dgm:bulletEnabled val="1"/>
        </dgm:presLayoutVars>
      </dgm:prSet>
      <dgm:spPr/>
    </dgm:pt>
  </dgm:ptLst>
  <dgm:cxnLst>
    <dgm:cxn modelId="{B65B7808-B642-433D-A7B1-32327501382D}" srcId="{35C9BF7F-8A00-4354-8EF0-AC8E2E2E4D3D}" destId="{D01FBDFD-18C4-4C68-88C2-4147EF0A3E0A}" srcOrd="5" destOrd="0" parTransId="{086D8CA0-6A49-4C53-8F4F-088DD270ED50}" sibTransId="{DD47A764-129D-45B4-8727-6E2D7C765136}"/>
    <dgm:cxn modelId="{C026BB25-D369-4B51-910B-16EDF7AC1415}" type="presOf" srcId="{D01FBDFD-18C4-4C68-88C2-4147EF0A3E0A}" destId="{EFE9778E-4C45-4EE7-B7E6-377362D1BDD3}" srcOrd="1" destOrd="0" presId="urn:microsoft.com/office/officeart/2005/8/layout/vList4"/>
    <dgm:cxn modelId="{80EB305D-6BBA-47C3-953B-A6E05115E683}" type="presOf" srcId="{90CA71CE-6D5B-447B-B2B4-A52E00E9E225}" destId="{4890BEC7-AE4B-43C7-895E-9F6E2B78897E}" srcOrd="1" destOrd="0" presId="urn:microsoft.com/office/officeart/2005/8/layout/vList4"/>
    <dgm:cxn modelId="{95D4CD41-C213-40CF-9E93-8EEB1412AF8C}" type="presOf" srcId="{F726C14B-CA6C-4006-BDF8-B6A0FB4245A2}" destId="{8DF9F3A9-677B-4714-9615-CBD39D84420E}" srcOrd="1" destOrd="0" presId="urn:microsoft.com/office/officeart/2005/8/layout/vList4"/>
    <dgm:cxn modelId="{A879D441-5C84-41EF-847F-FE0B4458EFE8}" srcId="{35C9BF7F-8A00-4354-8EF0-AC8E2E2E4D3D}" destId="{DA152B31-7E82-45C6-BC43-4A953ABD187F}" srcOrd="3" destOrd="0" parTransId="{2AD0D324-07E3-4AF5-86C7-EFEF76A9D30F}" sibTransId="{BE715193-E728-4F89-B7E3-6DF7C3018949}"/>
    <dgm:cxn modelId="{C4E81362-4C77-4649-BE3B-88EDCEE592ED}" type="presOf" srcId="{23D48D18-0C50-4E86-8DA5-EE398B80D51D}" destId="{342F630E-B07D-4117-A6F3-ED4E02F3A807}" srcOrd="0" destOrd="0" presId="urn:microsoft.com/office/officeart/2005/8/layout/vList4"/>
    <dgm:cxn modelId="{4B343471-0B12-4564-B594-FC7D930D50A1}" srcId="{35C9BF7F-8A00-4354-8EF0-AC8E2E2E4D3D}" destId="{23D48D18-0C50-4E86-8DA5-EE398B80D51D}" srcOrd="4" destOrd="0" parTransId="{482D09DA-CAD6-43F6-AE7E-B58BC11508E2}" sibTransId="{DE03823F-8E67-4B08-BBD9-FEDF7C0BA10F}"/>
    <dgm:cxn modelId="{C4AC3851-3962-4DFE-B852-232914B1B25E}" type="presOf" srcId="{DA152B31-7E82-45C6-BC43-4A953ABD187F}" destId="{C536B14E-D1FB-4C7E-ADE5-DED5066F8C9B}" srcOrd="1" destOrd="0" presId="urn:microsoft.com/office/officeart/2005/8/layout/vList4"/>
    <dgm:cxn modelId="{2305DC55-E67D-4A72-82B5-037DEE0FAA2B}" srcId="{35C9BF7F-8A00-4354-8EF0-AC8E2E2E4D3D}" destId="{F726C14B-CA6C-4006-BDF8-B6A0FB4245A2}" srcOrd="0" destOrd="0" parTransId="{C0D8522D-B5F2-4C33-A24A-26F1FC987AF3}" sibTransId="{1A2A193D-9DFE-4312-80C1-2D030B7F987F}"/>
    <dgm:cxn modelId="{C0FCD482-E973-4963-B541-C5A28F4AD0F1}" srcId="{35C9BF7F-8A00-4354-8EF0-AC8E2E2E4D3D}" destId="{90CA71CE-6D5B-447B-B2B4-A52E00E9E225}" srcOrd="1" destOrd="0" parTransId="{A9E80D9A-EA86-4884-9207-FBBA1C1517CB}" sibTransId="{F54688C0-DFBE-4F89-9E6E-B0F63A45D78C}"/>
    <dgm:cxn modelId="{D462DC93-9862-4730-A4CB-0F4A007213A0}" type="presOf" srcId="{F726C14B-CA6C-4006-BDF8-B6A0FB4245A2}" destId="{05F0F642-F31D-4755-A861-32A216E688AB}" srcOrd="0" destOrd="0" presId="urn:microsoft.com/office/officeart/2005/8/layout/vList4"/>
    <dgm:cxn modelId="{CD698C96-97BF-4773-A76A-8C172DAA8BA1}" type="presOf" srcId="{DA152B31-7E82-45C6-BC43-4A953ABD187F}" destId="{9FD097B2-6FB2-41BE-94B1-3212A2046F21}" srcOrd="0" destOrd="0" presId="urn:microsoft.com/office/officeart/2005/8/layout/vList4"/>
    <dgm:cxn modelId="{065329CB-2D90-4222-B655-8C3A91EB193E}" type="presOf" srcId="{35C9BF7F-8A00-4354-8EF0-AC8E2E2E4D3D}" destId="{DF5C5756-0B18-49C5-813D-D750046C2CA6}" srcOrd="0" destOrd="0" presId="urn:microsoft.com/office/officeart/2005/8/layout/vList4"/>
    <dgm:cxn modelId="{3809D9CF-8104-4C72-AAC1-2BA5966D3F22}" srcId="{35C9BF7F-8A00-4354-8EF0-AC8E2E2E4D3D}" destId="{3E7653E5-7DD1-4FB1-86E7-EA79D5BB29BA}" srcOrd="2" destOrd="0" parTransId="{DF2732AD-4465-4477-93BC-526CAD01A2CD}" sibTransId="{4A09F207-5542-4449-B066-F32185D83FA4}"/>
    <dgm:cxn modelId="{DF07E7D0-C86D-46C8-B0A0-433FE9D190B7}" type="presOf" srcId="{D01FBDFD-18C4-4C68-88C2-4147EF0A3E0A}" destId="{B13ECAD1-6554-4B7B-89BB-1933FD8C413F}" srcOrd="0" destOrd="0" presId="urn:microsoft.com/office/officeart/2005/8/layout/vList4"/>
    <dgm:cxn modelId="{EA2189DC-5EB7-4B0F-BBB0-40FA5C21F0B4}" type="presOf" srcId="{90CA71CE-6D5B-447B-B2B4-A52E00E9E225}" destId="{BCE25BC2-6643-40F8-ADCB-E44386E9D550}" srcOrd="0" destOrd="0" presId="urn:microsoft.com/office/officeart/2005/8/layout/vList4"/>
    <dgm:cxn modelId="{B059C7F2-94AC-4B9B-8907-4A25F2EB1F76}" type="presOf" srcId="{3E7653E5-7DD1-4FB1-86E7-EA79D5BB29BA}" destId="{5B7C35A6-ECFD-4850-A922-2CF57C4D9E79}" srcOrd="0" destOrd="0" presId="urn:microsoft.com/office/officeart/2005/8/layout/vList4"/>
    <dgm:cxn modelId="{23567FF3-FB53-40C6-A6D1-00435E638C06}" type="presOf" srcId="{3E7653E5-7DD1-4FB1-86E7-EA79D5BB29BA}" destId="{0656643A-7321-4D42-8E9D-AEB19B5B2D04}" srcOrd="1" destOrd="0" presId="urn:microsoft.com/office/officeart/2005/8/layout/vList4"/>
    <dgm:cxn modelId="{5DA158FC-FEDC-483D-B697-BE59C1EF86A2}" type="presOf" srcId="{23D48D18-0C50-4E86-8DA5-EE398B80D51D}" destId="{FEBD79A7-36B8-4E89-B0C0-DBD7183001E5}" srcOrd="1" destOrd="0" presId="urn:microsoft.com/office/officeart/2005/8/layout/vList4"/>
    <dgm:cxn modelId="{3CB6D73E-5AA3-4D2A-B71A-426A2CBE4206}" type="presParOf" srcId="{DF5C5756-0B18-49C5-813D-D750046C2CA6}" destId="{B6C39102-0952-4C0D-8ACD-2D52AF820287}" srcOrd="0" destOrd="0" presId="urn:microsoft.com/office/officeart/2005/8/layout/vList4"/>
    <dgm:cxn modelId="{C22C4A21-D51B-43B4-A8C0-F9467D2A1F73}" type="presParOf" srcId="{B6C39102-0952-4C0D-8ACD-2D52AF820287}" destId="{05F0F642-F31D-4755-A861-32A216E688AB}" srcOrd="0" destOrd="0" presId="urn:microsoft.com/office/officeart/2005/8/layout/vList4"/>
    <dgm:cxn modelId="{5B9C0014-8ADB-4DC0-AA4F-FA7204B8AB72}" type="presParOf" srcId="{B6C39102-0952-4C0D-8ACD-2D52AF820287}" destId="{76718EC4-7305-46F0-B948-65B87134DE01}" srcOrd="1" destOrd="0" presId="urn:microsoft.com/office/officeart/2005/8/layout/vList4"/>
    <dgm:cxn modelId="{3F9736B3-E466-469F-8687-2585733E2309}" type="presParOf" srcId="{B6C39102-0952-4C0D-8ACD-2D52AF820287}" destId="{8DF9F3A9-677B-4714-9615-CBD39D84420E}" srcOrd="2" destOrd="0" presId="urn:microsoft.com/office/officeart/2005/8/layout/vList4"/>
    <dgm:cxn modelId="{47E756ED-86C9-4376-AF17-5567B7841B19}" type="presParOf" srcId="{DF5C5756-0B18-49C5-813D-D750046C2CA6}" destId="{0213351F-35E2-4CD3-AB87-DC8CEB3AEC1A}" srcOrd="1" destOrd="0" presId="urn:microsoft.com/office/officeart/2005/8/layout/vList4"/>
    <dgm:cxn modelId="{CC61412B-0DE1-4D1B-B051-4627C4A26E16}" type="presParOf" srcId="{DF5C5756-0B18-49C5-813D-D750046C2CA6}" destId="{1973F7DB-1D71-4CAA-A847-4D3CE7D7B477}" srcOrd="2" destOrd="0" presId="urn:microsoft.com/office/officeart/2005/8/layout/vList4"/>
    <dgm:cxn modelId="{81E6836F-FBA1-4AFA-A8B6-B76EB99C486D}" type="presParOf" srcId="{1973F7DB-1D71-4CAA-A847-4D3CE7D7B477}" destId="{BCE25BC2-6643-40F8-ADCB-E44386E9D550}" srcOrd="0" destOrd="0" presId="urn:microsoft.com/office/officeart/2005/8/layout/vList4"/>
    <dgm:cxn modelId="{B437CF02-74B3-4F75-A962-2632E561CDE9}" type="presParOf" srcId="{1973F7DB-1D71-4CAA-A847-4D3CE7D7B477}" destId="{F0C7F817-5D08-45EB-9679-25EB48BE7CFD}" srcOrd="1" destOrd="0" presId="urn:microsoft.com/office/officeart/2005/8/layout/vList4"/>
    <dgm:cxn modelId="{A849ADE3-404B-464B-954B-5FF0055952C6}" type="presParOf" srcId="{1973F7DB-1D71-4CAA-A847-4D3CE7D7B477}" destId="{4890BEC7-AE4B-43C7-895E-9F6E2B78897E}" srcOrd="2" destOrd="0" presId="urn:microsoft.com/office/officeart/2005/8/layout/vList4"/>
    <dgm:cxn modelId="{DD0D6B37-9595-436B-8DB0-4A45BB71234B}" type="presParOf" srcId="{DF5C5756-0B18-49C5-813D-D750046C2CA6}" destId="{4911597A-C59D-4775-AFC2-8F53B225011B}" srcOrd="3" destOrd="0" presId="urn:microsoft.com/office/officeart/2005/8/layout/vList4"/>
    <dgm:cxn modelId="{768C7C48-0A07-4B36-966E-EDED3E510248}" type="presParOf" srcId="{DF5C5756-0B18-49C5-813D-D750046C2CA6}" destId="{4B4221BF-AEA9-4F1A-A41A-2BEDC0BC74F7}" srcOrd="4" destOrd="0" presId="urn:microsoft.com/office/officeart/2005/8/layout/vList4"/>
    <dgm:cxn modelId="{B3E64815-77D6-4D3C-A7CA-8576FC5E34CA}" type="presParOf" srcId="{4B4221BF-AEA9-4F1A-A41A-2BEDC0BC74F7}" destId="{5B7C35A6-ECFD-4850-A922-2CF57C4D9E79}" srcOrd="0" destOrd="0" presId="urn:microsoft.com/office/officeart/2005/8/layout/vList4"/>
    <dgm:cxn modelId="{70B86E85-A470-45D1-B9E7-DB277E6C488F}" type="presParOf" srcId="{4B4221BF-AEA9-4F1A-A41A-2BEDC0BC74F7}" destId="{B85F97C3-8175-4824-9636-8635278A4DC0}" srcOrd="1" destOrd="0" presId="urn:microsoft.com/office/officeart/2005/8/layout/vList4"/>
    <dgm:cxn modelId="{9F91BC5D-2AD3-4288-8A95-8A67CB9E60A0}" type="presParOf" srcId="{4B4221BF-AEA9-4F1A-A41A-2BEDC0BC74F7}" destId="{0656643A-7321-4D42-8E9D-AEB19B5B2D04}" srcOrd="2" destOrd="0" presId="urn:microsoft.com/office/officeart/2005/8/layout/vList4"/>
    <dgm:cxn modelId="{B3299B60-0997-4C09-8909-AA17DF80FB42}" type="presParOf" srcId="{DF5C5756-0B18-49C5-813D-D750046C2CA6}" destId="{4C5B6EE8-7861-47FA-A4B8-4854945C8E68}" srcOrd="5" destOrd="0" presId="urn:microsoft.com/office/officeart/2005/8/layout/vList4"/>
    <dgm:cxn modelId="{78A6AEBD-35AE-4739-AB12-FAFA959289C3}" type="presParOf" srcId="{DF5C5756-0B18-49C5-813D-D750046C2CA6}" destId="{64517E8D-B143-486F-9241-70733F123E07}" srcOrd="6" destOrd="0" presId="urn:microsoft.com/office/officeart/2005/8/layout/vList4"/>
    <dgm:cxn modelId="{6E4BA6F0-B816-4496-A5AB-A65BC050BAD0}" type="presParOf" srcId="{64517E8D-B143-486F-9241-70733F123E07}" destId="{9FD097B2-6FB2-41BE-94B1-3212A2046F21}" srcOrd="0" destOrd="0" presId="urn:microsoft.com/office/officeart/2005/8/layout/vList4"/>
    <dgm:cxn modelId="{0DE2ACFA-27F9-436B-BE7F-66DB17B003C6}" type="presParOf" srcId="{64517E8D-B143-486F-9241-70733F123E07}" destId="{52802B68-B47C-4DAD-903C-DDE925C392DE}" srcOrd="1" destOrd="0" presId="urn:microsoft.com/office/officeart/2005/8/layout/vList4"/>
    <dgm:cxn modelId="{39954362-BDE5-45A8-9B51-1D4376BD3BA5}" type="presParOf" srcId="{64517E8D-B143-486F-9241-70733F123E07}" destId="{C536B14E-D1FB-4C7E-ADE5-DED5066F8C9B}" srcOrd="2" destOrd="0" presId="urn:microsoft.com/office/officeart/2005/8/layout/vList4"/>
    <dgm:cxn modelId="{A119DD95-338E-42EB-8BA4-188E2DBF1097}" type="presParOf" srcId="{DF5C5756-0B18-49C5-813D-D750046C2CA6}" destId="{6B25D2F2-7BE7-4E3D-B749-A423B020DFF2}" srcOrd="7" destOrd="0" presId="urn:microsoft.com/office/officeart/2005/8/layout/vList4"/>
    <dgm:cxn modelId="{00779A1F-1CEB-4C36-BD40-ABF75CB92B1B}" type="presParOf" srcId="{DF5C5756-0B18-49C5-813D-D750046C2CA6}" destId="{EBCD0984-56DC-44F8-BB04-A3334E721D59}" srcOrd="8" destOrd="0" presId="urn:microsoft.com/office/officeart/2005/8/layout/vList4"/>
    <dgm:cxn modelId="{79326D2F-953D-414E-8D10-353292B0D370}" type="presParOf" srcId="{EBCD0984-56DC-44F8-BB04-A3334E721D59}" destId="{342F630E-B07D-4117-A6F3-ED4E02F3A807}" srcOrd="0" destOrd="0" presId="urn:microsoft.com/office/officeart/2005/8/layout/vList4"/>
    <dgm:cxn modelId="{BECC5361-7B7E-492E-B6A0-F1630FBF3D97}" type="presParOf" srcId="{EBCD0984-56DC-44F8-BB04-A3334E721D59}" destId="{696C75A0-DF65-4BA8-AD59-6DA134D3E339}" srcOrd="1" destOrd="0" presId="urn:microsoft.com/office/officeart/2005/8/layout/vList4"/>
    <dgm:cxn modelId="{6DA477E6-2854-4A2A-89A0-DEA318CD903F}" type="presParOf" srcId="{EBCD0984-56DC-44F8-BB04-A3334E721D59}" destId="{FEBD79A7-36B8-4E89-B0C0-DBD7183001E5}" srcOrd="2" destOrd="0" presId="urn:microsoft.com/office/officeart/2005/8/layout/vList4"/>
    <dgm:cxn modelId="{83FF958E-C983-4405-BE65-265EB291C218}" type="presParOf" srcId="{DF5C5756-0B18-49C5-813D-D750046C2CA6}" destId="{6E0F09A2-BDDB-418B-923A-83041C81B6E5}" srcOrd="9" destOrd="0" presId="urn:microsoft.com/office/officeart/2005/8/layout/vList4"/>
    <dgm:cxn modelId="{680FAB19-E37F-43E9-9499-BACA08D37F24}" type="presParOf" srcId="{DF5C5756-0B18-49C5-813D-D750046C2CA6}" destId="{0F420BC1-4CCA-45A1-8C85-CBB3540C5E25}" srcOrd="10" destOrd="0" presId="urn:microsoft.com/office/officeart/2005/8/layout/vList4"/>
    <dgm:cxn modelId="{44C3A4D5-AB6F-46BD-8809-C4925256F7CF}" type="presParOf" srcId="{0F420BC1-4CCA-45A1-8C85-CBB3540C5E25}" destId="{B13ECAD1-6554-4B7B-89BB-1933FD8C413F}" srcOrd="0" destOrd="0" presId="urn:microsoft.com/office/officeart/2005/8/layout/vList4"/>
    <dgm:cxn modelId="{69DDC288-38C1-41AE-972F-BC0A562804D9}" type="presParOf" srcId="{0F420BC1-4CCA-45A1-8C85-CBB3540C5E25}" destId="{AE640401-95BB-403B-A2CB-5E4D8ABBB175}" srcOrd="1" destOrd="0" presId="urn:microsoft.com/office/officeart/2005/8/layout/vList4"/>
    <dgm:cxn modelId="{40B81AE9-0815-48EA-B7C9-D1ACCD25039F}" type="presParOf" srcId="{0F420BC1-4CCA-45A1-8C85-CBB3540C5E25}" destId="{EFE9778E-4C45-4EE7-B7E6-377362D1BDD3}" srcOrd="2" destOrd="0" presId="urn:microsoft.com/office/officeart/2005/8/layout/vList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35C9BF7F-8A00-4354-8EF0-AC8E2E2E4D3D}" type="doc">
      <dgm:prSet loTypeId="urn:microsoft.com/office/officeart/2005/8/layout/bProcess3" loCatId="process" qsTypeId="urn:microsoft.com/office/officeart/2005/8/quickstyle/simple1" qsCatId="simple" csTypeId="urn:microsoft.com/office/officeart/2005/8/colors/colorful1" csCatId="colorful" phldr="1"/>
      <dgm:spPr/>
      <dgm:t>
        <a:bodyPr/>
        <a:lstStyle/>
        <a:p>
          <a:endParaRPr lang="en-US"/>
        </a:p>
      </dgm:t>
    </dgm:pt>
    <dgm:pt modelId="{5B515850-1709-406C-892F-8D37264D0262}">
      <dgm:prSet phldrT="[Text]"/>
      <dgm:spPr/>
      <dgm:t>
        <a:bodyPr/>
        <a:lstStyle/>
        <a:p>
          <a:r>
            <a:rPr lang="en-US" b="0" i="0" dirty="0"/>
            <a:t>Allows you to avoid confusing problems and errors in the code</a:t>
          </a:r>
          <a:endParaRPr lang="en-US" dirty="0"/>
        </a:p>
      </dgm:t>
    </dgm:pt>
    <dgm:pt modelId="{E32A34A0-8DEE-4224-9FE2-9A2091CA81B3}" type="parTrans" cxnId="{9188EE0D-517C-4D37-AD52-4D8E69BB77B8}">
      <dgm:prSet/>
      <dgm:spPr/>
      <dgm:t>
        <a:bodyPr/>
        <a:lstStyle/>
        <a:p>
          <a:endParaRPr lang="en-US"/>
        </a:p>
      </dgm:t>
    </dgm:pt>
    <dgm:pt modelId="{850B7FC8-8F13-408B-860B-36C378087F8A}" type="sibTrans" cxnId="{9188EE0D-517C-4D37-AD52-4D8E69BB77B8}">
      <dgm:prSet/>
      <dgm:spPr/>
      <dgm:t>
        <a:bodyPr/>
        <a:lstStyle/>
        <a:p>
          <a:endParaRPr lang="en-US"/>
        </a:p>
      </dgm:t>
    </dgm:pt>
    <dgm:pt modelId="{5A569F02-4DFA-43D4-AA31-DB11D0416CEA}">
      <dgm:prSet/>
      <dgm:spPr/>
      <dgm:t>
        <a:bodyPr/>
        <a:lstStyle/>
        <a:p>
          <a:r>
            <a:rPr lang="en-US" b="0" i="0"/>
            <a:t>Easier to test and execute Unit testing and debug FP Code.</a:t>
          </a:r>
        </a:p>
      </dgm:t>
    </dgm:pt>
    <dgm:pt modelId="{AD32D4D6-6D54-40A8-AC5C-A68E60C30E66}" type="parTrans" cxnId="{6DDC2D56-88BB-4292-A004-109825C0D495}">
      <dgm:prSet/>
      <dgm:spPr/>
      <dgm:t>
        <a:bodyPr/>
        <a:lstStyle/>
        <a:p>
          <a:endParaRPr lang="en-US"/>
        </a:p>
      </dgm:t>
    </dgm:pt>
    <dgm:pt modelId="{8A2BA623-08D2-4BCA-A8B7-44132B93A0A5}" type="sibTrans" cxnId="{6DDC2D56-88BB-4292-A004-109825C0D495}">
      <dgm:prSet/>
      <dgm:spPr/>
      <dgm:t>
        <a:bodyPr/>
        <a:lstStyle/>
        <a:p>
          <a:endParaRPr lang="en-US"/>
        </a:p>
      </dgm:t>
    </dgm:pt>
    <dgm:pt modelId="{C1F8C8D5-68B5-4388-9F2F-526E0CA89F3B}">
      <dgm:prSet/>
      <dgm:spPr/>
      <dgm:t>
        <a:bodyPr/>
        <a:lstStyle/>
        <a:p>
          <a:r>
            <a:rPr lang="en-US" b="0" i="0" dirty="0"/>
            <a:t>Parallel processing and concurrency</a:t>
          </a:r>
        </a:p>
      </dgm:t>
    </dgm:pt>
    <dgm:pt modelId="{0DAD0981-4941-454E-A79E-4B49240EC92F}" type="parTrans" cxnId="{D9C3AABB-795D-40D7-9C71-CCE77D197D47}">
      <dgm:prSet/>
      <dgm:spPr/>
      <dgm:t>
        <a:bodyPr/>
        <a:lstStyle/>
        <a:p>
          <a:endParaRPr lang="en-US"/>
        </a:p>
      </dgm:t>
    </dgm:pt>
    <dgm:pt modelId="{8D4D39F1-8F76-4C52-9019-612C67A1B65C}" type="sibTrans" cxnId="{D9C3AABB-795D-40D7-9C71-CCE77D197D47}">
      <dgm:prSet/>
      <dgm:spPr/>
      <dgm:t>
        <a:bodyPr/>
        <a:lstStyle/>
        <a:p>
          <a:endParaRPr lang="en-US"/>
        </a:p>
      </dgm:t>
    </dgm:pt>
    <dgm:pt modelId="{591DC423-7CE4-46C8-941F-E375C77147CB}">
      <dgm:prSet/>
      <dgm:spPr/>
      <dgm:t>
        <a:bodyPr/>
        <a:lstStyle/>
        <a:p>
          <a:r>
            <a:rPr lang="en-US" b="0" i="0"/>
            <a:t>Hot code deployment and fault tolerance</a:t>
          </a:r>
        </a:p>
      </dgm:t>
    </dgm:pt>
    <dgm:pt modelId="{C49A38B5-B724-487F-916F-7C3D2570F8B2}" type="parTrans" cxnId="{B9012ABD-4DBC-4560-BE72-D6DD8BE55DBC}">
      <dgm:prSet/>
      <dgm:spPr/>
      <dgm:t>
        <a:bodyPr/>
        <a:lstStyle/>
        <a:p>
          <a:endParaRPr lang="en-US"/>
        </a:p>
      </dgm:t>
    </dgm:pt>
    <dgm:pt modelId="{E2A1BFA2-03C1-46A4-B2F0-2AF8C971D53A}" type="sibTrans" cxnId="{B9012ABD-4DBC-4560-BE72-D6DD8BE55DBC}">
      <dgm:prSet/>
      <dgm:spPr/>
      <dgm:t>
        <a:bodyPr/>
        <a:lstStyle/>
        <a:p>
          <a:endParaRPr lang="en-US"/>
        </a:p>
      </dgm:t>
    </dgm:pt>
    <dgm:pt modelId="{390B52EC-F19E-49AE-865C-FD00D8544415}">
      <dgm:prSet/>
      <dgm:spPr/>
      <dgm:t>
        <a:bodyPr/>
        <a:lstStyle/>
        <a:p>
          <a:r>
            <a:rPr lang="en-US" b="0" i="0"/>
            <a:t>Offers better modularity with a shorter code</a:t>
          </a:r>
        </a:p>
      </dgm:t>
    </dgm:pt>
    <dgm:pt modelId="{47A78935-F0C5-43CB-B1F7-C9AA96419572}" type="parTrans" cxnId="{44EF3575-2536-4364-B67F-B3D01A61A88F}">
      <dgm:prSet/>
      <dgm:spPr/>
      <dgm:t>
        <a:bodyPr/>
        <a:lstStyle/>
        <a:p>
          <a:endParaRPr lang="en-US"/>
        </a:p>
      </dgm:t>
    </dgm:pt>
    <dgm:pt modelId="{E3FADC78-516C-4EE9-801F-B05016D01E72}" type="sibTrans" cxnId="{44EF3575-2536-4364-B67F-B3D01A61A88F}">
      <dgm:prSet/>
      <dgm:spPr/>
      <dgm:t>
        <a:bodyPr/>
        <a:lstStyle/>
        <a:p>
          <a:endParaRPr lang="en-US"/>
        </a:p>
      </dgm:t>
    </dgm:pt>
    <dgm:pt modelId="{4D3FF5FA-DEA7-4477-8648-6E368D450BC1}">
      <dgm:prSet/>
      <dgm:spPr/>
      <dgm:t>
        <a:bodyPr/>
        <a:lstStyle/>
        <a:p>
          <a:r>
            <a:rPr lang="en-US" b="0" i="0"/>
            <a:t>Increased productivity of the developer</a:t>
          </a:r>
        </a:p>
      </dgm:t>
    </dgm:pt>
    <dgm:pt modelId="{31C328BD-6D99-480F-B442-83C3625BB1AE}" type="parTrans" cxnId="{31727DFD-D6D2-4160-AD6A-314ECF133F76}">
      <dgm:prSet/>
      <dgm:spPr/>
      <dgm:t>
        <a:bodyPr/>
        <a:lstStyle/>
        <a:p>
          <a:endParaRPr lang="en-US"/>
        </a:p>
      </dgm:t>
    </dgm:pt>
    <dgm:pt modelId="{C5088AD5-90D5-4E6A-A9A8-0C9F1B8446E3}" type="sibTrans" cxnId="{31727DFD-D6D2-4160-AD6A-314ECF133F76}">
      <dgm:prSet/>
      <dgm:spPr/>
      <dgm:t>
        <a:bodyPr/>
        <a:lstStyle/>
        <a:p>
          <a:endParaRPr lang="en-US"/>
        </a:p>
      </dgm:t>
    </dgm:pt>
    <dgm:pt modelId="{C3096880-D40A-42F2-A847-2BDC0ADABCD3}">
      <dgm:prSet/>
      <dgm:spPr/>
      <dgm:t>
        <a:bodyPr/>
        <a:lstStyle/>
        <a:p>
          <a:r>
            <a:rPr lang="en-US" b="0" i="0" dirty="0"/>
            <a:t>Supports Nested Functions</a:t>
          </a:r>
        </a:p>
      </dgm:t>
    </dgm:pt>
    <dgm:pt modelId="{667396EE-0437-4AE9-B753-1FA0645326F4}" type="parTrans" cxnId="{3239A4C7-1702-4F67-91D8-F58D0336E846}">
      <dgm:prSet/>
      <dgm:spPr/>
      <dgm:t>
        <a:bodyPr/>
        <a:lstStyle/>
        <a:p>
          <a:endParaRPr lang="en-US"/>
        </a:p>
      </dgm:t>
    </dgm:pt>
    <dgm:pt modelId="{92D3F9DC-4C18-4D9F-9476-40BEA300A7F9}" type="sibTrans" cxnId="{3239A4C7-1702-4F67-91D8-F58D0336E846}">
      <dgm:prSet/>
      <dgm:spPr/>
      <dgm:t>
        <a:bodyPr/>
        <a:lstStyle/>
        <a:p>
          <a:endParaRPr lang="en-US"/>
        </a:p>
      </dgm:t>
    </dgm:pt>
    <dgm:pt modelId="{3334BF9A-9E09-440E-B7A8-636F094FA8EF}" type="pres">
      <dgm:prSet presAssocID="{35C9BF7F-8A00-4354-8EF0-AC8E2E2E4D3D}" presName="Name0" presStyleCnt="0">
        <dgm:presLayoutVars>
          <dgm:dir/>
          <dgm:resizeHandles val="exact"/>
        </dgm:presLayoutVars>
      </dgm:prSet>
      <dgm:spPr/>
    </dgm:pt>
    <dgm:pt modelId="{3F8F5652-127F-464C-B53F-95437300DC73}" type="pres">
      <dgm:prSet presAssocID="{5B515850-1709-406C-892F-8D37264D0262}" presName="node" presStyleLbl="node1" presStyleIdx="0" presStyleCnt="7">
        <dgm:presLayoutVars>
          <dgm:bulletEnabled val="1"/>
        </dgm:presLayoutVars>
      </dgm:prSet>
      <dgm:spPr/>
    </dgm:pt>
    <dgm:pt modelId="{9554161C-983D-43C0-B42B-34FDB20E8CFB}" type="pres">
      <dgm:prSet presAssocID="{850B7FC8-8F13-408B-860B-36C378087F8A}" presName="sibTrans" presStyleLbl="sibTrans1D1" presStyleIdx="0" presStyleCnt="6"/>
      <dgm:spPr/>
    </dgm:pt>
    <dgm:pt modelId="{D88BB729-31D5-420F-8E6A-C7F08791EA06}" type="pres">
      <dgm:prSet presAssocID="{850B7FC8-8F13-408B-860B-36C378087F8A}" presName="connectorText" presStyleLbl="sibTrans1D1" presStyleIdx="0" presStyleCnt="6"/>
      <dgm:spPr/>
    </dgm:pt>
    <dgm:pt modelId="{872ECAA5-C6FE-4005-BB8D-C2533CE70AF2}" type="pres">
      <dgm:prSet presAssocID="{5A569F02-4DFA-43D4-AA31-DB11D0416CEA}" presName="node" presStyleLbl="node1" presStyleIdx="1" presStyleCnt="7">
        <dgm:presLayoutVars>
          <dgm:bulletEnabled val="1"/>
        </dgm:presLayoutVars>
      </dgm:prSet>
      <dgm:spPr/>
    </dgm:pt>
    <dgm:pt modelId="{A7A7DD1F-4DC5-441A-BA3C-7A59EF762178}" type="pres">
      <dgm:prSet presAssocID="{8A2BA623-08D2-4BCA-A8B7-44132B93A0A5}" presName="sibTrans" presStyleLbl="sibTrans1D1" presStyleIdx="1" presStyleCnt="6"/>
      <dgm:spPr/>
    </dgm:pt>
    <dgm:pt modelId="{420A27C3-E223-4AAD-92D5-C5AC7B5230C7}" type="pres">
      <dgm:prSet presAssocID="{8A2BA623-08D2-4BCA-A8B7-44132B93A0A5}" presName="connectorText" presStyleLbl="sibTrans1D1" presStyleIdx="1" presStyleCnt="6"/>
      <dgm:spPr/>
    </dgm:pt>
    <dgm:pt modelId="{DB251C02-E56B-4C93-84AC-BA65CD3A57FF}" type="pres">
      <dgm:prSet presAssocID="{C1F8C8D5-68B5-4388-9F2F-526E0CA89F3B}" presName="node" presStyleLbl="node1" presStyleIdx="2" presStyleCnt="7">
        <dgm:presLayoutVars>
          <dgm:bulletEnabled val="1"/>
        </dgm:presLayoutVars>
      </dgm:prSet>
      <dgm:spPr/>
    </dgm:pt>
    <dgm:pt modelId="{355A753B-D5BF-4962-A2FB-56C23A5EEC1F}" type="pres">
      <dgm:prSet presAssocID="{8D4D39F1-8F76-4C52-9019-612C67A1B65C}" presName="sibTrans" presStyleLbl="sibTrans1D1" presStyleIdx="2" presStyleCnt="6"/>
      <dgm:spPr/>
    </dgm:pt>
    <dgm:pt modelId="{54D642DD-FF8B-467F-9E52-DE71EE088038}" type="pres">
      <dgm:prSet presAssocID="{8D4D39F1-8F76-4C52-9019-612C67A1B65C}" presName="connectorText" presStyleLbl="sibTrans1D1" presStyleIdx="2" presStyleCnt="6"/>
      <dgm:spPr/>
    </dgm:pt>
    <dgm:pt modelId="{09E4CC98-5A31-42D9-9921-063A7456F2C7}" type="pres">
      <dgm:prSet presAssocID="{591DC423-7CE4-46C8-941F-E375C77147CB}" presName="node" presStyleLbl="node1" presStyleIdx="3" presStyleCnt="7">
        <dgm:presLayoutVars>
          <dgm:bulletEnabled val="1"/>
        </dgm:presLayoutVars>
      </dgm:prSet>
      <dgm:spPr/>
    </dgm:pt>
    <dgm:pt modelId="{9A1B7606-2253-4A44-909D-F0699FCB9F4B}" type="pres">
      <dgm:prSet presAssocID="{E2A1BFA2-03C1-46A4-B2F0-2AF8C971D53A}" presName="sibTrans" presStyleLbl="sibTrans1D1" presStyleIdx="3" presStyleCnt="6"/>
      <dgm:spPr/>
    </dgm:pt>
    <dgm:pt modelId="{ADEF7603-A4D8-4C38-87F9-6FFFE5129EB4}" type="pres">
      <dgm:prSet presAssocID="{E2A1BFA2-03C1-46A4-B2F0-2AF8C971D53A}" presName="connectorText" presStyleLbl="sibTrans1D1" presStyleIdx="3" presStyleCnt="6"/>
      <dgm:spPr/>
    </dgm:pt>
    <dgm:pt modelId="{D5CF1A70-5B8D-4BB9-A8DB-B0116318E0FF}" type="pres">
      <dgm:prSet presAssocID="{390B52EC-F19E-49AE-865C-FD00D8544415}" presName="node" presStyleLbl="node1" presStyleIdx="4" presStyleCnt="7">
        <dgm:presLayoutVars>
          <dgm:bulletEnabled val="1"/>
        </dgm:presLayoutVars>
      </dgm:prSet>
      <dgm:spPr/>
    </dgm:pt>
    <dgm:pt modelId="{BE974370-1E52-4AB7-9D45-174A1E9EBF7C}" type="pres">
      <dgm:prSet presAssocID="{E3FADC78-516C-4EE9-801F-B05016D01E72}" presName="sibTrans" presStyleLbl="sibTrans1D1" presStyleIdx="4" presStyleCnt="6"/>
      <dgm:spPr/>
    </dgm:pt>
    <dgm:pt modelId="{A4D1FFB4-404A-4270-953C-EFE97825B0EA}" type="pres">
      <dgm:prSet presAssocID="{E3FADC78-516C-4EE9-801F-B05016D01E72}" presName="connectorText" presStyleLbl="sibTrans1D1" presStyleIdx="4" presStyleCnt="6"/>
      <dgm:spPr/>
    </dgm:pt>
    <dgm:pt modelId="{6D6459BA-FACD-4735-83F4-4C7EB6D2B561}" type="pres">
      <dgm:prSet presAssocID="{4D3FF5FA-DEA7-4477-8648-6E368D450BC1}" presName="node" presStyleLbl="node1" presStyleIdx="5" presStyleCnt="7">
        <dgm:presLayoutVars>
          <dgm:bulletEnabled val="1"/>
        </dgm:presLayoutVars>
      </dgm:prSet>
      <dgm:spPr/>
    </dgm:pt>
    <dgm:pt modelId="{6BB1DCCE-7FE5-4B77-A7C6-95E40EACA004}" type="pres">
      <dgm:prSet presAssocID="{C5088AD5-90D5-4E6A-A9A8-0C9F1B8446E3}" presName="sibTrans" presStyleLbl="sibTrans1D1" presStyleIdx="5" presStyleCnt="6"/>
      <dgm:spPr/>
    </dgm:pt>
    <dgm:pt modelId="{41834392-9515-49CE-B620-3DEB2C8FE004}" type="pres">
      <dgm:prSet presAssocID="{C5088AD5-90D5-4E6A-A9A8-0C9F1B8446E3}" presName="connectorText" presStyleLbl="sibTrans1D1" presStyleIdx="5" presStyleCnt="6"/>
      <dgm:spPr/>
    </dgm:pt>
    <dgm:pt modelId="{E93800E6-DD28-4C2F-BD2C-873E4301C0CB}" type="pres">
      <dgm:prSet presAssocID="{C3096880-D40A-42F2-A847-2BDC0ADABCD3}" presName="node" presStyleLbl="node1" presStyleIdx="6" presStyleCnt="7">
        <dgm:presLayoutVars>
          <dgm:bulletEnabled val="1"/>
        </dgm:presLayoutVars>
      </dgm:prSet>
      <dgm:spPr/>
    </dgm:pt>
  </dgm:ptLst>
  <dgm:cxnLst>
    <dgm:cxn modelId="{AF5E0F02-7C7F-40DC-96B9-6571E834E1BB}" type="presOf" srcId="{E3FADC78-516C-4EE9-801F-B05016D01E72}" destId="{A4D1FFB4-404A-4270-953C-EFE97825B0EA}" srcOrd="1" destOrd="0" presId="urn:microsoft.com/office/officeart/2005/8/layout/bProcess3"/>
    <dgm:cxn modelId="{B17C1C03-6B8A-4408-A266-5972019285EA}" type="presOf" srcId="{850B7FC8-8F13-408B-860B-36C378087F8A}" destId="{9554161C-983D-43C0-B42B-34FDB20E8CFB}" srcOrd="0" destOrd="0" presId="urn:microsoft.com/office/officeart/2005/8/layout/bProcess3"/>
    <dgm:cxn modelId="{5A8F630B-317D-40EC-AA3F-65329BD0870E}" type="presOf" srcId="{35C9BF7F-8A00-4354-8EF0-AC8E2E2E4D3D}" destId="{3334BF9A-9E09-440E-B7A8-636F094FA8EF}" srcOrd="0" destOrd="0" presId="urn:microsoft.com/office/officeart/2005/8/layout/bProcess3"/>
    <dgm:cxn modelId="{9188EE0D-517C-4D37-AD52-4D8E69BB77B8}" srcId="{35C9BF7F-8A00-4354-8EF0-AC8E2E2E4D3D}" destId="{5B515850-1709-406C-892F-8D37264D0262}" srcOrd="0" destOrd="0" parTransId="{E32A34A0-8DEE-4224-9FE2-9A2091CA81B3}" sibTransId="{850B7FC8-8F13-408B-860B-36C378087F8A}"/>
    <dgm:cxn modelId="{9A90D928-102F-4236-AB59-D8D565398924}" type="presOf" srcId="{8D4D39F1-8F76-4C52-9019-612C67A1B65C}" destId="{355A753B-D5BF-4962-A2FB-56C23A5EEC1F}" srcOrd="0" destOrd="0" presId="urn:microsoft.com/office/officeart/2005/8/layout/bProcess3"/>
    <dgm:cxn modelId="{161F8A2A-B3B4-4FA8-80E8-0AC7F14EDC44}" type="presOf" srcId="{850B7FC8-8F13-408B-860B-36C378087F8A}" destId="{D88BB729-31D5-420F-8E6A-C7F08791EA06}" srcOrd="1" destOrd="0" presId="urn:microsoft.com/office/officeart/2005/8/layout/bProcess3"/>
    <dgm:cxn modelId="{BCBA2E2F-0C83-4FF1-9F26-F7EF25B7A80A}" type="presOf" srcId="{E2A1BFA2-03C1-46A4-B2F0-2AF8C971D53A}" destId="{ADEF7603-A4D8-4C38-87F9-6FFFE5129EB4}" srcOrd="1" destOrd="0" presId="urn:microsoft.com/office/officeart/2005/8/layout/bProcess3"/>
    <dgm:cxn modelId="{D1939C5C-8704-41A1-95B5-9423FB357314}" type="presOf" srcId="{C5088AD5-90D5-4E6A-A9A8-0C9F1B8446E3}" destId="{6BB1DCCE-7FE5-4B77-A7C6-95E40EACA004}" srcOrd="0" destOrd="0" presId="urn:microsoft.com/office/officeart/2005/8/layout/bProcess3"/>
    <dgm:cxn modelId="{A03AAC60-D158-431E-BF08-C5C3875BA18A}" type="presOf" srcId="{591DC423-7CE4-46C8-941F-E375C77147CB}" destId="{09E4CC98-5A31-42D9-9921-063A7456F2C7}" srcOrd="0" destOrd="0" presId="urn:microsoft.com/office/officeart/2005/8/layout/bProcess3"/>
    <dgm:cxn modelId="{22D77D63-078B-478B-9E0F-7DAC9B5BDB99}" type="presOf" srcId="{E2A1BFA2-03C1-46A4-B2F0-2AF8C971D53A}" destId="{9A1B7606-2253-4A44-909D-F0699FCB9F4B}" srcOrd="0" destOrd="0" presId="urn:microsoft.com/office/officeart/2005/8/layout/bProcess3"/>
    <dgm:cxn modelId="{2D83E844-C324-4ECA-B8CC-4CEDCACBD8E0}" type="presOf" srcId="{C3096880-D40A-42F2-A847-2BDC0ADABCD3}" destId="{E93800E6-DD28-4C2F-BD2C-873E4301C0CB}" srcOrd="0" destOrd="0" presId="urn:microsoft.com/office/officeart/2005/8/layout/bProcess3"/>
    <dgm:cxn modelId="{44EF3575-2536-4364-B67F-B3D01A61A88F}" srcId="{35C9BF7F-8A00-4354-8EF0-AC8E2E2E4D3D}" destId="{390B52EC-F19E-49AE-865C-FD00D8544415}" srcOrd="4" destOrd="0" parTransId="{47A78935-F0C5-43CB-B1F7-C9AA96419572}" sibTransId="{E3FADC78-516C-4EE9-801F-B05016D01E72}"/>
    <dgm:cxn modelId="{6DDC2D56-88BB-4292-A004-109825C0D495}" srcId="{35C9BF7F-8A00-4354-8EF0-AC8E2E2E4D3D}" destId="{5A569F02-4DFA-43D4-AA31-DB11D0416CEA}" srcOrd="1" destOrd="0" parTransId="{AD32D4D6-6D54-40A8-AC5C-A68E60C30E66}" sibTransId="{8A2BA623-08D2-4BCA-A8B7-44132B93A0A5}"/>
    <dgm:cxn modelId="{4573BD82-2F4A-4CFC-9129-9D45F479C20C}" type="presOf" srcId="{8D4D39F1-8F76-4C52-9019-612C67A1B65C}" destId="{54D642DD-FF8B-467F-9E52-DE71EE088038}" srcOrd="1" destOrd="0" presId="urn:microsoft.com/office/officeart/2005/8/layout/bProcess3"/>
    <dgm:cxn modelId="{BE6C4E93-4C8B-44E8-BF04-3D608C1B6530}" type="presOf" srcId="{5B515850-1709-406C-892F-8D37264D0262}" destId="{3F8F5652-127F-464C-B53F-95437300DC73}" srcOrd="0" destOrd="0" presId="urn:microsoft.com/office/officeart/2005/8/layout/bProcess3"/>
    <dgm:cxn modelId="{3D3D0FAC-6B4C-4A29-AE4D-EA783858730D}" type="presOf" srcId="{C5088AD5-90D5-4E6A-A9A8-0C9F1B8446E3}" destId="{41834392-9515-49CE-B620-3DEB2C8FE004}" srcOrd="1" destOrd="0" presId="urn:microsoft.com/office/officeart/2005/8/layout/bProcess3"/>
    <dgm:cxn modelId="{6E9EADB7-4C5D-41E1-AF43-DD3ECFE12E82}" type="presOf" srcId="{8A2BA623-08D2-4BCA-A8B7-44132B93A0A5}" destId="{420A27C3-E223-4AAD-92D5-C5AC7B5230C7}" srcOrd="1" destOrd="0" presId="urn:microsoft.com/office/officeart/2005/8/layout/bProcess3"/>
    <dgm:cxn modelId="{D9C3AABB-795D-40D7-9C71-CCE77D197D47}" srcId="{35C9BF7F-8A00-4354-8EF0-AC8E2E2E4D3D}" destId="{C1F8C8D5-68B5-4388-9F2F-526E0CA89F3B}" srcOrd="2" destOrd="0" parTransId="{0DAD0981-4941-454E-A79E-4B49240EC92F}" sibTransId="{8D4D39F1-8F76-4C52-9019-612C67A1B65C}"/>
    <dgm:cxn modelId="{B9012ABD-4DBC-4560-BE72-D6DD8BE55DBC}" srcId="{35C9BF7F-8A00-4354-8EF0-AC8E2E2E4D3D}" destId="{591DC423-7CE4-46C8-941F-E375C77147CB}" srcOrd="3" destOrd="0" parTransId="{C49A38B5-B724-487F-916F-7C3D2570F8B2}" sibTransId="{E2A1BFA2-03C1-46A4-B2F0-2AF8C971D53A}"/>
    <dgm:cxn modelId="{91AC59C7-CCCB-4C24-ABDE-1C72D4D64F0C}" type="presOf" srcId="{E3FADC78-516C-4EE9-801F-B05016D01E72}" destId="{BE974370-1E52-4AB7-9D45-174A1E9EBF7C}" srcOrd="0" destOrd="0" presId="urn:microsoft.com/office/officeart/2005/8/layout/bProcess3"/>
    <dgm:cxn modelId="{3239A4C7-1702-4F67-91D8-F58D0336E846}" srcId="{35C9BF7F-8A00-4354-8EF0-AC8E2E2E4D3D}" destId="{C3096880-D40A-42F2-A847-2BDC0ADABCD3}" srcOrd="6" destOrd="0" parTransId="{667396EE-0437-4AE9-B753-1FA0645326F4}" sibTransId="{92D3F9DC-4C18-4D9F-9476-40BEA300A7F9}"/>
    <dgm:cxn modelId="{D2D696D7-7B46-4C75-B8E2-29C566CC8782}" type="presOf" srcId="{4D3FF5FA-DEA7-4477-8648-6E368D450BC1}" destId="{6D6459BA-FACD-4735-83F4-4C7EB6D2B561}" srcOrd="0" destOrd="0" presId="urn:microsoft.com/office/officeart/2005/8/layout/bProcess3"/>
    <dgm:cxn modelId="{4B93B2D9-3DE5-4351-ACDC-16C100B55C7B}" type="presOf" srcId="{390B52EC-F19E-49AE-865C-FD00D8544415}" destId="{D5CF1A70-5B8D-4BB9-A8DB-B0116318E0FF}" srcOrd="0" destOrd="0" presId="urn:microsoft.com/office/officeart/2005/8/layout/bProcess3"/>
    <dgm:cxn modelId="{09BBC1E2-81F1-4812-9A6A-B6173FDDCC5E}" type="presOf" srcId="{8A2BA623-08D2-4BCA-A8B7-44132B93A0A5}" destId="{A7A7DD1F-4DC5-441A-BA3C-7A59EF762178}" srcOrd="0" destOrd="0" presId="urn:microsoft.com/office/officeart/2005/8/layout/bProcess3"/>
    <dgm:cxn modelId="{63EB76E9-C92A-4818-8F40-7F238B04F63D}" type="presOf" srcId="{5A569F02-4DFA-43D4-AA31-DB11D0416CEA}" destId="{872ECAA5-C6FE-4005-BB8D-C2533CE70AF2}" srcOrd="0" destOrd="0" presId="urn:microsoft.com/office/officeart/2005/8/layout/bProcess3"/>
    <dgm:cxn modelId="{ABF1DFF6-E09D-400F-980C-7DB0A7D30437}" type="presOf" srcId="{C1F8C8D5-68B5-4388-9F2F-526E0CA89F3B}" destId="{DB251C02-E56B-4C93-84AC-BA65CD3A57FF}" srcOrd="0" destOrd="0" presId="urn:microsoft.com/office/officeart/2005/8/layout/bProcess3"/>
    <dgm:cxn modelId="{31727DFD-D6D2-4160-AD6A-314ECF133F76}" srcId="{35C9BF7F-8A00-4354-8EF0-AC8E2E2E4D3D}" destId="{4D3FF5FA-DEA7-4477-8648-6E368D450BC1}" srcOrd="5" destOrd="0" parTransId="{31C328BD-6D99-480F-B442-83C3625BB1AE}" sibTransId="{C5088AD5-90D5-4E6A-A9A8-0C9F1B8446E3}"/>
    <dgm:cxn modelId="{3C1B79FF-5D75-44B2-874F-23E9919291DE}" type="presParOf" srcId="{3334BF9A-9E09-440E-B7A8-636F094FA8EF}" destId="{3F8F5652-127F-464C-B53F-95437300DC73}" srcOrd="0" destOrd="0" presId="urn:microsoft.com/office/officeart/2005/8/layout/bProcess3"/>
    <dgm:cxn modelId="{FE6D917B-3752-4BAD-9433-18B8743E2952}" type="presParOf" srcId="{3334BF9A-9E09-440E-B7A8-636F094FA8EF}" destId="{9554161C-983D-43C0-B42B-34FDB20E8CFB}" srcOrd="1" destOrd="0" presId="urn:microsoft.com/office/officeart/2005/8/layout/bProcess3"/>
    <dgm:cxn modelId="{0E230B0C-8EBA-45EE-A98D-9AE35AA959C3}" type="presParOf" srcId="{9554161C-983D-43C0-B42B-34FDB20E8CFB}" destId="{D88BB729-31D5-420F-8E6A-C7F08791EA06}" srcOrd="0" destOrd="0" presId="urn:microsoft.com/office/officeart/2005/8/layout/bProcess3"/>
    <dgm:cxn modelId="{A7091A83-F5A6-44C5-81FB-39981E6DD6D5}" type="presParOf" srcId="{3334BF9A-9E09-440E-B7A8-636F094FA8EF}" destId="{872ECAA5-C6FE-4005-BB8D-C2533CE70AF2}" srcOrd="2" destOrd="0" presId="urn:microsoft.com/office/officeart/2005/8/layout/bProcess3"/>
    <dgm:cxn modelId="{F8A0AFCB-CD42-42E7-A190-BF76175DFF61}" type="presParOf" srcId="{3334BF9A-9E09-440E-B7A8-636F094FA8EF}" destId="{A7A7DD1F-4DC5-441A-BA3C-7A59EF762178}" srcOrd="3" destOrd="0" presId="urn:microsoft.com/office/officeart/2005/8/layout/bProcess3"/>
    <dgm:cxn modelId="{80BF5D45-36D9-4698-84EF-8BF151F5E508}" type="presParOf" srcId="{A7A7DD1F-4DC5-441A-BA3C-7A59EF762178}" destId="{420A27C3-E223-4AAD-92D5-C5AC7B5230C7}" srcOrd="0" destOrd="0" presId="urn:microsoft.com/office/officeart/2005/8/layout/bProcess3"/>
    <dgm:cxn modelId="{7BD27C40-364A-4E9F-B40B-EEFCE7D908F6}" type="presParOf" srcId="{3334BF9A-9E09-440E-B7A8-636F094FA8EF}" destId="{DB251C02-E56B-4C93-84AC-BA65CD3A57FF}" srcOrd="4" destOrd="0" presId="urn:microsoft.com/office/officeart/2005/8/layout/bProcess3"/>
    <dgm:cxn modelId="{4F1CDE00-4A2C-4914-9282-731D99B6DB95}" type="presParOf" srcId="{3334BF9A-9E09-440E-B7A8-636F094FA8EF}" destId="{355A753B-D5BF-4962-A2FB-56C23A5EEC1F}" srcOrd="5" destOrd="0" presId="urn:microsoft.com/office/officeart/2005/8/layout/bProcess3"/>
    <dgm:cxn modelId="{D106F608-7FAC-4D60-ADDD-965B4F4733E1}" type="presParOf" srcId="{355A753B-D5BF-4962-A2FB-56C23A5EEC1F}" destId="{54D642DD-FF8B-467F-9E52-DE71EE088038}" srcOrd="0" destOrd="0" presId="urn:microsoft.com/office/officeart/2005/8/layout/bProcess3"/>
    <dgm:cxn modelId="{107E036F-6C77-4687-BEBB-20B4CE40EC1E}" type="presParOf" srcId="{3334BF9A-9E09-440E-B7A8-636F094FA8EF}" destId="{09E4CC98-5A31-42D9-9921-063A7456F2C7}" srcOrd="6" destOrd="0" presId="urn:microsoft.com/office/officeart/2005/8/layout/bProcess3"/>
    <dgm:cxn modelId="{76D93100-ECA0-4F7D-8841-5A777E2F1228}" type="presParOf" srcId="{3334BF9A-9E09-440E-B7A8-636F094FA8EF}" destId="{9A1B7606-2253-4A44-909D-F0699FCB9F4B}" srcOrd="7" destOrd="0" presId="urn:microsoft.com/office/officeart/2005/8/layout/bProcess3"/>
    <dgm:cxn modelId="{120C386A-E306-490D-93CF-915D0AC30A03}" type="presParOf" srcId="{9A1B7606-2253-4A44-909D-F0699FCB9F4B}" destId="{ADEF7603-A4D8-4C38-87F9-6FFFE5129EB4}" srcOrd="0" destOrd="0" presId="urn:microsoft.com/office/officeart/2005/8/layout/bProcess3"/>
    <dgm:cxn modelId="{EA4E4746-CEAD-4F69-9FFD-503075FE962E}" type="presParOf" srcId="{3334BF9A-9E09-440E-B7A8-636F094FA8EF}" destId="{D5CF1A70-5B8D-4BB9-A8DB-B0116318E0FF}" srcOrd="8" destOrd="0" presId="urn:microsoft.com/office/officeart/2005/8/layout/bProcess3"/>
    <dgm:cxn modelId="{F3D8BCEB-53FB-47F8-BD05-B1B7B6FAA824}" type="presParOf" srcId="{3334BF9A-9E09-440E-B7A8-636F094FA8EF}" destId="{BE974370-1E52-4AB7-9D45-174A1E9EBF7C}" srcOrd="9" destOrd="0" presId="urn:microsoft.com/office/officeart/2005/8/layout/bProcess3"/>
    <dgm:cxn modelId="{6C050196-976B-4817-AD53-E84A876DA2AB}" type="presParOf" srcId="{BE974370-1E52-4AB7-9D45-174A1E9EBF7C}" destId="{A4D1FFB4-404A-4270-953C-EFE97825B0EA}" srcOrd="0" destOrd="0" presId="urn:microsoft.com/office/officeart/2005/8/layout/bProcess3"/>
    <dgm:cxn modelId="{371D0440-C784-48C8-9622-416C1C7C3F84}" type="presParOf" srcId="{3334BF9A-9E09-440E-B7A8-636F094FA8EF}" destId="{6D6459BA-FACD-4735-83F4-4C7EB6D2B561}" srcOrd="10" destOrd="0" presId="urn:microsoft.com/office/officeart/2005/8/layout/bProcess3"/>
    <dgm:cxn modelId="{06BDB7A3-355F-4997-92F6-C57522E2BBFA}" type="presParOf" srcId="{3334BF9A-9E09-440E-B7A8-636F094FA8EF}" destId="{6BB1DCCE-7FE5-4B77-A7C6-95E40EACA004}" srcOrd="11" destOrd="0" presId="urn:microsoft.com/office/officeart/2005/8/layout/bProcess3"/>
    <dgm:cxn modelId="{E1BA2419-207D-44B8-87D2-24089F268F0D}" type="presParOf" srcId="{6BB1DCCE-7FE5-4B77-A7C6-95E40EACA004}" destId="{41834392-9515-49CE-B620-3DEB2C8FE004}" srcOrd="0" destOrd="0" presId="urn:microsoft.com/office/officeart/2005/8/layout/bProcess3"/>
    <dgm:cxn modelId="{ADD74786-8F65-48BB-9ADE-FC60F712B805}" type="presParOf" srcId="{3334BF9A-9E09-440E-B7A8-636F094FA8EF}" destId="{E93800E6-DD28-4C2F-BD2C-873E4301C0CB}" srcOrd="12" destOrd="0" presId="urn:microsoft.com/office/officeart/2005/8/layout/bProcess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35C9BF7F-8A00-4354-8EF0-AC8E2E2E4D3D}" type="doc">
      <dgm:prSet loTypeId="urn:microsoft.com/office/officeart/2005/8/layout/bProcess4" loCatId="process" qsTypeId="urn:microsoft.com/office/officeart/2005/8/quickstyle/simple1" qsCatId="simple" csTypeId="urn:microsoft.com/office/officeart/2005/8/colors/colorful1" csCatId="colorful" phldr="1"/>
      <dgm:spPr/>
      <dgm:t>
        <a:bodyPr/>
        <a:lstStyle/>
        <a:p>
          <a:endParaRPr lang="en-US"/>
        </a:p>
      </dgm:t>
    </dgm:pt>
    <dgm:pt modelId="{B63B74C0-2EEB-4BC4-845B-DE9856BB342C}">
      <dgm:prSet phldrT="[Text]"/>
      <dgm:spPr/>
      <dgm:t>
        <a:bodyPr/>
        <a:lstStyle/>
        <a:p>
          <a:r>
            <a:rPr lang="en-US" dirty="0" err="1"/>
            <a:t>Haskel</a:t>
          </a:r>
          <a:endParaRPr lang="en-US" dirty="0"/>
        </a:p>
      </dgm:t>
    </dgm:pt>
    <dgm:pt modelId="{BF0271C7-9546-4943-8DFB-A10F68E3DC95}" type="parTrans" cxnId="{1F2373B6-5EB4-456C-8E05-7FE68B18283E}">
      <dgm:prSet/>
      <dgm:spPr/>
      <dgm:t>
        <a:bodyPr/>
        <a:lstStyle/>
        <a:p>
          <a:endParaRPr lang="en-US"/>
        </a:p>
      </dgm:t>
    </dgm:pt>
    <dgm:pt modelId="{1045B3ED-5E09-41D4-B571-BC806A8DE964}" type="sibTrans" cxnId="{1F2373B6-5EB4-456C-8E05-7FE68B18283E}">
      <dgm:prSet/>
      <dgm:spPr/>
      <dgm:t>
        <a:bodyPr/>
        <a:lstStyle/>
        <a:p>
          <a:endParaRPr lang="en-US"/>
        </a:p>
      </dgm:t>
    </dgm:pt>
    <dgm:pt modelId="{093D0553-E7F8-4887-A29F-C2BD60B5E525}">
      <dgm:prSet phldrT="[Text]"/>
      <dgm:spPr/>
      <dgm:t>
        <a:bodyPr/>
        <a:lstStyle/>
        <a:p>
          <a:r>
            <a:rPr lang="en-US" dirty="0"/>
            <a:t>SML (Standard Meta Language)</a:t>
          </a:r>
        </a:p>
      </dgm:t>
    </dgm:pt>
    <dgm:pt modelId="{89D0338A-9E69-4264-90E0-8E96992823DC}" type="parTrans" cxnId="{86280866-8C22-4661-88E8-5D24D83AF8A3}">
      <dgm:prSet/>
      <dgm:spPr/>
      <dgm:t>
        <a:bodyPr/>
        <a:lstStyle/>
        <a:p>
          <a:endParaRPr lang="en-US"/>
        </a:p>
      </dgm:t>
    </dgm:pt>
    <dgm:pt modelId="{D726FBB4-EFF2-4BC1-B436-B3B1F7A88A35}" type="sibTrans" cxnId="{86280866-8C22-4661-88E8-5D24D83AF8A3}">
      <dgm:prSet/>
      <dgm:spPr/>
      <dgm:t>
        <a:bodyPr/>
        <a:lstStyle/>
        <a:p>
          <a:endParaRPr lang="en-US"/>
        </a:p>
      </dgm:t>
    </dgm:pt>
    <dgm:pt modelId="{367A8205-41D1-4936-838E-4DA8B2B79E5D}">
      <dgm:prSet phldrT="[Text]"/>
      <dgm:spPr/>
      <dgm:t>
        <a:bodyPr/>
        <a:lstStyle/>
        <a:p>
          <a:r>
            <a:rPr lang="en-US" dirty="0"/>
            <a:t>Scala</a:t>
          </a:r>
        </a:p>
      </dgm:t>
    </dgm:pt>
    <dgm:pt modelId="{E897D54C-4E83-4CE4-BC38-3816F99BA696}" type="parTrans" cxnId="{A288449D-1227-40FA-93CB-48E087CE911A}">
      <dgm:prSet/>
      <dgm:spPr/>
      <dgm:t>
        <a:bodyPr/>
        <a:lstStyle/>
        <a:p>
          <a:endParaRPr lang="en-US"/>
        </a:p>
      </dgm:t>
    </dgm:pt>
    <dgm:pt modelId="{9E2ACA2E-B0E5-4D15-8D8F-025B4216EF69}" type="sibTrans" cxnId="{A288449D-1227-40FA-93CB-48E087CE911A}">
      <dgm:prSet/>
      <dgm:spPr/>
      <dgm:t>
        <a:bodyPr/>
        <a:lstStyle/>
        <a:p>
          <a:endParaRPr lang="en-US"/>
        </a:p>
      </dgm:t>
    </dgm:pt>
    <dgm:pt modelId="{6F4FE78E-223A-4D71-9799-3E6769C821EE}">
      <dgm:prSet phldrT="[Text]"/>
      <dgm:spPr/>
      <dgm:t>
        <a:bodyPr/>
        <a:lstStyle/>
        <a:p>
          <a:r>
            <a:rPr lang="en-US" dirty="0"/>
            <a:t>F#</a:t>
          </a:r>
        </a:p>
      </dgm:t>
    </dgm:pt>
    <dgm:pt modelId="{07DF5226-900D-444B-B2B0-CE0E6DA5C862}" type="parTrans" cxnId="{3D17483A-7008-4D1C-B882-40E26D870A31}">
      <dgm:prSet/>
      <dgm:spPr/>
      <dgm:t>
        <a:bodyPr/>
        <a:lstStyle/>
        <a:p>
          <a:endParaRPr lang="en-US"/>
        </a:p>
      </dgm:t>
    </dgm:pt>
    <dgm:pt modelId="{15DEAFB6-8624-4457-BFC4-109BA3538794}" type="sibTrans" cxnId="{3D17483A-7008-4D1C-B882-40E26D870A31}">
      <dgm:prSet/>
      <dgm:spPr/>
      <dgm:t>
        <a:bodyPr/>
        <a:lstStyle/>
        <a:p>
          <a:endParaRPr lang="en-US"/>
        </a:p>
      </dgm:t>
    </dgm:pt>
    <dgm:pt modelId="{064BDCCD-C311-4897-BBB2-91C84707C3A4}">
      <dgm:prSet phldrT="[Text]"/>
      <dgm:spPr/>
      <dgm:t>
        <a:bodyPr/>
        <a:lstStyle/>
        <a:p>
          <a:r>
            <a:rPr lang="en-US" dirty="0"/>
            <a:t>SQL</a:t>
          </a:r>
        </a:p>
      </dgm:t>
    </dgm:pt>
    <dgm:pt modelId="{CEFD97D7-AAD4-44B5-B9B3-D14D9B9A087C}" type="parTrans" cxnId="{22E920D1-B128-4FBE-9906-349EF98F1021}">
      <dgm:prSet/>
      <dgm:spPr/>
      <dgm:t>
        <a:bodyPr/>
        <a:lstStyle/>
        <a:p>
          <a:endParaRPr lang="en-US"/>
        </a:p>
      </dgm:t>
    </dgm:pt>
    <dgm:pt modelId="{06BDE020-61B6-4978-9BDB-C7DDBE5DD7F8}" type="sibTrans" cxnId="{22E920D1-B128-4FBE-9906-349EF98F1021}">
      <dgm:prSet/>
      <dgm:spPr/>
      <dgm:t>
        <a:bodyPr/>
        <a:lstStyle/>
        <a:p>
          <a:endParaRPr lang="en-US"/>
        </a:p>
      </dgm:t>
    </dgm:pt>
    <dgm:pt modelId="{6638C386-11A1-4132-BD43-74897DE50A93}">
      <dgm:prSet phldrT="[Text]"/>
      <dgm:spPr/>
      <dgm:t>
        <a:bodyPr/>
        <a:lstStyle/>
        <a:p>
          <a:r>
            <a:rPr lang="en-US" dirty="0" err="1"/>
            <a:t>Clojure</a:t>
          </a:r>
          <a:endParaRPr lang="en-US" dirty="0"/>
        </a:p>
      </dgm:t>
    </dgm:pt>
    <dgm:pt modelId="{4CCCD213-B3AC-46AB-A339-5EDE25FC71FF}" type="parTrans" cxnId="{5F65432D-F52A-432C-A106-B11864EFFE90}">
      <dgm:prSet/>
      <dgm:spPr/>
      <dgm:t>
        <a:bodyPr/>
        <a:lstStyle/>
        <a:p>
          <a:endParaRPr lang="en-US"/>
        </a:p>
      </dgm:t>
    </dgm:pt>
    <dgm:pt modelId="{A957A6BD-5951-44E1-9FEF-36A27644B06D}" type="sibTrans" cxnId="{5F65432D-F52A-432C-A106-B11864EFFE90}">
      <dgm:prSet/>
      <dgm:spPr/>
      <dgm:t>
        <a:bodyPr/>
        <a:lstStyle/>
        <a:p>
          <a:endParaRPr lang="en-US"/>
        </a:p>
      </dgm:t>
    </dgm:pt>
    <dgm:pt modelId="{70A43B9A-10F9-4E75-BEAF-C65D97A17C0E}">
      <dgm:prSet phldrT="[Text]"/>
      <dgm:spPr/>
      <dgm:t>
        <a:bodyPr/>
        <a:lstStyle/>
        <a:p>
          <a:r>
            <a:rPr lang="en-US" dirty="0"/>
            <a:t>Mathematica</a:t>
          </a:r>
        </a:p>
      </dgm:t>
    </dgm:pt>
    <dgm:pt modelId="{627CEEFB-E817-43EB-8411-FA6FA8D1F01E}" type="parTrans" cxnId="{DF593190-11A0-4668-B10F-428BBFE73BE7}">
      <dgm:prSet/>
      <dgm:spPr/>
      <dgm:t>
        <a:bodyPr/>
        <a:lstStyle/>
        <a:p>
          <a:endParaRPr lang="en-US"/>
        </a:p>
      </dgm:t>
    </dgm:pt>
    <dgm:pt modelId="{74AD9768-8E66-47B1-B85B-C0ADA62BDFCA}" type="sibTrans" cxnId="{DF593190-11A0-4668-B10F-428BBFE73BE7}">
      <dgm:prSet/>
      <dgm:spPr/>
      <dgm:t>
        <a:bodyPr/>
        <a:lstStyle/>
        <a:p>
          <a:endParaRPr lang="en-US"/>
        </a:p>
      </dgm:t>
    </dgm:pt>
    <dgm:pt modelId="{6B76836F-0E9F-4966-9243-DC6195B043B9}" type="pres">
      <dgm:prSet presAssocID="{35C9BF7F-8A00-4354-8EF0-AC8E2E2E4D3D}" presName="Name0" presStyleCnt="0">
        <dgm:presLayoutVars>
          <dgm:dir/>
          <dgm:resizeHandles/>
        </dgm:presLayoutVars>
      </dgm:prSet>
      <dgm:spPr/>
    </dgm:pt>
    <dgm:pt modelId="{52583F37-3177-47D9-8FAC-9F3388E0B5E4}" type="pres">
      <dgm:prSet presAssocID="{B63B74C0-2EEB-4BC4-845B-DE9856BB342C}" presName="compNode" presStyleCnt="0"/>
      <dgm:spPr/>
    </dgm:pt>
    <dgm:pt modelId="{6E076CC6-2896-4381-BC5C-FE31E6A939A9}" type="pres">
      <dgm:prSet presAssocID="{B63B74C0-2EEB-4BC4-845B-DE9856BB342C}" presName="dummyConnPt" presStyleCnt="0"/>
      <dgm:spPr/>
    </dgm:pt>
    <dgm:pt modelId="{DDC90542-B0AD-4C42-B4A6-8B75191B3146}" type="pres">
      <dgm:prSet presAssocID="{B63B74C0-2EEB-4BC4-845B-DE9856BB342C}" presName="node" presStyleLbl="node1" presStyleIdx="0" presStyleCnt="7">
        <dgm:presLayoutVars>
          <dgm:bulletEnabled val="1"/>
        </dgm:presLayoutVars>
      </dgm:prSet>
      <dgm:spPr/>
    </dgm:pt>
    <dgm:pt modelId="{439376F2-90D9-4759-A02D-D576F0973A07}" type="pres">
      <dgm:prSet presAssocID="{1045B3ED-5E09-41D4-B571-BC806A8DE964}" presName="sibTrans" presStyleLbl="bgSibTrans2D1" presStyleIdx="0" presStyleCnt="6"/>
      <dgm:spPr/>
    </dgm:pt>
    <dgm:pt modelId="{9CD1BF34-689A-4AC6-9206-0AE449CBDB21}" type="pres">
      <dgm:prSet presAssocID="{093D0553-E7F8-4887-A29F-C2BD60B5E525}" presName="compNode" presStyleCnt="0"/>
      <dgm:spPr/>
    </dgm:pt>
    <dgm:pt modelId="{4A11C878-722A-4AB5-8385-CC4175F8F8BC}" type="pres">
      <dgm:prSet presAssocID="{093D0553-E7F8-4887-A29F-C2BD60B5E525}" presName="dummyConnPt" presStyleCnt="0"/>
      <dgm:spPr/>
    </dgm:pt>
    <dgm:pt modelId="{F55E9267-CAD8-4051-9D1E-D7F47414FB67}" type="pres">
      <dgm:prSet presAssocID="{093D0553-E7F8-4887-A29F-C2BD60B5E525}" presName="node" presStyleLbl="node1" presStyleIdx="1" presStyleCnt="7">
        <dgm:presLayoutVars>
          <dgm:bulletEnabled val="1"/>
        </dgm:presLayoutVars>
      </dgm:prSet>
      <dgm:spPr/>
    </dgm:pt>
    <dgm:pt modelId="{2CBC9ADD-7E0C-4D2F-828A-68205C5C0AC0}" type="pres">
      <dgm:prSet presAssocID="{D726FBB4-EFF2-4BC1-B436-B3B1F7A88A35}" presName="sibTrans" presStyleLbl="bgSibTrans2D1" presStyleIdx="1" presStyleCnt="6"/>
      <dgm:spPr/>
    </dgm:pt>
    <dgm:pt modelId="{0A74AE09-00F8-4A77-8089-5DC5A9ACBA33}" type="pres">
      <dgm:prSet presAssocID="{367A8205-41D1-4936-838E-4DA8B2B79E5D}" presName="compNode" presStyleCnt="0"/>
      <dgm:spPr/>
    </dgm:pt>
    <dgm:pt modelId="{9A1557F0-E9F2-4470-AA6D-B51CAF0C550A}" type="pres">
      <dgm:prSet presAssocID="{367A8205-41D1-4936-838E-4DA8B2B79E5D}" presName="dummyConnPt" presStyleCnt="0"/>
      <dgm:spPr/>
    </dgm:pt>
    <dgm:pt modelId="{039AC339-51F9-44C0-A0C5-A818D773D33A}" type="pres">
      <dgm:prSet presAssocID="{367A8205-41D1-4936-838E-4DA8B2B79E5D}" presName="node" presStyleLbl="node1" presStyleIdx="2" presStyleCnt="7">
        <dgm:presLayoutVars>
          <dgm:bulletEnabled val="1"/>
        </dgm:presLayoutVars>
      </dgm:prSet>
      <dgm:spPr/>
    </dgm:pt>
    <dgm:pt modelId="{8F0CD18B-2EB1-4381-A991-1B0C5EE4A564}" type="pres">
      <dgm:prSet presAssocID="{9E2ACA2E-B0E5-4D15-8D8F-025B4216EF69}" presName="sibTrans" presStyleLbl="bgSibTrans2D1" presStyleIdx="2" presStyleCnt="6"/>
      <dgm:spPr/>
    </dgm:pt>
    <dgm:pt modelId="{5C52654A-3A47-459D-B9B4-0C4E7031F653}" type="pres">
      <dgm:prSet presAssocID="{6F4FE78E-223A-4D71-9799-3E6769C821EE}" presName="compNode" presStyleCnt="0"/>
      <dgm:spPr/>
    </dgm:pt>
    <dgm:pt modelId="{B4961E0D-439D-48CF-9C00-B764E326D6FD}" type="pres">
      <dgm:prSet presAssocID="{6F4FE78E-223A-4D71-9799-3E6769C821EE}" presName="dummyConnPt" presStyleCnt="0"/>
      <dgm:spPr/>
    </dgm:pt>
    <dgm:pt modelId="{EC97DD3D-0867-44D2-BA3E-163D492AB43E}" type="pres">
      <dgm:prSet presAssocID="{6F4FE78E-223A-4D71-9799-3E6769C821EE}" presName="node" presStyleLbl="node1" presStyleIdx="3" presStyleCnt="7">
        <dgm:presLayoutVars>
          <dgm:bulletEnabled val="1"/>
        </dgm:presLayoutVars>
      </dgm:prSet>
      <dgm:spPr/>
    </dgm:pt>
    <dgm:pt modelId="{5ED341B7-D14E-4C20-A013-579264AFDD4C}" type="pres">
      <dgm:prSet presAssocID="{15DEAFB6-8624-4457-BFC4-109BA3538794}" presName="sibTrans" presStyleLbl="bgSibTrans2D1" presStyleIdx="3" presStyleCnt="6"/>
      <dgm:spPr/>
    </dgm:pt>
    <dgm:pt modelId="{55C0ECFA-B02E-4332-882F-C8FFF3C95A80}" type="pres">
      <dgm:prSet presAssocID="{064BDCCD-C311-4897-BBB2-91C84707C3A4}" presName="compNode" presStyleCnt="0"/>
      <dgm:spPr/>
    </dgm:pt>
    <dgm:pt modelId="{BD14F1CC-65BE-473A-B427-1C3BDB85774C}" type="pres">
      <dgm:prSet presAssocID="{064BDCCD-C311-4897-BBB2-91C84707C3A4}" presName="dummyConnPt" presStyleCnt="0"/>
      <dgm:spPr/>
    </dgm:pt>
    <dgm:pt modelId="{8E116F8C-522E-4AA4-BD9F-CBD46013F090}" type="pres">
      <dgm:prSet presAssocID="{064BDCCD-C311-4897-BBB2-91C84707C3A4}" presName="node" presStyleLbl="node1" presStyleIdx="4" presStyleCnt="7">
        <dgm:presLayoutVars>
          <dgm:bulletEnabled val="1"/>
        </dgm:presLayoutVars>
      </dgm:prSet>
      <dgm:spPr/>
    </dgm:pt>
    <dgm:pt modelId="{7E6EE71A-C589-4A18-9EEB-09C0F1A3BA63}" type="pres">
      <dgm:prSet presAssocID="{06BDE020-61B6-4978-9BDB-C7DDBE5DD7F8}" presName="sibTrans" presStyleLbl="bgSibTrans2D1" presStyleIdx="4" presStyleCnt="6"/>
      <dgm:spPr/>
    </dgm:pt>
    <dgm:pt modelId="{0563D8B8-ED23-49E8-A3E1-3C40F4B02E37}" type="pres">
      <dgm:prSet presAssocID="{6638C386-11A1-4132-BD43-74897DE50A93}" presName="compNode" presStyleCnt="0"/>
      <dgm:spPr/>
    </dgm:pt>
    <dgm:pt modelId="{3D4B4296-EED1-42D3-8B81-A2E003232711}" type="pres">
      <dgm:prSet presAssocID="{6638C386-11A1-4132-BD43-74897DE50A93}" presName="dummyConnPt" presStyleCnt="0"/>
      <dgm:spPr/>
    </dgm:pt>
    <dgm:pt modelId="{05F62142-787D-4B84-A25D-BBD4DACED9A4}" type="pres">
      <dgm:prSet presAssocID="{6638C386-11A1-4132-BD43-74897DE50A93}" presName="node" presStyleLbl="node1" presStyleIdx="5" presStyleCnt="7">
        <dgm:presLayoutVars>
          <dgm:bulletEnabled val="1"/>
        </dgm:presLayoutVars>
      </dgm:prSet>
      <dgm:spPr/>
    </dgm:pt>
    <dgm:pt modelId="{BFFDC63D-48C2-48FD-8EEF-841722389977}" type="pres">
      <dgm:prSet presAssocID="{A957A6BD-5951-44E1-9FEF-36A27644B06D}" presName="sibTrans" presStyleLbl="bgSibTrans2D1" presStyleIdx="5" presStyleCnt="6"/>
      <dgm:spPr/>
    </dgm:pt>
    <dgm:pt modelId="{269301CB-FBF4-4757-B1A2-464179919C26}" type="pres">
      <dgm:prSet presAssocID="{70A43B9A-10F9-4E75-BEAF-C65D97A17C0E}" presName="compNode" presStyleCnt="0"/>
      <dgm:spPr/>
    </dgm:pt>
    <dgm:pt modelId="{B52D18E0-DF6C-4AE3-A63C-D726B9D51A9B}" type="pres">
      <dgm:prSet presAssocID="{70A43B9A-10F9-4E75-BEAF-C65D97A17C0E}" presName="dummyConnPt" presStyleCnt="0"/>
      <dgm:spPr/>
    </dgm:pt>
    <dgm:pt modelId="{0438CA60-BCB3-45A5-853D-02D155FEB832}" type="pres">
      <dgm:prSet presAssocID="{70A43B9A-10F9-4E75-BEAF-C65D97A17C0E}" presName="node" presStyleLbl="node1" presStyleIdx="6" presStyleCnt="7">
        <dgm:presLayoutVars>
          <dgm:bulletEnabled val="1"/>
        </dgm:presLayoutVars>
      </dgm:prSet>
      <dgm:spPr/>
    </dgm:pt>
  </dgm:ptLst>
  <dgm:cxnLst>
    <dgm:cxn modelId="{E5A7A006-E77C-477D-892A-7EB0A5990E37}" type="presOf" srcId="{B63B74C0-2EEB-4BC4-845B-DE9856BB342C}" destId="{DDC90542-B0AD-4C42-B4A6-8B75191B3146}" srcOrd="0" destOrd="0" presId="urn:microsoft.com/office/officeart/2005/8/layout/bProcess4"/>
    <dgm:cxn modelId="{FB868310-036B-4F46-9438-E61235CE8025}" type="presOf" srcId="{6638C386-11A1-4132-BD43-74897DE50A93}" destId="{05F62142-787D-4B84-A25D-BBD4DACED9A4}" srcOrd="0" destOrd="0" presId="urn:microsoft.com/office/officeart/2005/8/layout/bProcess4"/>
    <dgm:cxn modelId="{236D5025-2512-484A-AB7B-3F06FF46BED4}" type="presOf" srcId="{9E2ACA2E-B0E5-4D15-8D8F-025B4216EF69}" destId="{8F0CD18B-2EB1-4381-A991-1B0C5EE4A564}" srcOrd="0" destOrd="0" presId="urn:microsoft.com/office/officeart/2005/8/layout/bProcess4"/>
    <dgm:cxn modelId="{5F65432D-F52A-432C-A106-B11864EFFE90}" srcId="{35C9BF7F-8A00-4354-8EF0-AC8E2E2E4D3D}" destId="{6638C386-11A1-4132-BD43-74897DE50A93}" srcOrd="5" destOrd="0" parTransId="{4CCCD213-B3AC-46AB-A339-5EDE25FC71FF}" sibTransId="{A957A6BD-5951-44E1-9FEF-36A27644B06D}"/>
    <dgm:cxn modelId="{98B52732-594D-4180-86B1-09244CAA4752}" type="presOf" srcId="{70A43B9A-10F9-4E75-BEAF-C65D97A17C0E}" destId="{0438CA60-BCB3-45A5-853D-02D155FEB832}" srcOrd="0" destOrd="0" presId="urn:microsoft.com/office/officeart/2005/8/layout/bProcess4"/>
    <dgm:cxn modelId="{ED6E1339-0100-4476-AA4B-5E8DEFEB1544}" type="presOf" srcId="{093D0553-E7F8-4887-A29F-C2BD60B5E525}" destId="{F55E9267-CAD8-4051-9D1E-D7F47414FB67}" srcOrd="0" destOrd="0" presId="urn:microsoft.com/office/officeart/2005/8/layout/bProcess4"/>
    <dgm:cxn modelId="{3D17483A-7008-4D1C-B882-40E26D870A31}" srcId="{35C9BF7F-8A00-4354-8EF0-AC8E2E2E4D3D}" destId="{6F4FE78E-223A-4D71-9799-3E6769C821EE}" srcOrd="3" destOrd="0" parTransId="{07DF5226-900D-444B-B2B0-CE0E6DA5C862}" sibTransId="{15DEAFB6-8624-4457-BFC4-109BA3538794}"/>
    <dgm:cxn modelId="{32FC1142-9864-4608-A491-6C41045A1900}" type="presOf" srcId="{064BDCCD-C311-4897-BBB2-91C84707C3A4}" destId="{8E116F8C-522E-4AA4-BD9F-CBD46013F090}" srcOrd="0" destOrd="0" presId="urn:microsoft.com/office/officeart/2005/8/layout/bProcess4"/>
    <dgm:cxn modelId="{86280866-8C22-4661-88E8-5D24D83AF8A3}" srcId="{35C9BF7F-8A00-4354-8EF0-AC8E2E2E4D3D}" destId="{093D0553-E7F8-4887-A29F-C2BD60B5E525}" srcOrd="1" destOrd="0" parTransId="{89D0338A-9E69-4264-90E0-8E96992823DC}" sibTransId="{D726FBB4-EFF2-4BC1-B436-B3B1F7A88A35}"/>
    <dgm:cxn modelId="{72F55372-4E90-4BB1-8FCD-575B9FDE9CE6}" type="presOf" srcId="{367A8205-41D1-4936-838E-4DA8B2B79E5D}" destId="{039AC339-51F9-44C0-A0C5-A818D773D33A}" srcOrd="0" destOrd="0" presId="urn:microsoft.com/office/officeart/2005/8/layout/bProcess4"/>
    <dgm:cxn modelId="{9FCD5573-0D66-4548-8065-BD6BE54E7FC6}" type="presOf" srcId="{35C9BF7F-8A00-4354-8EF0-AC8E2E2E4D3D}" destId="{6B76836F-0E9F-4966-9243-DC6195B043B9}" srcOrd="0" destOrd="0" presId="urn:microsoft.com/office/officeart/2005/8/layout/bProcess4"/>
    <dgm:cxn modelId="{4A21CD53-7A87-4152-B695-F6A6C43854C7}" type="presOf" srcId="{15DEAFB6-8624-4457-BFC4-109BA3538794}" destId="{5ED341B7-D14E-4C20-A013-579264AFDD4C}" srcOrd="0" destOrd="0" presId="urn:microsoft.com/office/officeart/2005/8/layout/bProcess4"/>
    <dgm:cxn modelId="{DF593190-11A0-4668-B10F-428BBFE73BE7}" srcId="{35C9BF7F-8A00-4354-8EF0-AC8E2E2E4D3D}" destId="{70A43B9A-10F9-4E75-BEAF-C65D97A17C0E}" srcOrd="6" destOrd="0" parTransId="{627CEEFB-E817-43EB-8411-FA6FA8D1F01E}" sibTransId="{74AD9768-8E66-47B1-B85B-C0ADA62BDFCA}"/>
    <dgm:cxn modelId="{4DEFE793-48DC-4882-9374-5BE71DE4089A}" type="presOf" srcId="{D726FBB4-EFF2-4BC1-B436-B3B1F7A88A35}" destId="{2CBC9ADD-7E0C-4D2F-828A-68205C5C0AC0}" srcOrd="0" destOrd="0" presId="urn:microsoft.com/office/officeart/2005/8/layout/bProcess4"/>
    <dgm:cxn modelId="{331C779C-BDC0-4B20-A27C-6BCF973C4AB7}" type="presOf" srcId="{1045B3ED-5E09-41D4-B571-BC806A8DE964}" destId="{439376F2-90D9-4759-A02D-D576F0973A07}" srcOrd="0" destOrd="0" presId="urn:microsoft.com/office/officeart/2005/8/layout/bProcess4"/>
    <dgm:cxn modelId="{A288449D-1227-40FA-93CB-48E087CE911A}" srcId="{35C9BF7F-8A00-4354-8EF0-AC8E2E2E4D3D}" destId="{367A8205-41D1-4936-838E-4DA8B2B79E5D}" srcOrd="2" destOrd="0" parTransId="{E897D54C-4E83-4CE4-BC38-3816F99BA696}" sibTransId="{9E2ACA2E-B0E5-4D15-8D8F-025B4216EF69}"/>
    <dgm:cxn modelId="{D2F129B4-0538-41C2-811D-43404B752215}" type="presOf" srcId="{6F4FE78E-223A-4D71-9799-3E6769C821EE}" destId="{EC97DD3D-0867-44D2-BA3E-163D492AB43E}" srcOrd="0" destOrd="0" presId="urn:microsoft.com/office/officeart/2005/8/layout/bProcess4"/>
    <dgm:cxn modelId="{1F2373B6-5EB4-456C-8E05-7FE68B18283E}" srcId="{35C9BF7F-8A00-4354-8EF0-AC8E2E2E4D3D}" destId="{B63B74C0-2EEB-4BC4-845B-DE9856BB342C}" srcOrd="0" destOrd="0" parTransId="{BF0271C7-9546-4943-8DFB-A10F68E3DC95}" sibTransId="{1045B3ED-5E09-41D4-B571-BC806A8DE964}"/>
    <dgm:cxn modelId="{78A5D3BE-A0EE-4EDE-B4D5-B585FC146BE3}" type="presOf" srcId="{A957A6BD-5951-44E1-9FEF-36A27644B06D}" destId="{BFFDC63D-48C2-48FD-8EEF-841722389977}" srcOrd="0" destOrd="0" presId="urn:microsoft.com/office/officeart/2005/8/layout/bProcess4"/>
    <dgm:cxn modelId="{22E920D1-B128-4FBE-9906-349EF98F1021}" srcId="{35C9BF7F-8A00-4354-8EF0-AC8E2E2E4D3D}" destId="{064BDCCD-C311-4897-BBB2-91C84707C3A4}" srcOrd="4" destOrd="0" parTransId="{CEFD97D7-AAD4-44B5-B9B3-D14D9B9A087C}" sibTransId="{06BDE020-61B6-4978-9BDB-C7DDBE5DD7F8}"/>
    <dgm:cxn modelId="{5D500DF8-30CF-4B3D-82B2-69BA65678BDD}" type="presOf" srcId="{06BDE020-61B6-4978-9BDB-C7DDBE5DD7F8}" destId="{7E6EE71A-C589-4A18-9EEB-09C0F1A3BA63}" srcOrd="0" destOrd="0" presId="urn:microsoft.com/office/officeart/2005/8/layout/bProcess4"/>
    <dgm:cxn modelId="{53A35FEC-A4BC-48D4-83BA-08ED031C524C}" type="presParOf" srcId="{6B76836F-0E9F-4966-9243-DC6195B043B9}" destId="{52583F37-3177-47D9-8FAC-9F3388E0B5E4}" srcOrd="0" destOrd="0" presId="urn:microsoft.com/office/officeart/2005/8/layout/bProcess4"/>
    <dgm:cxn modelId="{B36196DF-EBA2-4DB4-A11D-B15FAA5FB998}" type="presParOf" srcId="{52583F37-3177-47D9-8FAC-9F3388E0B5E4}" destId="{6E076CC6-2896-4381-BC5C-FE31E6A939A9}" srcOrd="0" destOrd="0" presId="urn:microsoft.com/office/officeart/2005/8/layout/bProcess4"/>
    <dgm:cxn modelId="{7BE9BDF3-48AF-4835-BBA0-6BBCAFA43AE7}" type="presParOf" srcId="{52583F37-3177-47D9-8FAC-9F3388E0B5E4}" destId="{DDC90542-B0AD-4C42-B4A6-8B75191B3146}" srcOrd="1" destOrd="0" presId="urn:microsoft.com/office/officeart/2005/8/layout/bProcess4"/>
    <dgm:cxn modelId="{7D56D2BC-1C97-4560-99F5-445E65844304}" type="presParOf" srcId="{6B76836F-0E9F-4966-9243-DC6195B043B9}" destId="{439376F2-90D9-4759-A02D-D576F0973A07}" srcOrd="1" destOrd="0" presId="urn:microsoft.com/office/officeart/2005/8/layout/bProcess4"/>
    <dgm:cxn modelId="{DA3CFC38-120A-408E-9CF6-385B14356569}" type="presParOf" srcId="{6B76836F-0E9F-4966-9243-DC6195B043B9}" destId="{9CD1BF34-689A-4AC6-9206-0AE449CBDB21}" srcOrd="2" destOrd="0" presId="urn:microsoft.com/office/officeart/2005/8/layout/bProcess4"/>
    <dgm:cxn modelId="{547E287A-3603-4418-A27D-33B44E1D8F2A}" type="presParOf" srcId="{9CD1BF34-689A-4AC6-9206-0AE449CBDB21}" destId="{4A11C878-722A-4AB5-8385-CC4175F8F8BC}" srcOrd="0" destOrd="0" presId="urn:microsoft.com/office/officeart/2005/8/layout/bProcess4"/>
    <dgm:cxn modelId="{F3AAF21D-1B24-473A-A80A-21F402612336}" type="presParOf" srcId="{9CD1BF34-689A-4AC6-9206-0AE449CBDB21}" destId="{F55E9267-CAD8-4051-9D1E-D7F47414FB67}" srcOrd="1" destOrd="0" presId="urn:microsoft.com/office/officeart/2005/8/layout/bProcess4"/>
    <dgm:cxn modelId="{DBC748A6-95ED-44DE-A932-1189FCAB7299}" type="presParOf" srcId="{6B76836F-0E9F-4966-9243-DC6195B043B9}" destId="{2CBC9ADD-7E0C-4D2F-828A-68205C5C0AC0}" srcOrd="3" destOrd="0" presId="urn:microsoft.com/office/officeart/2005/8/layout/bProcess4"/>
    <dgm:cxn modelId="{C50F227D-FFA5-4543-8034-F30534339D15}" type="presParOf" srcId="{6B76836F-0E9F-4966-9243-DC6195B043B9}" destId="{0A74AE09-00F8-4A77-8089-5DC5A9ACBA33}" srcOrd="4" destOrd="0" presId="urn:microsoft.com/office/officeart/2005/8/layout/bProcess4"/>
    <dgm:cxn modelId="{AF4C8224-9A0C-470B-884A-AF13533CFE92}" type="presParOf" srcId="{0A74AE09-00F8-4A77-8089-5DC5A9ACBA33}" destId="{9A1557F0-E9F2-4470-AA6D-B51CAF0C550A}" srcOrd="0" destOrd="0" presId="urn:microsoft.com/office/officeart/2005/8/layout/bProcess4"/>
    <dgm:cxn modelId="{860A5E83-600B-4F61-B8EE-2007DAB4AE20}" type="presParOf" srcId="{0A74AE09-00F8-4A77-8089-5DC5A9ACBA33}" destId="{039AC339-51F9-44C0-A0C5-A818D773D33A}" srcOrd="1" destOrd="0" presId="urn:microsoft.com/office/officeart/2005/8/layout/bProcess4"/>
    <dgm:cxn modelId="{4A6AD043-3E6A-4EBB-8E26-BC895C5ACA77}" type="presParOf" srcId="{6B76836F-0E9F-4966-9243-DC6195B043B9}" destId="{8F0CD18B-2EB1-4381-A991-1B0C5EE4A564}" srcOrd="5" destOrd="0" presId="urn:microsoft.com/office/officeart/2005/8/layout/bProcess4"/>
    <dgm:cxn modelId="{5EF6A857-3173-4A1B-941B-67F70498491D}" type="presParOf" srcId="{6B76836F-0E9F-4966-9243-DC6195B043B9}" destId="{5C52654A-3A47-459D-B9B4-0C4E7031F653}" srcOrd="6" destOrd="0" presId="urn:microsoft.com/office/officeart/2005/8/layout/bProcess4"/>
    <dgm:cxn modelId="{040A6EC0-B9C8-4C37-A8AE-25831CC7A358}" type="presParOf" srcId="{5C52654A-3A47-459D-B9B4-0C4E7031F653}" destId="{B4961E0D-439D-48CF-9C00-B764E326D6FD}" srcOrd="0" destOrd="0" presId="urn:microsoft.com/office/officeart/2005/8/layout/bProcess4"/>
    <dgm:cxn modelId="{597EED0A-6544-47F2-9AD2-1E9E01436B47}" type="presParOf" srcId="{5C52654A-3A47-459D-B9B4-0C4E7031F653}" destId="{EC97DD3D-0867-44D2-BA3E-163D492AB43E}" srcOrd="1" destOrd="0" presId="urn:microsoft.com/office/officeart/2005/8/layout/bProcess4"/>
    <dgm:cxn modelId="{804FF2A0-58CE-4DD3-962D-500150AA3160}" type="presParOf" srcId="{6B76836F-0E9F-4966-9243-DC6195B043B9}" destId="{5ED341B7-D14E-4C20-A013-579264AFDD4C}" srcOrd="7" destOrd="0" presId="urn:microsoft.com/office/officeart/2005/8/layout/bProcess4"/>
    <dgm:cxn modelId="{44DC3E90-971D-4653-BBB1-F4CEA679C707}" type="presParOf" srcId="{6B76836F-0E9F-4966-9243-DC6195B043B9}" destId="{55C0ECFA-B02E-4332-882F-C8FFF3C95A80}" srcOrd="8" destOrd="0" presId="urn:microsoft.com/office/officeart/2005/8/layout/bProcess4"/>
    <dgm:cxn modelId="{BC91BEF0-4638-4EEC-A721-FD9877712B8A}" type="presParOf" srcId="{55C0ECFA-B02E-4332-882F-C8FFF3C95A80}" destId="{BD14F1CC-65BE-473A-B427-1C3BDB85774C}" srcOrd="0" destOrd="0" presId="urn:microsoft.com/office/officeart/2005/8/layout/bProcess4"/>
    <dgm:cxn modelId="{E95F32B8-416E-4B32-A2FB-42C85C6B718E}" type="presParOf" srcId="{55C0ECFA-B02E-4332-882F-C8FFF3C95A80}" destId="{8E116F8C-522E-4AA4-BD9F-CBD46013F090}" srcOrd="1" destOrd="0" presId="urn:microsoft.com/office/officeart/2005/8/layout/bProcess4"/>
    <dgm:cxn modelId="{9C8EF203-9D84-4091-8AD8-CE9CA341C2D9}" type="presParOf" srcId="{6B76836F-0E9F-4966-9243-DC6195B043B9}" destId="{7E6EE71A-C589-4A18-9EEB-09C0F1A3BA63}" srcOrd="9" destOrd="0" presId="urn:microsoft.com/office/officeart/2005/8/layout/bProcess4"/>
    <dgm:cxn modelId="{F8F2E984-766C-4D0A-8BA7-978ABC44EFA2}" type="presParOf" srcId="{6B76836F-0E9F-4966-9243-DC6195B043B9}" destId="{0563D8B8-ED23-49E8-A3E1-3C40F4B02E37}" srcOrd="10" destOrd="0" presId="urn:microsoft.com/office/officeart/2005/8/layout/bProcess4"/>
    <dgm:cxn modelId="{7C3A8A5B-68CE-40D2-A571-3CED6A80A863}" type="presParOf" srcId="{0563D8B8-ED23-49E8-A3E1-3C40F4B02E37}" destId="{3D4B4296-EED1-42D3-8B81-A2E003232711}" srcOrd="0" destOrd="0" presId="urn:microsoft.com/office/officeart/2005/8/layout/bProcess4"/>
    <dgm:cxn modelId="{77D63217-C84F-425C-82D8-A52F80BECF17}" type="presParOf" srcId="{0563D8B8-ED23-49E8-A3E1-3C40F4B02E37}" destId="{05F62142-787D-4B84-A25D-BBD4DACED9A4}" srcOrd="1" destOrd="0" presId="urn:microsoft.com/office/officeart/2005/8/layout/bProcess4"/>
    <dgm:cxn modelId="{B62B1CA4-4D26-498F-ADE5-FD8B9A5A7BC3}" type="presParOf" srcId="{6B76836F-0E9F-4966-9243-DC6195B043B9}" destId="{BFFDC63D-48C2-48FD-8EEF-841722389977}" srcOrd="11" destOrd="0" presId="urn:microsoft.com/office/officeart/2005/8/layout/bProcess4"/>
    <dgm:cxn modelId="{C1036433-8551-4535-80D6-525B726269FE}" type="presParOf" srcId="{6B76836F-0E9F-4966-9243-DC6195B043B9}" destId="{269301CB-FBF4-4757-B1A2-464179919C26}" srcOrd="12" destOrd="0" presId="urn:microsoft.com/office/officeart/2005/8/layout/bProcess4"/>
    <dgm:cxn modelId="{A1CDDF85-FF94-4001-B4B7-9AAD173C0F12}" type="presParOf" srcId="{269301CB-FBF4-4757-B1A2-464179919C26}" destId="{B52D18E0-DF6C-4AE3-A63C-D726B9D51A9B}" srcOrd="0" destOrd="0" presId="urn:microsoft.com/office/officeart/2005/8/layout/bProcess4"/>
    <dgm:cxn modelId="{C18D1441-2323-4AC2-A394-1CEC32183DFC}" type="presParOf" srcId="{269301CB-FBF4-4757-B1A2-464179919C26}" destId="{0438CA60-BCB3-45A5-853D-02D155FEB832}" srcOrd="1" destOrd="0" presId="urn:microsoft.com/office/officeart/2005/8/layout/b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35C9BF7F-8A00-4354-8EF0-AC8E2E2E4D3D}" type="doc">
      <dgm:prSet loTypeId="urn:microsoft.com/office/officeart/2008/layout/LinedList" loCatId="list" qsTypeId="urn:microsoft.com/office/officeart/2005/8/quickstyle/simple1" qsCatId="simple" csTypeId="urn:microsoft.com/office/officeart/2005/8/colors/colorful1" csCatId="colorful" phldr="1"/>
      <dgm:spPr/>
      <dgm:t>
        <a:bodyPr/>
        <a:lstStyle/>
        <a:p>
          <a:endParaRPr lang="en-US"/>
        </a:p>
      </dgm:t>
    </dgm:pt>
    <dgm:pt modelId="{B63B74C0-2EEB-4BC4-845B-DE9856BB342C}">
      <dgm:prSet phldrT="[Text]" custT="1"/>
      <dgm:spPr/>
      <dgm:t>
        <a:bodyPr/>
        <a:lstStyle/>
        <a:p>
          <a:r>
            <a:rPr lang="en-US" sz="3200" b="0" i="0" dirty="0"/>
            <a:t>This programming language  views the world as a group of objects that have internal data and external accessing parts of that data. </a:t>
          </a:r>
          <a:endParaRPr lang="en-US" sz="3200" dirty="0"/>
        </a:p>
      </dgm:t>
    </dgm:pt>
    <dgm:pt modelId="{BF0271C7-9546-4943-8DFB-A10F68E3DC95}" type="parTrans" cxnId="{1F2373B6-5EB4-456C-8E05-7FE68B18283E}">
      <dgm:prSet/>
      <dgm:spPr/>
      <dgm:t>
        <a:bodyPr/>
        <a:lstStyle/>
        <a:p>
          <a:endParaRPr lang="en-US" sz="1600"/>
        </a:p>
      </dgm:t>
    </dgm:pt>
    <dgm:pt modelId="{1045B3ED-5E09-41D4-B571-BC806A8DE964}" type="sibTrans" cxnId="{1F2373B6-5EB4-456C-8E05-7FE68B18283E}">
      <dgm:prSet/>
      <dgm:spPr/>
      <dgm:t>
        <a:bodyPr/>
        <a:lstStyle/>
        <a:p>
          <a:endParaRPr lang="en-US" sz="1600"/>
        </a:p>
      </dgm:t>
    </dgm:pt>
    <dgm:pt modelId="{BFA06203-0586-4F02-AE1C-934ECD1551C7}">
      <dgm:prSet phldrT="[Text]" custT="1"/>
      <dgm:spPr/>
      <dgm:t>
        <a:bodyPr/>
        <a:lstStyle/>
        <a:p>
          <a:r>
            <a:rPr lang="en-US" sz="3200" b="0" i="0" dirty="0"/>
            <a:t>The aim is to think about the fault by separating it into a collection of objects that offer services which can be used to solve a specific problem.</a:t>
          </a:r>
          <a:endParaRPr lang="en-US" sz="3200" dirty="0"/>
        </a:p>
      </dgm:t>
    </dgm:pt>
    <dgm:pt modelId="{FD9AC14D-03C2-4DCD-921A-E4A0DD8157D8}" type="parTrans" cxnId="{A69C3FA1-7965-4B90-B1CB-5336C47784F4}">
      <dgm:prSet/>
      <dgm:spPr/>
      <dgm:t>
        <a:bodyPr/>
        <a:lstStyle/>
        <a:p>
          <a:endParaRPr lang="en-US" sz="1600"/>
        </a:p>
      </dgm:t>
    </dgm:pt>
    <dgm:pt modelId="{C8B4030F-A0AD-4D4E-94E7-017FAF6CD686}" type="sibTrans" cxnId="{A69C3FA1-7965-4B90-B1CB-5336C47784F4}">
      <dgm:prSet/>
      <dgm:spPr/>
      <dgm:t>
        <a:bodyPr/>
        <a:lstStyle/>
        <a:p>
          <a:endParaRPr lang="en-US" sz="1600"/>
        </a:p>
      </dgm:t>
    </dgm:pt>
    <dgm:pt modelId="{12402534-48BE-4D7F-A1DF-74F9375F60C5}">
      <dgm:prSet phldrT="[Text]" custT="1"/>
      <dgm:spPr/>
      <dgm:t>
        <a:bodyPr/>
        <a:lstStyle/>
        <a:p>
          <a:r>
            <a:rPr lang="en-US" sz="3200" b="0" i="0" dirty="0"/>
            <a:t>One of the main principle of object oriented programming language  is encapsulation that everything an object will need must be inside of the object. </a:t>
          </a:r>
          <a:endParaRPr lang="en-US" sz="3200" dirty="0"/>
        </a:p>
      </dgm:t>
    </dgm:pt>
    <dgm:pt modelId="{11244BDA-8F07-4B42-A85C-2C0553E05F28}" type="parTrans" cxnId="{A37AB7E0-B70A-4ABC-9147-F4F78BA846C7}">
      <dgm:prSet/>
      <dgm:spPr/>
      <dgm:t>
        <a:bodyPr/>
        <a:lstStyle/>
        <a:p>
          <a:endParaRPr lang="en-US" sz="1600"/>
        </a:p>
      </dgm:t>
    </dgm:pt>
    <dgm:pt modelId="{7FF404D5-F69E-44DB-89A7-DC3FD3B34FBE}" type="sibTrans" cxnId="{A37AB7E0-B70A-4ABC-9147-F4F78BA846C7}">
      <dgm:prSet/>
      <dgm:spPr/>
      <dgm:t>
        <a:bodyPr/>
        <a:lstStyle/>
        <a:p>
          <a:endParaRPr lang="en-US" sz="1600"/>
        </a:p>
      </dgm:t>
    </dgm:pt>
    <dgm:pt modelId="{1CC3A49E-5249-44CF-982D-BC666A927879}">
      <dgm:prSet phldrT="[Text]" custT="1"/>
      <dgm:spPr/>
      <dgm:t>
        <a:bodyPr/>
        <a:lstStyle/>
        <a:p>
          <a:r>
            <a:rPr lang="en-US" sz="3200" b="0" i="0" dirty="0"/>
            <a:t>This language also emphasizes reusability through inheritance and the capacity to spread current implementations without having to change a great deal of code by using polymorphism.</a:t>
          </a:r>
          <a:endParaRPr lang="en-US" sz="3200" dirty="0"/>
        </a:p>
      </dgm:t>
    </dgm:pt>
    <dgm:pt modelId="{A2A33C41-96D1-4C59-A835-C8AB3338B467}" type="parTrans" cxnId="{C430EBF4-4DD3-47A2-9FFB-0D14781D4A2F}">
      <dgm:prSet/>
      <dgm:spPr/>
      <dgm:t>
        <a:bodyPr/>
        <a:lstStyle/>
        <a:p>
          <a:endParaRPr lang="en-US" sz="1600"/>
        </a:p>
      </dgm:t>
    </dgm:pt>
    <dgm:pt modelId="{C3493854-5A54-4FBE-A2BC-DFA118A9E9EC}" type="sibTrans" cxnId="{C430EBF4-4DD3-47A2-9FFB-0D14781D4A2F}">
      <dgm:prSet/>
      <dgm:spPr/>
      <dgm:t>
        <a:bodyPr/>
        <a:lstStyle/>
        <a:p>
          <a:endParaRPr lang="en-US" sz="1600"/>
        </a:p>
      </dgm:t>
    </dgm:pt>
    <dgm:pt modelId="{5BD36B4E-E34A-4A71-83E1-61092BEE3C04}">
      <dgm:prSet phldrT="[Text]" custT="1"/>
      <dgm:spPr/>
      <dgm:t>
        <a:bodyPr/>
        <a:lstStyle/>
        <a:p>
          <a:r>
            <a:rPr lang="en-US" sz="3200" dirty="0"/>
            <a:t>OOP</a:t>
          </a:r>
        </a:p>
      </dgm:t>
    </dgm:pt>
    <dgm:pt modelId="{0382172D-F7D9-40B1-9AB2-8D79DAFBD46A}" type="parTrans" cxnId="{DC599163-BF8A-41B5-A0C2-F584B443BDBB}">
      <dgm:prSet/>
      <dgm:spPr/>
      <dgm:t>
        <a:bodyPr/>
        <a:lstStyle/>
        <a:p>
          <a:endParaRPr lang="en-US"/>
        </a:p>
      </dgm:t>
    </dgm:pt>
    <dgm:pt modelId="{E47912B9-2C7D-456C-AE5F-4BF40066B964}" type="sibTrans" cxnId="{DC599163-BF8A-41B5-A0C2-F584B443BDBB}">
      <dgm:prSet/>
      <dgm:spPr/>
      <dgm:t>
        <a:bodyPr/>
        <a:lstStyle/>
        <a:p>
          <a:endParaRPr lang="en-US"/>
        </a:p>
      </dgm:t>
    </dgm:pt>
    <dgm:pt modelId="{DB9EE055-23B8-4F79-82DC-831B44DDC57A}" type="pres">
      <dgm:prSet presAssocID="{35C9BF7F-8A00-4354-8EF0-AC8E2E2E4D3D}" presName="vert0" presStyleCnt="0">
        <dgm:presLayoutVars>
          <dgm:dir/>
          <dgm:animOne val="branch"/>
          <dgm:animLvl val="lvl"/>
        </dgm:presLayoutVars>
      </dgm:prSet>
      <dgm:spPr/>
    </dgm:pt>
    <dgm:pt modelId="{B5899C12-F491-4719-966B-910D66EF3E09}" type="pres">
      <dgm:prSet presAssocID="{5BD36B4E-E34A-4A71-83E1-61092BEE3C04}" presName="thickLine" presStyleLbl="alignNode1" presStyleIdx="0" presStyleCnt="1"/>
      <dgm:spPr/>
    </dgm:pt>
    <dgm:pt modelId="{0A388685-1FE2-4916-8B63-5F6865860B02}" type="pres">
      <dgm:prSet presAssocID="{5BD36B4E-E34A-4A71-83E1-61092BEE3C04}" presName="horz1" presStyleCnt="0"/>
      <dgm:spPr/>
    </dgm:pt>
    <dgm:pt modelId="{DF8ED3DC-B966-4B30-9E78-26D9CC9A88D6}" type="pres">
      <dgm:prSet presAssocID="{5BD36B4E-E34A-4A71-83E1-61092BEE3C04}" presName="tx1" presStyleLbl="revTx" presStyleIdx="0" presStyleCnt="5" custScaleX="58470"/>
      <dgm:spPr/>
    </dgm:pt>
    <dgm:pt modelId="{ED9C795E-25FD-4242-9857-AE577C45D98E}" type="pres">
      <dgm:prSet presAssocID="{5BD36B4E-E34A-4A71-83E1-61092BEE3C04}" presName="vert1" presStyleCnt="0"/>
      <dgm:spPr/>
    </dgm:pt>
    <dgm:pt modelId="{6B1C40C8-88DD-46AF-99E4-652A8E4982FB}" type="pres">
      <dgm:prSet presAssocID="{B63B74C0-2EEB-4BC4-845B-DE9856BB342C}" presName="vertSpace2a" presStyleCnt="0"/>
      <dgm:spPr/>
    </dgm:pt>
    <dgm:pt modelId="{1B7FC187-07AB-49C9-8B04-5B8560FAAA40}" type="pres">
      <dgm:prSet presAssocID="{B63B74C0-2EEB-4BC4-845B-DE9856BB342C}" presName="horz2" presStyleCnt="0"/>
      <dgm:spPr/>
    </dgm:pt>
    <dgm:pt modelId="{739B4401-62F8-4226-9993-D355A1257EF2}" type="pres">
      <dgm:prSet presAssocID="{B63B74C0-2EEB-4BC4-845B-DE9856BB342C}" presName="horzSpace2" presStyleCnt="0"/>
      <dgm:spPr/>
    </dgm:pt>
    <dgm:pt modelId="{E833AAB1-A9CD-476E-A189-C97851E281FA}" type="pres">
      <dgm:prSet presAssocID="{B63B74C0-2EEB-4BC4-845B-DE9856BB342C}" presName="tx2" presStyleLbl="revTx" presStyleIdx="1" presStyleCnt="5"/>
      <dgm:spPr/>
    </dgm:pt>
    <dgm:pt modelId="{832567E1-9BA6-4306-9083-AF5F63BA2208}" type="pres">
      <dgm:prSet presAssocID="{B63B74C0-2EEB-4BC4-845B-DE9856BB342C}" presName="vert2" presStyleCnt="0"/>
      <dgm:spPr/>
    </dgm:pt>
    <dgm:pt modelId="{0BF3FE90-CF8C-4DAA-B760-C43595D82128}" type="pres">
      <dgm:prSet presAssocID="{B63B74C0-2EEB-4BC4-845B-DE9856BB342C}" presName="thinLine2b" presStyleLbl="callout" presStyleIdx="0" presStyleCnt="4"/>
      <dgm:spPr/>
    </dgm:pt>
    <dgm:pt modelId="{67E82C62-723C-4E71-B79B-268EBE8A939F}" type="pres">
      <dgm:prSet presAssocID="{B63B74C0-2EEB-4BC4-845B-DE9856BB342C}" presName="vertSpace2b" presStyleCnt="0"/>
      <dgm:spPr/>
    </dgm:pt>
    <dgm:pt modelId="{57496853-6CEF-4962-9E86-AF9AB2457AC9}" type="pres">
      <dgm:prSet presAssocID="{BFA06203-0586-4F02-AE1C-934ECD1551C7}" presName="horz2" presStyleCnt="0"/>
      <dgm:spPr/>
    </dgm:pt>
    <dgm:pt modelId="{EA4794ED-B941-4019-8BCE-59246346E641}" type="pres">
      <dgm:prSet presAssocID="{BFA06203-0586-4F02-AE1C-934ECD1551C7}" presName="horzSpace2" presStyleCnt="0"/>
      <dgm:spPr/>
    </dgm:pt>
    <dgm:pt modelId="{2CF44343-0020-4401-9232-936A6306BD0E}" type="pres">
      <dgm:prSet presAssocID="{BFA06203-0586-4F02-AE1C-934ECD1551C7}" presName="tx2" presStyleLbl="revTx" presStyleIdx="2" presStyleCnt="5"/>
      <dgm:spPr/>
    </dgm:pt>
    <dgm:pt modelId="{1796E607-E2E7-4D87-AB68-4C91BDBE013A}" type="pres">
      <dgm:prSet presAssocID="{BFA06203-0586-4F02-AE1C-934ECD1551C7}" presName="vert2" presStyleCnt="0"/>
      <dgm:spPr/>
    </dgm:pt>
    <dgm:pt modelId="{5DB3CB62-3F51-45C9-A539-05CFB43CC1D8}" type="pres">
      <dgm:prSet presAssocID="{BFA06203-0586-4F02-AE1C-934ECD1551C7}" presName="thinLine2b" presStyleLbl="callout" presStyleIdx="1" presStyleCnt="4"/>
      <dgm:spPr/>
    </dgm:pt>
    <dgm:pt modelId="{DA27EBDA-8696-4CA8-8765-C50AFC38D799}" type="pres">
      <dgm:prSet presAssocID="{BFA06203-0586-4F02-AE1C-934ECD1551C7}" presName="vertSpace2b" presStyleCnt="0"/>
      <dgm:spPr/>
    </dgm:pt>
    <dgm:pt modelId="{3A6C46CE-2843-42A8-AA3E-5B73CE6FC1E9}" type="pres">
      <dgm:prSet presAssocID="{12402534-48BE-4D7F-A1DF-74F9375F60C5}" presName="horz2" presStyleCnt="0"/>
      <dgm:spPr/>
    </dgm:pt>
    <dgm:pt modelId="{3D53786A-ADD8-4C77-B2E8-8511CF8DAEA8}" type="pres">
      <dgm:prSet presAssocID="{12402534-48BE-4D7F-A1DF-74F9375F60C5}" presName="horzSpace2" presStyleCnt="0"/>
      <dgm:spPr/>
    </dgm:pt>
    <dgm:pt modelId="{376F87C4-123F-4A8E-ACA6-7EE01BF91716}" type="pres">
      <dgm:prSet presAssocID="{12402534-48BE-4D7F-A1DF-74F9375F60C5}" presName="tx2" presStyleLbl="revTx" presStyleIdx="3" presStyleCnt="5"/>
      <dgm:spPr/>
    </dgm:pt>
    <dgm:pt modelId="{871FE31B-3A66-4B57-BD4D-3C2EEB891EFF}" type="pres">
      <dgm:prSet presAssocID="{12402534-48BE-4D7F-A1DF-74F9375F60C5}" presName="vert2" presStyleCnt="0"/>
      <dgm:spPr/>
    </dgm:pt>
    <dgm:pt modelId="{237734F2-1E30-4BDB-8B09-7880008AC6D3}" type="pres">
      <dgm:prSet presAssocID="{12402534-48BE-4D7F-A1DF-74F9375F60C5}" presName="thinLine2b" presStyleLbl="callout" presStyleIdx="2" presStyleCnt="4"/>
      <dgm:spPr/>
    </dgm:pt>
    <dgm:pt modelId="{79503D35-6BA9-4630-8261-F18E85E02201}" type="pres">
      <dgm:prSet presAssocID="{12402534-48BE-4D7F-A1DF-74F9375F60C5}" presName="vertSpace2b" presStyleCnt="0"/>
      <dgm:spPr/>
    </dgm:pt>
    <dgm:pt modelId="{148F8C91-0E94-4190-B6C7-A4AE0BA078AB}" type="pres">
      <dgm:prSet presAssocID="{1CC3A49E-5249-44CF-982D-BC666A927879}" presName="horz2" presStyleCnt="0"/>
      <dgm:spPr/>
    </dgm:pt>
    <dgm:pt modelId="{01A069B1-3777-45A6-8082-B09ED8A16AD2}" type="pres">
      <dgm:prSet presAssocID="{1CC3A49E-5249-44CF-982D-BC666A927879}" presName="horzSpace2" presStyleCnt="0"/>
      <dgm:spPr/>
    </dgm:pt>
    <dgm:pt modelId="{87C8C3C7-AA1E-4883-983B-42BD283FB9B8}" type="pres">
      <dgm:prSet presAssocID="{1CC3A49E-5249-44CF-982D-BC666A927879}" presName="tx2" presStyleLbl="revTx" presStyleIdx="4" presStyleCnt="5"/>
      <dgm:spPr/>
    </dgm:pt>
    <dgm:pt modelId="{0B422558-998A-4DF1-9254-D52E9D9457F7}" type="pres">
      <dgm:prSet presAssocID="{1CC3A49E-5249-44CF-982D-BC666A927879}" presName="vert2" presStyleCnt="0"/>
      <dgm:spPr/>
    </dgm:pt>
    <dgm:pt modelId="{BD8468E0-D713-4F35-A3B8-ADA1C9DF79BB}" type="pres">
      <dgm:prSet presAssocID="{1CC3A49E-5249-44CF-982D-BC666A927879}" presName="thinLine2b" presStyleLbl="callout" presStyleIdx="3" presStyleCnt="4"/>
      <dgm:spPr/>
    </dgm:pt>
    <dgm:pt modelId="{B65F0244-052E-40B5-9830-DA6FCBFCD0C5}" type="pres">
      <dgm:prSet presAssocID="{1CC3A49E-5249-44CF-982D-BC666A927879}" presName="vertSpace2b" presStyleCnt="0"/>
      <dgm:spPr/>
    </dgm:pt>
  </dgm:ptLst>
  <dgm:cxnLst>
    <dgm:cxn modelId="{8BACE704-3391-4A2B-AFE1-A70E816BF2B3}" type="presOf" srcId="{BFA06203-0586-4F02-AE1C-934ECD1551C7}" destId="{2CF44343-0020-4401-9232-936A6306BD0E}" srcOrd="0" destOrd="0" presId="urn:microsoft.com/office/officeart/2008/layout/LinedList"/>
    <dgm:cxn modelId="{DC599163-BF8A-41B5-A0C2-F584B443BDBB}" srcId="{35C9BF7F-8A00-4354-8EF0-AC8E2E2E4D3D}" destId="{5BD36B4E-E34A-4A71-83E1-61092BEE3C04}" srcOrd="0" destOrd="0" parTransId="{0382172D-F7D9-40B1-9AB2-8D79DAFBD46A}" sibTransId="{E47912B9-2C7D-456C-AE5F-4BF40066B964}"/>
    <dgm:cxn modelId="{96C52D6A-9466-44D2-807E-3C762921A171}" type="presOf" srcId="{5BD36B4E-E34A-4A71-83E1-61092BEE3C04}" destId="{DF8ED3DC-B966-4B30-9E78-26D9CC9A88D6}" srcOrd="0" destOrd="0" presId="urn:microsoft.com/office/officeart/2008/layout/LinedList"/>
    <dgm:cxn modelId="{FDEB4B8B-4570-4348-84DE-172804CEA538}" type="presOf" srcId="{12402534-48BE-4D7F-A1DF-74F9375F60C5}" destId="{376F87C4-123F-4A8E-ACA6-7EE01BF91716}" srcOrd="0" destOrd="0" presId="urn:microsoft.com/office/officeart/2008/layout/LinedList"/>
    <dgm:cxn modelId="{289F1B8C-7148-41B3-8DC1-AA27F9598937}" type="presOf" srcId="{1CC3A49E-5249-44CF-982D-BC666A927879}" destId="{87C8C3C7-AA1E-4883-983B-42BD283FB9B8}" srcOrd="0" destOrd="0" presId="urn:microsoft.com/office/officeart/2008/layout/LinedList"/>
    <dgm:cxn modelId="{A69C3FA1-7965-4B90-B1CB-5336C47784F4}" srcId="{5BD36B4E-E34A-4A71-83E1-61092BEE3C04}" destId="{BFA06203-0586-4F02-AE1C-934ECD1551C7}" srcOrd="1" destOrd="0" parTransId="{FD9AC14D-03C2-4DCD-921A-E4A0DD8157D8}" sibTransId="{C8B4030F-A0AD-4D4E-94E7-017FAF6CD686}"/>
    <dgm:cxn modelId="{1F2373B6-5EB4-456C-8E05-7FE68B18283E}" srcId="{5BD36B4E-E34A-4A71-83E1-61092BEE3C04}" destId="{B63B74C0-2EEB-4BC4-845B-DE9856BB342C}" srcOrd="0" destOrd="0" parTransId="{BF0271C7-9546-4943-8DFB-A10F68E3DC95}" sibTransId="{1045B3ED-5E09-41D4-B571-BC806A8DE964}"/>
    <dgm:cxn modelId="{A37AB7E0-B70A-4ABC-9147-F4F78BA846C7}" srcId="{5BD36B4E-E34A-4A71-83E1-61092BEE3C04}" destId="{12402534-48BE-4D7F-A1DF-74F9375F60C5}" srcOrd="2" destOrd="0" parTransId="{11244BDA-8F07-4B42-A85C-2C0553E05F28}" sibTransId="{7FF404D5-F69E-44DB-89A7-DC3FD3B34FBE}"/>
    <dgm:cxn modelId="{CBEF5DEE-5FAE-404E-A6CD-735A4A51F370}" type="presOf" srcId="{35C9BF7F-8A00-4354-8EF0-AC8E2E2E4D3D}" destId="{DB9EE055-23B8-4F79-82DC-831B44DDC57A}" srcOrd="0" destOrd="0" presId="urn:microsoft.com/office/officeart/2008/layout/LinedList"/>
    <dgm:cxn modelId="{C430EBF4-4DD3-47A2-9FFB-0D14781D4A2F}" srcId="{5BD36B4E-E34A-4A71-83E1-61092BEE3C04}" destId="{1CC3A49E-5249-44CF-982D-BC666A927879}" srcOrd="3" destOrd="0" parTransId="{A2A33C41-96D1-4C59-A835-C8AB3338B467}" sibTransId="{C3493854-5A54-4FBE-A2BC-DFA118A9E9EC}"/>
    <dgm:cxn modelId="{8AA864FF-A374-4205-8C18-8BE9C8766BF1}" type="presOf" srcId="{B63B74C0-2EEB-4BC4-845B-DE9856BB342C}" destId="{E833AAB1-A9CD-476E-A189-C97851E281FA}" srcOrd="0" destOrd="0" presId="urn:microsoft.com/office/officeart/2008/layout/LinedList"/>
    <dgm:cxn modelId="{8FB70EC8-60AE-48BE-9B8D-94768B09FE0E}" type="presParOf" srcId="{DB9EE055-23B8-4F79-82DC-831B44DDC57A}" destId="{B5899C12-F491-4719-966B-910D66EF3E09}" srcOrd="0" destOrd="0" presId="urn:microsoft.com/office/officeart/2008/layout/LinedList"/>
    <dgm:cxn modelId="{378FB75A-D208-4AA6-ABF6-2C1DA03A59D8}" type="presParOf" srcId="{DB9EE055-23B8-4F79-82DC-831B44DDC57A}" destId="{0A388685-1FE2-4916-8B63-5F6865860B02}" srcOrd="1" destOrd="0" presId="urn:microsoft.com/office/officeart/2008/layout/LinedList"/>
    <dgm:cxn modelId="{4FA6FC10-6183-4B73-8A3E-126147BFC502}" type="presParOf" srcId="{0A388685-1FE2-4916-8B63-5F6865860B02}" destId="{DF8ED3DC-B966-4B30-9E78-26D9CC9A88D6}" srcOrd="0" destOrd="0" presId="urn:microsoft.com/office/officeart/2008/layout/LinedList"/>
    <dgm:cxn modelId="{083AD85E-E731-445E-93A1-EC7BDE9B69F3}" type="presParOf" srcId="{0A388685-1FE2-4916-8B63-5F6865860B02}" destId="{ED9C795E-25FD-4242-9857-AE577C45D98E}" srcOrd="1" destOrd="0" presId="urn:microsoft.com/office/officeart/2008/layout/LinedList"/>
    <dgm:cxn modelId="{C5AAE827-6B3D-4128-ABC5-771900485EBF}" type="presParOf" srcId="{ED9C795E-25FD-4242-9857-AE577C45D98E}" destId="{6B1C40C8-88DD-46AF-99E4-652A8E4982FB}" srcOrd="0" destOrd="0" presId="urn:microsoft.com/office/officeart/2008/layout/LinedList"/>
    <dgm:cxn modelId="{FAFD5E26-2EF1-4275-8356-F76D9A996B19}" type="presParOf" srcId="{ED9C795E-25FD-4242-9857-AE577C45D98E}" destId="{1B7FC187-07AB-49C9-8B04-5B8560FAAA40}" srcOrd="1" destOrd="0" presId="urn:microsoft.com/office/officeart/2008/layout/LinedList"/>
    <dgm:cxn modelId="{5E1E756A-F462-43D1-AB2C-D308579D2130}" type="presParOf" srcId="{1B7FC187-07AB-49C9-8B04-5B8560FAAA40}" destId="{739B4401-62F8-4226-9993-D355A1257EF2}" srcOrd="0" destOrd="0" presId="urn:microsoft.com/office/officeart/2008/layout/LinedList"/>
    <dgm:cxn modelId="{E6BC0D63-9804-4F01-83B3-8A12AD879516}" type="presParOf" srcId="{1B7FC187-07AB-49C9-8B04-5B8560FAAA40}" destId="{E833AAB1-A9CD-476E-A189-C97851E281FA}" srcOrd="1" destOrd="0" presId="urn:microsoft.com/office/officeart/2008/layout/LinedList"/>
    <dgm:cxn modelId="{DBD35B65-BBE6-4E9A-AE2E-CB70123C50E6}" type="presParOf" srcId="{1B7FC187-07AB-49C9-8B04-5B8560FAAA40}" destId="{832567E1-9BA6-4306-9083-AF5F63BA2208}" srcOrd="2" destOrd="0" presId="urn:microsoft.com/office/officeart/2008/layout/LinedList"/>
    <dgm:cxn modelId="{9E5A7899-E6F1-4938-AAED-F241D4B60B7F}" type="presParOf" srcId="{ED9C795E-25FD-4242-9857-AE577C45D98E}" destId="{0BF3FE90-CF8C-4DAA-B760-C43595D82128}" srcOrd="2" destOrd="0" presId="urn:microsoft.com/office/officeart/2008/layout/LinedList"/>
    <dgm:cxn modelId="{42200A99-DB09-47FF-B93F-265F3110F5A3}" type="presParOf" srcId="{ED9C795E-25FD-4242-9857-AE577C45D98E}" destId="{67E82C62-723C-4E71-B79B-268EBE8A939F}" srcOrd="3" destOrd="0" presId="urn:microsoft.com/office/officeart/2008/layout/LinedList"/>
    <dgm:cxn modelId="{ECE330CF-06B2-4077-9FD0-F690F254CDDF}" type="presParOf" srcId="{ED9C795E-25FD-4242-9857-AE577C45D98E}" destId="{57496853-6CEF-4962-9E86-AF9AB2457AC9}" srcOrd="4" destOrd="0" presId="urn:microsoft.com/office/officeart/2008/layout/LinedList"/>
    <dgm:cxn modelId="{CDFA688E-207F-4714-898A-D34DEAECA8B3}" type="presParOf" srcId="{57496853-6CEF-4962-9E86-AF9AB2457AC9}" destId="{EA4794ED-B941-4019-8BCE-59246346E641}" srcOrd="0" destOrd="0" presId="urn:microsoft.com/office/officeart/2008/layout/LinedList"/>
    <dgm:cxn modelId="{A48485A0-AB85-4EAB-A0C3-D8702435EC3A}" type="presParOf" srcId="{57496853-6CEF-4962-9E86-AF9AB2457AC9}" destId="{2CF44343-0020-4401-9232-936A6306BD0E}" srcOrd="1" destOrd="0" presId="urn:microsoft.com/office/officeart/2008/layout/LinedList"/>
    <dgm:cxn modelId="{F8D0179C-2BC0-47CA-B12A-39D167B51746}" type="presParOf" srcId="{57496853-6CEF-4962-9E86-AF9AB2457AC9}" destId="{1796E607-E2E7-4D87-AB68-4C91BDBE013A}" srcOrd="2" destOrd="0" presId="urn:microsoft.com/office/officeart/2008/layout/LinedList"/>
    <dgm:cxn modelId="{DEB74CE5-33B8-4A64-A1BC-9DDE325C7279}" type="presParOf" srcId="{ED9C795E-25FD-4242-9857-AE577C45D98E}" destId="{5DB3CB62-3F51-45C9-A539-05CFB43CC1D8}" srcOrd="5" destOrd="0" presId="urn:microsoft.com/office/officeart/2008/layout/LinedList"/>
    <dgm:cxn modelId="{A6EEF4CC-7C15-4DA9-AC89-5C42654CD92C}" type="presParOf" srcId="{ED9C795E-25FD-4242-9857-AE577C45D98E}" destId="{DA27EBDA-8696-4CA8-8765-C50AFC38D799}" srcOrd="6" destOrd="0" presId="urn:microsoft.com/office/officeart/2008/layout/LinedList"/>
    <dgm:cxn modelId="{CF56BC2A-3566-4F24-8C77-1B59971001F2}" type="presParOf" srcId="{ED9C795E-25FD-4242-9857-AE577C45D98E}" destId="{3A6C46CE-2843-42A8-AA3E-5B73CE6FC1E9}" srcOrd="7" destOrd="0" presId="urn:microsoft.com/office/officeart/2008/layout/LinedList"/>
    <dgm:cxn modelId="{F20702D2-A63B-4CC9-999E-C22EA2C7DA5A}" type="presParOf" srcId="{3A6C46CE-2843-42A8-AA3E-5B73CE6FC1E9}" destId="{3D53786A-ADD8-4C77-B2E8-8511CF8DAEA8}" srcOrd="0" destOrd="0" presId="urn:microsoft.com/office/officeart/2008/layout/LinedList"/>
    <dgm:cxn modelId="{5C8B81D7-2269-4C44-AA26-5BBD4F4F3988}" type="presParOf" srcId="{3A6C46CE-2843-42A8-AA3E-5B73CE6FC1E9}" destId="{376F87C4-123F-4A8E-ACA6-7EE01BF91716}" srcOrd="1" destOrd="0" presId="urn:microsoft.com/office/officeart/2008/layout/LinedList"/>
    <dgm:cxn modelId="{694CDC6B-0C62-4899-8E79-BBDBEDF3F443}" type="presParOf" srcId="{3A6C46CE-2843-42A8-AA3E-5B73CE6FC1E9}" destId="{871FE31B-3A66-4B57-BD4D-3C2EEB891EFF}" srcOrd="2" destOrd="0" presId="urn:microsoft.com/office/officeart/2008/layout/LinedList"/>
    <dgm:cxn modelId="{988B3AD8-5B3A-4083-B084-F2EC7C845E61}" type="presParOf" srcId="{ED9C795E-25FD-4242-9857-AE577C45D98E}" destId="{237734F2-1E30-4BDB-8B09-7880008AC6D3}" srcOrd="8" destOrd="0" presId="urn:microsoft.com/office/officeart/2008/layout/LinedList"/>
    <dgm:cxn modelId="{9C23B174-DA32-4693-8A6D-16663880326D}" type="presParOf" srcId="{ED9C795E-25FD-4242-9857-AE577C45D98E}" destId="{79503D35-6BA9-4630-8261-F18E85E02201}" srcOrd="9" destOrd="0" presId="urn:microsoft.com/office/officeart/2008/layout/LinedList"/>
    <dgm:cxn modelId="{8026C992-683F-4C0F-ACD1-FD8ACA02B175}" type="presParOf" srcId="{ED9C795E-25FD-4242-9857-AE577C45D98E}" destId="{148F8C91-0E94-4190-B6C7-A4AE0BA078AB}" srcOrd="10" destOrd="0" presId="urn:microsoft.com/office/officeart/2008/layout/LinedList"/>
    <dgm:cxn modelId="{EF814408-EA00-4E15-A010-5B814657DBED}" type="presParOf" srcId="{148F8C91-0E94-4190-B6C7-A4AE0BA078AB}" destId="{01A069B1-3777-45A6-8082-B09ED8A16AD2}" srcOrd="0" destOrd="0" presId="urn:microsoft.com/office/officeart/2008/layout/LinedList"/>
    <dgm:cxn modelId="{F00F4B03-5374-4585-955B-342936DB7112}" type="presParOf" srcId="{148F8C91-0E94-4190-B6C7-A4AE0BA078AB}" destId="{87C8C3C7-AA1E-4883-983B-42BD283FB9B8}" srcOrd="1" destOrd="0" presId="urn:microsoft.com/office/officeart/2008/layout/LinedList"/>
    <dgm:cxn modelId="{DDF30FFF-B00B-4032-8D9A-D77AE8FD4491}" type="presParOf" srcId="{148F8C91-0E94-4190-B6C7-A4AE0BA078AB}" destId="{0B422558-998A-4DF1-9254-D52E9D9457F7}" srcOrd="2" destOrd="0" presId="urn:microsoft.com/office/officeart/2008/layout/LinedList"/>
    <dgm:cxn modelId="{FBE44D28-A630-4198-92DF-E6ACBFAB6B79}" type="presParOf" srcId="{ED9C795E-25FD-4242-9857-AE577C45D98E}" destId="{BD8468E0-D713-4F35-A3B8-ADA1C9DF79BB}" srcOrd="11" destOrd="0" presId="urn:microsoft.com/office/officeart/2008/layout/LinedList"/>
    <dgm:cxn modelId="{359E38E9-D537-4642-A43E-CDF3C15765CE}" type="presParOf" srcId="{ED9C795E-25FD-4242-9857-AE577C45D98E}" destId="{B65F0244-052E-40B5-9830-DA6FCBFCD0C5}" srcOrd="12"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35C9BF7F-8A00-4354-8EF0-AC8E2E2E4D3D}" type="doc">
      <dgm:prSet loTypeId="urn:microsoft.com/office/officeart/2005/8/layout/vList5" loCatId="list" qsTypeId="urn:microsoft.com/office/officeart/2005/8/quickstyle/simple2" qsCatId="simple" csTypeId="urn:microsoft.com/office/officeart/2005/8/colors/colorful1" csCatId="colorful" phldr="1"/>
      <dgm:spPr/>
      <dgm:t>
        <a:bodyPr/>
        <a:lstStyle/>
        <a:p>
          <a:endParaRPr lang="en-US"/>
        </a:p>
      </dgm:t>
    </dgm:pt>
    <dgm:pt modelId="{5B515850-1709-406C-892F-8D37264D0262}">
      <dgm:prSet phldrT="[Text]" custT="1"/>
      <dgm:spPr/>
      <dgm:t>
        <a:bodyPr/>
        <a:lstStyle/>
        <a:p>
          <a:r>
            <a:rPr lang="en-US" sz="4000" dirty="0"/>
            <a:t>Classes</a:t>
          </a:r>
        </a:p>
      </dgm:t>
    </dgm:pt>
    <dgm:pt modelId="{E32A34A0-8DEE-4224-9FE2-9A2091CA81B3}" type="parTrans" cxnId="{9188EE0D-517C-4D37-AD52-4D8E69BB77B8}">
      <dgm:prSet/>
      <dgm:spPr/>
      <dgm:t>
        <a:bodyPr/>
        <a:lstStyle/>
        <a:p>
          <a:endParaRPr lang="en-US" sz="1400"/>
        </a:p>
      </dgm:t>
    </dgm:pt>
    <dgm:pt modelId="{850B7FC8-8F13-408B-860B-36C378087F8A}" type="sibTrans" cxnId="{9188EE0D-517C-4D37-AD52-4D8E69BB77B8}">
      <dgm:prSet/>
      <dgm:spPr/>
      <dgm:t>
        <a:bodyPr/>
        <a:lstStyle/>
        <a:p>
          <a:endParaRPr lang="en-US" sz="1400"/>
        </a:p>
      </dgm:t>
    </dgm:pt>
    <dgm:pt modelId="{B63B74C0-2EEB-4BC4-845B-DE9856BB342C}">
      <dgm:prSet phldrT="[Text]" custT="1"/>
      <dgm:spPr/>
      <dgm:t>
        <a:bodyPr/>
        <a:lstStyle/>
        <a:p>
          <a:r>
            <a:rPr lang="en-US" sz="3200" b="0" i="0" dirty="0"/>
            <a:t>Classes are user-defined data types that can act as the blueprint for individual objects, attributes and methods.</a:t>
          </a:r>
          <a:endParaRPr lang="en-US" sz="3200" dirty="0"/>
        </a:p>
      </dgm:t>
    </dgm:pt>
    <dgm:pt modelId="{BF0271C7-9546-4943-8DFB-A10F68E3DC95}" type="parTrans" cxnId="{1F2373B6-5EB4-456C-8E05-7FE68B18283E}">
      <dgm:prSet/>
      <dgm:spPr/>
      <dgm:t>
        <a:bodyPr/>
        <a:lstStyle/>
        <a:p>
          <a:endParaRPr lang="en-US" sz="1400"/>
        </a:p>
      </dgm:t>
    </dgm:pt>
    <dgm:pt modelId="{1045B3ED-5E09-41D4-B571-BC806A8DE964}" type="sibTrans" cxnId="{1F2373B6-5EB4-456C-8E05-7FE68B18283E}">
      <dgm:prSet/>
      <dgm:spPr/>
      <dgm:t>
        <a:bodyPr/>
        <a:lstStyle/>
        <a:p>
          <a:endParaRPr lang="en-US" sz="1400"/>
        </a:p>
      </dgm:t>
    </dgm:pt>
    <dgm:pt modelId="{BFA06203-0586-4F02-AE1C-934ECD1551C7}">
      <dgm:prSet phldrT="[Text]" custT="1"/>
      <dgm:spPr/>
      <dgm:t>
        <a:bodyPr/>
        <a:lstStyle/>
        <a:p>
          <a:r>
            <a:rPr lang="en-US" sz="2800" b="0" i="0" dirty="0"/>
            <a:t>Methods are functions that are defined inside a class that describe the behaviors of an object. Each method contained in class definitions starts with a reference to an instance object. </a:t>
          </a:r>
          <a:endParaRPr lang="en-US" sz="2800" dirty="0"/>
        </a:p>
      </dgm:t>
    </dgm:pt>
    <dgm:pt modelId="{FD9AC14D-03C2-4DCD-921A-E4A0DD8157D8}" type="parTrans" cxnId="{A69C3FA1-7965-4B90-B1CB-5336C47784F4}">
      <dgm:prSet/>
      <dgm:spPr/>
      <dgm:t>
        <a:bodyPr/>
        <a:lstStyle/>
        <a:p>
          <a:endParaRPr lang="en-US" sz="1400"/>
        </a:p>
      </dgm:t>
    </dgm:pt>
    <dgm:pt modelId="{C8B4030F-A0AD-4D4E-94E7-017FAF6CD686}" type="sibTrans" cxnId="{A69C3FA1-7965-4B90-B1CB-5336C47784F4}">
      <dgm:prSet/>
      <dgm:spPr/>
      <dgm:t>
        <a:bodyPr/>
        <a:lstStyle/>
        <a:p>
          <a:endParaRPr lang="en-US" sz="1400"/>
        </a:p>
      </dgm:t>
    </dgm:pt>
    <dgm:pt modelId="{A7395656-7469-42DD-8CCE-A46EEFD433E7}">
      <dgm:prSet phldrT="[Text]" custT="1"/>
      <dgm:spPr/>
      <dgm:t>
        <a:bodyPr/>
        <a:lstStyle/>
        <a:p>
          <a:r>
            <a:rPr lang="en-US" sz="4000" dirty="0"/>
            <a:t>Objects</a:t>
          </a:r>
        </a:p>
      </dgm:t>
    </dgm:pt>
    <dgm:pt modelId="{6C26EB7B-864C-44E2-A9A7-A679E40073F3}" type="parTrans" cxnId="{EA70AA7F-EA7C-41C9-B508-461954F96567}">
      <dgm:prSet/>
      <dgm:spPr/>
      <dgm:t>
        <a:bodyPr/>
        <a:lstStyle/>
        <a:p>
          <a:endParaRPr lang="en-US" sz="1400"/>
        </a:p>
      </dgm:t>
    </dgm:pt>
    <dgm:pt modelId="{29838E6C-DE33-40ED-B9E7-82A323149D58}" type="sibTrans" cxnId="{EA70AA7F-EA7C-41C9-B508-461954F96567}">
      <dgm:prSet/>
      <dgm:spPr/>
      <dgm:t>
        <a:bodyPr/>
        <a:lstStyle/>
        <a:p>
          <a:endParaRPr lang="en-US" sz="1400"/>
        </a:p>
      </dgm:t>
    </dgm:pt>
    <dgm:pt modelId="{FAA5EEC4-5907-4975-8805-3E73CEC9FD51}">
      <dgm:prSet phldrT="[Text]" custT="1"/>
      <dgm:spPr/>
      <dgm:t>
        <a:bodyPr/>
        <a:lstStyle/>
        <a:p>
          <a:r>
            <a:rPr lang="en-US" sz="2800" dirty="0"/>
            <a:t>Objects are instances of a class created with specifically defined data. Objects can respond to real-world objects or an abstract entity.</a:t>
          </a:r>
        </a:p>
      </dgm:t>
    </dgm:pt>
    <dgm:pt modelId="{35C8C994-412F-4D76-B159-392C1F00630F}" type="parTrans" cxnId="{CE629729-A01C-4D1A-98D7-AF4BA1B5F64A}">
      <dgm:prSet/>
      <dgm:spPr/>
      <dgm:t>
        <a:bodyPr/>
        <a:lstStyle/>
        <a:p>
          <a:endParaRPr lang="en-US" sz="1400"/>
        </a:p>
      </dgm:t>
    </dgm:pt>
    <dgm:pt modelId="{CD407B1A-275A-4F36-9930-0D3CA830BCA1}" type="sibTrans" cxnId="{CE629729-A01C-4D1A-98D7-AF4BA1B5F64A}">
      <dgm:prSet/>
      <dgm:spPr/>
      <dgm:t>
        <a:bodyPr/>
        <a:lstStyle/>
        <a:p>
          <a:endParaRPr lang="en-US" sz="1400"/>
        </a:p>
      </dgm:t>
    </dgm:pt>
    <dgm:pt modelId="{627ED524-DC38-476D-8C83-1840CB799AF4}">
      <dgm:prSet phldrT="[Text]" custT="1"/>
      <dgm:spPr/>
      <dgm:t>
        <a:bodyPr/>
        <a:lstStyle/>
        <a:p>
          <a:r>
            <a:rPr lang="en-US" sz="4000" dirty="0"/>
            <a:t>Methods</a:t>
          </a:r>
        </a:p>
      </dgm:t>
    </dgm:pt>
    <dgm:pt modelId="{04A81A9F-A575-4A64-A75A-1ECDE8B08DFE}" type="parTrans" cxnId="{DD817B12-D393-400D-A654-A108202FE582}">
      <dgm:prSet/>
      <dgm:spPr/>
      <dgm:t>
        <a:bodyPr/>
        <a:lstStyle/>
        <a:p>
          <a:endParaRPr lang="en-US" sz="1400"/>
        </a:p>
      </dgm:t>
    </dgm:pt>
    <dgm:pt modelId="{9B657791-96F0-436D-8C63-6424786E189D}" type="sibTrans" cxnId="{DD817B12-D393-400D-A654-A108202FE582}">
      <dgm:prSet/>
      <dgm:spPr/>
      <dgm:t>
        <a:bodyPr/>
        <a:lstStyle/>
        <a:p>
          <a:endParaRPr lang="en-US" sz="1400"/>
        </a:p>
      </dgm:t>
    </dgm:pt>
    <dgm:pt modelId="{49F6BB98-6826-4C60-A720-0B27BFEFB229}">
      <dgm:prSet phldrT="[Text]" custT="1"/>
      <dgm:spPr/>
      <dgm:t>
        <a:bodyPr/>
        <a:lstStyle/>
        <a:p>
          <a:r>
            <a:rPr lang="en-US" sz="4000" dirty="0"/>
            <a:t>Attributes</a:t>
          </a:r>
        </a:p>
      </dgm:t>
    </dgm:pt>
    <dgm:pt modelId="{5AC59218-4A4C-4C98-8280-F73B4B340DC0}" type="parTrans" cxnId="{A8CBDDC8-8A14-4B3C-B844-47CCDF6399B7}">
      <dgm:prSet/>
      <dgm:spPr/>
      <dgm:t>
        <a:bodyPr/>
        <a:lstStyle/>
        <a:p>
          <a:endParaRPr lang="en-US" sz="1400"/>
        </a:p>
      </dgm:t>
    </dgm:pt>
    <dgm:pt modelId="{B5E53966-3283-4C99-A320-C05C0DCACCD9}" type="sibTrans" cxnId="{A8CBDDC8-8A14-4B3C-B844-47CCDF6399B7}">
      <dgm:prSet/>
      <dgm:spPr/>
      <dgm:t>
        <a:bodyPr/>
        <a:lstStyle/>
        <a:p>
          <a:endParaRPr lang="en-US" sz="1400"/>
        </a:p>
      </dgm:t>
    </dgm:pt>
    <dgm:pt modelId="{3B4E04FC-37AB-448E-A614-9ABD4F10ACF6}">
      <dgm:prSet phldrT="[Text]" custT="1"/>
      <dgm:spPr/>
      <dgm:t>
        <a:bodyPr/>
        <a:lstStyle/>
        <a:p>
          <a:r>
            <a:rPr lang="en-US" sz="2800" b="0" i="0" dirty="0"/>
            <a:t>Attributes are defined in the class template and represent the state of an object. Objects will have data stored in the attributes field. Class attributes belong to the class itself.</a:t>
          </a:r>
          <a:endParaRPr lang="en-US" sz="2800" dirty="0"/>
        </a:p>
      </dgm:t>
    </dgm:pt>
    <dgm:pt modelId="{C9866105-C853-4B1E-B436-490C3FEAE683}" type="parTrans" cxnId="{EE13FDF5-4BB8-44AA-975F-13D90311488F}">
      <dgm:prSet/>
      <dgm:spPr/>
      <dgm:t>
        <a:bodyPr/>
        <a:lstStyle/>
        <a:p>
          <a:endParaRPr lang="en-US" sz="1400"/>
        </a:p>
      </dgm:t>
    </dgm:pt>
    <dgm:pt modelId="{DEBABBB6-D0AF-4B2F-A67C-E28F7E549C05}" type="sibTrans" cxnId="{EE13FDF5-4BB8-44AA-975F-13D90311488F}">
      <dgm:prSet/>
      <dgm:spPr/>
      <dgm:t>
        <a:bodyPr/>
        <a:lstStyle/>
        <a:p>
          <a:endParaRPr lang="en-US" sz="1400"/>
        </a:p>
      </dgm:t>
    </dgm:pt>
    <dgm:pt modelId="{160276E3-638D-4CF9-945C-89C8A3575C83}" type="pres">
      <dgm:prSet presAssocID="{35C9BF7F-8A00-4354-8EF0-AC8E2E2E4D3D}" presName="Name0" presStyleCnt="0">
        <dgm:presLayoutVars>
          <dgm:dir/>
          <dgm:animLvl val="lvl"/>
          <dgm:resizeHandles val="exact"/>
        </dgm:presLayoutVars>
      </dgm:prSet>
      <dgm:spPr/>
    </dgm:pt>
    <dgm:pt modelId="{70A61554-4C22-4E3D-91BD-A6627F375E42}" type="pres">
      <dgm:prSet presAssocID="{5B515850-1709-406C-892F-8D37264D0262}" presName="linNode" presStyleCnt="0"/>
      <dgm:spPr/>
    </dgm:pt>
    <dgm:pt modelId="{712EAC83-14E5-4296-A17C-839923E60F42}" type="pres">
      <dgm:prSet presAssocID="{5B515850-1709-406C-892F-8D37264D0262}" presName="parentText" presStyleLbl="node1" presStyleIdx="0" presStyleCnt="4" custScaleX="54767">
        <dgm:presLayoutVars>
          <dgm:chMax val="1"/>
          <dgm:bulletEnabled val="1"/>
        </dgm:presLayoutVars>
      </dgm:prSet>
      <dgm:spPr/>
    </dgm:pt>
    <dgm:pt modelId="{269BB56A-4BF3-42ED-8B93-C015E8EEA1BA}" type="pres">
      <dgm:prSet presAssocID="{5B515850-1709-406C-892F-8D37264D0262}" presName="descendantText" presStyleLbl="alignAccFollowNode1" presStyleIdx="0" presStyleCnt="4">
        <dgm:presLayoutVars>
          <dgm:bulletEnabled val="1"/>
        </dgm:presLayoutVars>
      </dgm:prSet>
      <dgm:spPr/>
    </dgm:pt>
    <dgm:pt modelId="{9B0DB30A-FF64-4C0B-9848-A263165118BE}" type="pres">
      <dgm:prSet presAssocID="{850B7FC8-8F13-408B-860B-36C378087F8A}" presName="sp" presStyleCnt="0"/>
      <dgm:spPr/>
    </dgm:pt>
    <dgm:pt modelId="{DB29886F-0100-45CF-AF67-00BB6FBD9074}" type="pres">
      <dgm:prSet presAssocID="{A7395656-7469-42DD-8CCE-A46EEFD433E7}" presName="linNode" presStyleCnt="0"/>
      <dgm:spPr/>
    </dgm:pt>
    <dgm:pt modelId="{1C15674B-B639-4141-91E7-46D564D885F9}" type="pres">
      <dgm:prSet presAssocID="{A7395656-7469-42DD-8CCE-A46EEFD433E7}" presName="parentText" presStyleLbl="node1" presStyleIdx="1" presStyleCnt="4" custScaleX="54767">
        <dgm:presLayoutVars>
          <dgm:chMax val="1"/>
          <dgm:bulletEnabled val="1"/>
        </dgm:presLayoutVars>
      </dgm:prSet>
      <dgm:spPr/>
    </dgm:pt>
    <dgm:pt modelId="{276BA9A0-BD36-4FB2-A7F0-EC6F4DAA069D}" type="pres">
      <dgm:prSet presAssocID="{A7395656-7469-42DD-8CCE-A46EEFD433E7}" presName="descendantText" presStyleLbl="alignAccFollowNode1" presStyleIdx="1" presStyleCnt="4">
        <dgm:presLayoutVars>
          <dgm:bulletEnabled val="1"/>
        </dgm:presLayoutVars>
      </dgm:prSet>
      <dgm:spPr/>
    </dgm:pt>
    <dgm:pt modelId="{42D351F6-D8B3-4E01-AE4E-E5F6D6442663}" type="pres">
      <dgm:prSet presAssocID="{29838E6C-DE33-40ED-B9E7-82A323149D58}" presName="sp" presStyleCnt="0"/>
      <dgm:spPr/>
    </dgm:pt>
    <dgm:pt modelId="{C1D6F8C1-6193-4E1A-A2C1-BC9F6BC0425E}" type="pres">
      <dgm:prSet presAssocID="{627ED524-DC38-476D-8C83-1840CB799AF4}" presName="linNode" presStyleCnt="0"/>
      <dgm:spPr/>
    </dgm:pt>
    <dgm:pt modelId="{E907019A-2A4F-472F-9C2B-40DFBA0151A0}" type="pres">
      <dgm:prSet presAssocID="{627ED524-DC38-476D-8C83-1840CB799AF4}" presName="parentText" presStyleLbl="node1" presStyleIdx="2" presStyleCnt="4" custScaleX="54767">
        <dgm:presLayoutVars>
          <dgm:chMax val="1"/>
          <dgm:bulletEnabled val="1"/>
        </dgm:presLayoutVars>
      </dgm:prSet>
      <dgm:spPr/>
    </dgm:pt>
    <dgm:pt modelId="{1DCAE618-1FCE-4CC9-A8AC-095064AB3AE5}" type="pres">
      <dgm:prSet presAssocID="{627ED524-DC38-476D-8C83-1840CB799AF4}" presName="descendantText" presStyleLbl="alignAccFollowNode1" presStyleIdx="2" presStyleCnt="4">
        <dgm:presLayoutVars>
          <dgm:bulletEnabled val="1"/>
        </dgm:presLayoutVars>
      </dgm:prSet>
      <dgm:spPr/>
    </dgm:pt>
    <dgm:pt modelId="{BA872B4A-2AC5-4655-BCDF-8F90461D1B7C}" type="pres">
      <dgm:prSet presAssocID="{9B657791-96F0-436D-8C63-6424786E189D}" presName="sp" presStyleCnt="0"/>
      <dgm:spPr/>
    </dgm:pt>
    <dgm:pt modelId="{C629BEC2-0EAE-4E60-A9DD-8F7B8888FABC}" type="pres">
      <dgm:prSet presAssocID="{49F6BB98-6826-4C60-A720-0B27BFEFB229}" presName="linNode" presStyleCnt="0"/>
      <dgm:spPr/>
    </dgm:pt>
    <dgm:pt modelId="{A0E4CFB1-B708-4AA6-A2FE-DB290DB872C0}" type="pres">
      <dgm:prSet presAssocID="{49F6BB98-6826-4C60-A720-0B27BFEFB229}" presName="parentText" presStyleLbl="node1" presStyleIdx="3" presStyleCnt="4" custScaleX="54767">
        <dgm:presLayoutVars>
          <dgm:chMax val="1"/>
          <dgm:bulletEnabled val="1"/>
        </dgm:presLayoutVars>
      </dgm:prSet>
      <dgm:spPr/>
    </dgm:pt>
    <dgm:pt modelId="{09F284DC-DE34-4D90-8034-03B02DF91FC5}" type="pres">
      <dgm:prSet presAssocID="{49F6BB98-6826-4C60-A720-0B27BFEFB229}" presName="descendantText" presStyleLbl="alignAccFollowNode1" presStyleIdx="3" presStyleCnt="4">
        <dgm:presLayoutVars>
          <dgm:bulletEnabled val="1"/>
        </dgm:presLayoutVars>
      </dgm:prSet>
      <dgm:spPr/>
    </dgm:pt>
  </dgm:ptLst>
  <dgm:cxnLst>
    <dgm:cxn modelId="{A0A63D03-2FBA-4927-8A2F-02A2BA938863}" type="presOf" srcId="{BFA06203-0586-4F02-AE1C-934ECD1551C7}" destId="{1DCAE618-1FCE-4CC9-A8AC-095064AB3AE5}" srcOrd="0" destOrd="0" presId="urn:microsoft.com/office/officeart/2005/8/layout/vList5"/>
    <dgm:cxn modelId="{59114D0B-1B4E-4283-991E-AECA819F2A5B}" type="presOf" srcId="{B63B74C0-2EEB-4BC4-845B-DE9856BB342C}" destId="{269BB56A-4BF3-42ED-8B93-C015E8EEA1BA}" srcOrd="0" destOrd="0" presId="urn:microsoft.com/office/officeart/2005/8/layout/vList5"/>
    <dgm:cxn modelId="{9188EE0D-517C-4D37-AD52-4D8E69BB77B8}" srcId="{35C9BF7F-8A00-4354-8EF0-AC8E2E2E4D3D}" destId="{5B515850-1709-406C-892F-8D37264D0262}" srcOrd="0" destOrd="0" parTransId="{E32A34A0-8DEE-4224-9FE2-9A2091CA81B3}" sibTransId="{850B7FC8-8F13-408B-860B-36C378087F8A}"/>
    <dgm:cxn modelId="{DD817B12-D393-400D-A654-A108202FE582}" srcId="{35C9BF7F-8A00-4354-8EF0-AC8E2E2E4D3D}" destId="{627ED524-DC38-476D-8C83-1840CB799AF4}" srcOrd="2" destOrd="0" parTransId="{04A81A9F-A575-4A64-A75A-1ECDE8B08DFE}" sibTransId="{9B657791-96F0-436D-8C63-6424786E189D}"/>
    <dgm:cxn modelId="{CE629729-A01C-4D1A-98D7-AF4BA1B5F64A}" srcId="{A7395656-7469-42DD-8CCE-A46EEFD433E7}" destId="{FAA5EEC4-5907-4975-8805-3E73CEC9FD51}" srcOrd="0" destOrd="0" parTransId="{35C8C994-412F-4D76-B159-392C1F00630F}" sibTransId="{CD407B1A-275A-4F36-9930-0D3CA830BCA1}"/>
    <dgm:cxn modelId="{C985A066-CFE0-443A-B72A-7DB90DA54C9F}" type="presOf" srcId="{5B515850-1709-406C-892F-8D37264D0262}" destId="{712EAC83-14E5-4296-A17C-839923E60F42}" srcOrd="0" destOrd="0" presId="urn:microsoft.com/office/officeart/2005/8/layout/vList5"/>
    <dgm:cxn modelId="{EA70AA7F-EA7C-41C9-B508-461954F96567}" srcId="{35C9BF7F-8A00-4354-8EF0-AC8E2E2E4D3D}" destId="{A7395656-7469-42DD-8CCE-A46EEFD433E7}" srcOrd="1" destOrd="0" parTransId="{6C26EB7B-864C-44E2-A9A7-A679E40073F3}" sibTransId="{29838E6C-DE33-40ED-B9E7-82A323149D58}"/>
    <dgm:cxn modelId="{00B7E282-259F-4C61-9946-88C82C7D43C8}" type="presOf" srcId="{35C9BF7F-8A00-4354-8EF0-AC8E2E2E4D3D}" destId="{160276E3-638D-4CF9-945C-89C8A3575C83}" srcOrd="0" destOrd="0" presId="urn:microsoft.com/office/officeart/2005/8/layout/vList5"/>
    <dgm:cxn modelId="{A69C3FA1-7965-4B90-B1CB-5336C47784F4}" srcId="{627ED524-DC38-476D-8C83-1840CB799AF4}" destId="{BFA06203-0586-4F02-AE1C-934ECD1551C7}" srcOrd="0" destOrd="0" parTransId="{FD9AC14D-03C2-4DCD-921A-E4A0DD8157D8}" sibTransId="{C8B4030F-A0AD-4D4E-94E7-017FAF6CD686}"/>
    <dgm:cxn modelId="{DC3A4EB5-59BB-4B99-9F09-2866737981B4}" type="presOf" srcId="{FAA5EEC4-5907-4975-8805-3E73CEC9FD51}" destId="{276BA9A0-BD36-4FB2-A7F0-EC6F4DAA069D}" srcOrd="0" destOrd="0" presId="urn:microsoft.com/office/officeart/2005/8/layout/vList5"/>
    <dgm:cxn modelId="{1F2373B6-5EB4-456C-8E05-7FE68B18283E}" srcId="{5B515850-1709-406C-892F-8D37264D0262}" destId="{B63B74C0-2EEB-4BC4-845B-DE9856BB342C}" srcOrd="0" destOrd="0" parTransId="{BF0271C7-9546-4943-8DFB-A10F68E3DC95}" sibTransId="{1045B3ED-5E09-41D4-B571-BC806A8DE964}"/>
    <dgm:cxn modelId="{A8CBDDC8-8A14-4B3C-B844-47CCDF6399B7}" srcId="{35C9BF7F-8A00-4354-8EF0-AC8E2E2E4D3D}" destId="{49F6BB98-6826-4C60-A720-0B27BFEFB229}" srcOrd="3" destOrd="0" parTransId="{5AC59218-4A4C-4C98-8280-F73B4B340DC0}" sibTransId="{B5E53966-3283-4C99-A320-C05C0DCACCD9}"/>
    <dgm:cxn modelId="{4418ABD8-67A6-464F-A05D-4FFA701FC714}" type="presOf" srcId="{49F6BB98-6826-4C60-A720-0B27BFEFB229}" destId="{A0E4CFB1-B708-4AA6-A2FE-DB290DB872C0}" srcOrd="0" destOrd="0" presId="urn:microsoft.com/office/officeart/2005/8/layout/vList5"/>
    <dgm:cxn modelId="{889974E1-CA12-4C96-A385-0A2481D598D2}" type="presOf" srcId="{A7395656-7469-42DD-8CCE-A46EEFD433E7}" destId="{1C15674B-B639-4141-91E7-46D564D885F9}" srcOrd="0" destOrd="0" presId="urn:microsoft.com/office/officeart/2005/8/layout/vList5"/>
    <dgm:cxn modelId="{5E150AF4-47D3-4490-85EC-E5A0B35342BF}" type="presOf" srcId="{627ED524-DC38-476D-8C83-1840CB799AF4}" destId="{E907019A-2A4F-472F-9C2B-40DFBA0151A0}" srcOrd="0" destOrd="0" presId="urn:microsoft.com/office/officeart/2005/8/layout/vList5"/>
    <dgm:cxn modelId="{EE13FDF5-4BB8-44AA-975F-13D90311488F}" srcId="{49F6BB98-6826-4C60-A720-0B27BFEFB229}" destId="{3B4E04FC-37AB-448E-A614-9ABD4F10ACF6}" srcOrd="0" destOrd="0" parTransId="{C9866105-C853-4B1E-B436-490C3FEAE683}" sibTransId="{DEBABBB6-D0AF-4B2F-A67C-E28F7E549C05}"/>
    <dgm:cxn modelId="{A145EFFB-DBBA-4860-8AC8-B5A4EB41B387}" type="presOf" srcId="{3B4E04FC-37AB-448E-A614-9ABD4F10ACF6}" destId="{09F284DC-DE34-4D90-8034-03B02DF91FC5}" srcOrd="0" destOrd="0" presId="urn:microsoft.com/office/officeart/2005/8/layout/vList5"/>
    <dgm:cxn modelId="{9AF32F20-094E-4057-B8E8-200BD35CB847}" type="presParOf" srcId="{160276E3-638D-4CF9-945C-89C8A3575C83}" destId="{70A61554-4C22-4E3D-91BD-A6627F375E42}" srcOrd="0" destOrd="0" presId="urn:microsoft.com/office/officeart/2005/8/layout/vList5"/>
    <dgm:cxn modelId="{A26C341B-AE35-4A5F-B1C6-1A5173C0F75E}" type="presParOf" srcId="{70A61554-4C22-4E3D-91BD-A6627F375E42}" destId="{712EAC83-14E5-4296-A17C-839923E60F42}" srcOrd="0" destOrd="0" presId="urn:microsoft.com/office/officeart/2005/8/layout/vList5"/>
    <dgm:cxn modelId="{C8E80266-F409-45CC-868F-6C4894BF0A41}" type="presParOf" srcId="{70A61554-4C22-4E3D-91BD-A6627F375E42}" destId="{269BB56A-4BF3-42ED-8B93-C015E8EEA1BA}" srcOrd="1" destOrd="0" presId="urn:microsoft.com/office/officeart/2005/8/layout/vList5"/>
    <dgm:cxn modelId="{CD1F997C-CDCD-4FB1-AA7C-48F4C3FE95BF}" type="presParOf" srcId="{160276E3-638D-4CF9-945C-89C8A3575C83}" destId="{9B0DB30A-FF64-4C0B-9848-A263165118BE}" srcOrd="1" destOrd="0" presId="urn:microsoft.com/office/officeart/2005/8/layout/vList5"/>
    <dgm:cxn modelId="{2EC6FF71-05B9-4F5E-BD58-288A5C508A12}" type="presParOf" srcId="{160276E3-638D-4CF9-945C-89C8A3575C83}" destId="{DB29886F-0100-45CF-AF67-00BB6FBD9074}" srcOrd="2" destOrd="0" presId="urn:microsoft.com/office/officeart/2005/8/layout/vList5"/>
    <dgm:cxn modelId="{EA031474-51B1-400D-A788-CE46C51BD7A0}" type="presParOf" srcId="{DB29886F-0100-45CF-AF67-00BB6FBD9074}" destId="{1C15674B-B639-4141-91E7-46D564D885F9}" srcOrd="0" destOrd="0" presId="urn:microsoft.com/office/officeart/2005/8/layout/vList5"/>
    <dgm:cxn modelId="{B81E3431-422B-4A0F-AF41-216CE286E1C8}" type="presParOf" srcId="{DB29886F-0100-45CF-AF67-00BB6FBD9074}" destId="{276BA9A0-BD36-4FB2-A7F0-EC6F4DAA069D}" srcOrd="1" destOrd="0" presId="urn:microsoft.com/office/officeart/2005/8/layout/vList5"/>
    <dgm:cxn modelId="{D89D1740-2B36-427F-980B-802FCFDCDBAA}" type="presParOf" srcId="{160276E3-638D-4CF9-945C-89C8A3575C83}" destId="{42D351F6-D8B3-4E01-AE4E-E5F6D6442663}" srcOrd="3" destOrd="0" presId="urn:microsoft.com/office/officeart/2005/8/layout/vList5"/>
    <dgm:cxn modelId="{1518A8A5-2FD3-4376-9CF3-7B5517616BE6}" type="presParOf" srcId="{160276E3-638D-4CF9-945C-89C8A3575C83}" destId="{C1D6F8C1-6193-4E1A-A2C1-BC9F6BC0425E}" srcOrd="4" destOrd="0" presId="urn:microsoft.com/office/officeart/2005/8/layout/vList5"/>
    <dgm:cxn modelId="{F7348BCA-00F5-4EF3-A402-92E2D0861579}" type="presParOf" srcId="{C1D6F8C1-6193-4E1A-A2C1-BC9F6BC0425E}" destId="{E907019A-2A4F-472F-9C2B-40DFBA0151A0}" srcOrd="0" destOrd="0" presId="urn:microsoft.com/office/officeart/2005/8/layout/vList5"/>
    <dgm:cxn modelId="{B16A76F8-4ACE-461A-84FB-14FF72E0B078}" type="presParOf" srcId="{C1D6F8C1-6193-4E1A-A2C1-BC9F6BC0425E}" destId="{1DCAE618-1FCE-4CC9-A8AC-095064AB3AE5}" srcOrd="1" destOrd="0" presId="urn:microsoft.com/office/officeart/2005/8/layout/vList5"/>
    <dgm:cxn modelId="{5E062D4E-AFDB-4E45-B630-0B0EC39BF43F}" type="presParOf" srcId="{160276E3-638D-4CF9-945C-89C8A3575C83}" destId="{BA872B4A-2AC5-4655-BCDF-8F90461D1B7C}" srcOrd="5" destOrd="0" presId="urn:microsoft.com/office/officeart/2005/8/layout/vList5"/>
    <dgm:cxn modelId="{12A33EFD-D501-4A4F-86B6-BB6CB2D7F564}" type="presParOf" srcId="{160276E3-638D-4CF9-945C-89C8A3575C83}" destId="{C629BEC2-0EAE-4E60-A9DD-8F7B8888FABC}" srcOrd="6" destOrd="0" presId="urn:microsoft.com/office/officeart/2005/8/layout/vList5"/>
    <dgm:cxn modelId="{92EB42CD-5C3F-434F-8F65-5AC601CE87E0}" type="presParOf" srcId="{C629BEC2-0EAE-4E60-A9DD-8F7B8888FABC}" destId="{A0E4CFB1-B708-4AA6-A2FE-DB290DB872C0}" srcOrd="0" destOrd="0" presId="urn:microsoft.com/office/officeart/2005/8/layout/vList5"/>
    <dgm:cxn modelId="{3438735A-5F78-48F5-9847-2FE2CB153367}" type="presParOf" srcId="{C629BEC2-0EAE-4E60-A9DD-8F7B8888FABC}" destId="{09F284DC-DE34-4D90-8034-03B02DF91FC5}"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35C9BF7F-8A00-4354-8EF0-AC8E2E2E4D3D}" type="doc">
      <dgm:prSet loTypeId="urn:microsoft.com/office/officeart/2011/layout/TabList" loCatId="list" qsTypeId="urn:microsoft.com/office/officeart/2005/8/quickstyle/simple1" qsCatId="simple" csTypeId="urn:microsoft.com/office/officeart/2005/8/colors/colorful1" csCatId="colorful" phldr="1"/>
      <dgm:spPr/>
      <dgm:t>
        <a:bodyPr/>
        <a:lstStyle/>
        <a:p>
          <a:endParaRPr lang="en-US"/>
        </a:p>
      </dgm:t>
    </dgm:pt>
    <dgm:pt modelId="{5B515850-1709-406C-892F-8D37264D0262}">
      <dgm:prSet phldrT="[Text]" custT="1"/>
      <dgm:spPr/>
      <dgm:t>
        <a:bodyPr/>
        <a:lstStyle/>
        <a:p>
          <a:r>
            <a:rPr lang="en-US" sz="2400" b="1" i="0" dirty="0"/>
            <a:t>Modularity</a:t>
          </a:r>
          <a:r>
            <a:rPr lang="en-US" sz="2400" b="0" i="0" dirty="0"/>
            <a:t> </a:t>
          </a:r>
          <a:endParaRPr lang="en-US" sz="2400" dirty="0"/>
        </a:p>
      </dgm:t>
    </dgm:pt>
    <dgm:pt modelId="{E32A34A0-8DEE-4224-9FE2-9A2091CA81B3}" type="parTrans" cxnId="{9188EE0D-517C-4D37-AD52-4D8E69BB77B8}">
      <dgm:prSet/>
      <dgm:spPr/>
      <dgm:t>
        <a:bodyPr/>
        <a:lstStyle/>
        <a:p>
          <a:endParaRPr lang="en-US" sz="1400"/>
        </a:p>
      </dgm:t>
    </dgm:pt>
    <dgm:pt modelId="{850B7FC8-8F13-408B-860B-36C378087F8A}" type="sibTrans" cxnId="{9188EE0D-517C-4D37-AD52-4D8E69BB77B8}">
      <dgm:prSet/>
      <dgm:spPr/>
      <dgm:t>
        <a:bodyPr/>
        <a:lstStyle/>
        <a:p>
          <a:endParaRPr lang="en-US" sz="1400"/>
        </a:p>
      </dgm:t>
    </dgm:pt>
    <dgm:pt modelId="{659604AF-3E08-418C-BDB2-668F17992895}">
      <dgm:prSet custT="1"/>
      <dgm:spPr/>
      <dgm:t>
        <a:bodyPr/>
        <a:lstStyle/>
        <a:p>
          <a:r>
            <a:rPr lang="en-US" sz="2400" b="1" i="0" dirty="0"/>
            <a:t>Reusability</a:t>
          </a:r>
          <a:endParaRPr lang="en-US" sz="2400" b="0" i="0" dirty="0"/>
        </a:p>
      </dgm:t>
    </dgm:pt>
    <dgm:pt modelId="{5C929A5A-38E5-4133-8B2F-BC7A7EF0E6D7}" type="parTrans" cxnId="{32512A96-2BD4-4F91-BB2D-C10E60818158}">
      <dgm:prSet/>
      <dgm:spPr/>
      <dgm:t>
        <a:bodyPr/>
        <a:lstStyle/>
        <a:p>
          <a:endParaRPr lang="en-US" sz="1400"/>
        </a:p>
      </dgm:t>
    </dgm:pt>
    <dgm:pt modelId="{7F87FAFE-BEA3-45E8-9196-1BDEDBB02621}" type="sibTrans" cxnId="{32512A96-2BD4-4F91-BB2D-C10E60818158}">
      <dgm:prSet/>
      <dgm:spPr/>
      <dgm:t>
        <a:bodyPr/>
        <a:lstStyle/>
        <a:p>
          <a:endParaRPr lang="en-US" sz="1400"/>
        </a:p>
      </dgm:t>
    </dgm:pt>
    <dgm:pt modelId="{E371E6D5-1EF8-41DA-AE78-D21AA0671080}">
      <dgm:prSet custT="1"/>
      <dgm:spPr/>
      <dgm:t>
        <a:bodyPr/>
        <a:lstStyle/>
        <a:p>
          <a:r>
            <a:rPr lang="en-US" sz="2400" b="1" i="0" dirty="0"/>
            <a:t>Productivity</a:t>
          </a:r>
          <a:endParaRPr lang="en-US" sz="2400" b="0" i="0" dirty="0"/>
        </a:p>
      </dgm:t>
    </dgm:pt>
    <dgm:pt modelId="{E351B0EB-C149-419C-872B-CD0643BBC3E8}" type="parTrans" cxnId="{09D16650-EC19-47A7-A968-A1B69DF39965}">
      <dgm:prSet/>
      <dgm:spPr/>
      <dgm:t>
        <a:bodyPr/>
        <a:lstStyle/>
        <a:p>
          <a:endParaRPr lang="en-US" sz="1400"/>
        </a:p>
      </dgm:t>
    </dgm:pt>
    <dgm:pt modelId="{77DCBFD7-5810-45DA-B6C8-DBEBF196FFBB}" type="sibTrans" cxnId="{09D16650-EC19-47A7-A968-A1B69DF39965}">
      <dgm:prSet/>
      <dgm:spPr/>
      <dgm:t>
        <a:bodyPr/>
        <a:lstStyle/>
        <a:p>
          <a:endParaRPr lang="en-US" sz="1400"/>
        </a:p>
      </dgm:t>
    </dgm:pt>
    <dgm:pt modelId="{98B766F8-07C8-4023-99CB-D4D7309EB5C8}">
      <dgm:prSet custT="1"/>
      <dgm:spPr/>
      <dgm:t>
        <a:bodyPr/>
        <a:lstStyle/>
        <a:p>
          <a:r>
            <a:rPr lang="en-US" sz="2400" b="1" i="0" dirty="0"/>
            <a:t>Easily upgradable and scalable</a:t>
          </a:r>
          <a:endParaRPr lang="en-US" sz="2400" b="0" i="0" dirty="0"/>
        </a:p>
      </dgm:t>
    </dgm:pt>
    <dgm:pt modelId="{9E1611B9-2BC7-4935-AD04-BE5483E1C3F6}" type="parTrans" cxnId="{256B4D16-4153-479F-B1ED-8BDC0DD55F4F}">
      <dgm:prSet/>
      <dgm:spPr/>
      <dgm:t>
        <a:bodyPr/>
        <a:lstStyle/>
        <a:p>
          <a:endParaRPr lang="en-US" sz="1400"/>
        </a:p>
      </dgm:t>
    </dgm:pt>
    <dgm:pt modelId="{C38F0AE1-7291-4EC8-B921-D32014DEEA86}" type="sibTrans" cxnId="{256B4D16-4153-479F-B1ED-8BDC0DD55F4F}">
      <dgm:prSet/>
      <dgm:spPr/>
      <dgm:t>
        <a:bodyPr/>
        <a:lstStyle/>
        <a:p>
          <a:endParaRPr lang="en-US" sz="1400"/>
        </a:p>
      </dgm:t>
    </dgm:pt>
    <dgm:pt modelId="{A8B4D590-F862-4412-B39B-D64AF6E1EA4F}">
      <dgm:prSet custT="1"/>
      <dgm:spPr/>
      <dgm:t>
        <a:bodyPr/>
        <a:lstStyle/>
        <a:p>
          <a:r>
            <a:rPr lang="en-US" sz="2400" b="1" i="0" dirty="0"/>
            <a:t>Interface descriptions</a:t>
          </a:r>
          <a:endParaRPr lang="en-US" sz="2400" b="0" i="0" dirty="0"/>
        </a:p>
      </dgm:t>
    </dgm:pt>
    <dgm:pt modelId="{F24545A8-A9E7-4F43-B43D-A44ACDD26C57}" type="parTrans" cxnId="{8B5F277F-E973-448E-9ABA-2708A53836C1}">
      <dgm:prSet/>
      <dgm:spPr/>
      <dgm:t>
        <a:bodyPr/>
        <a:lstStyle/>
        <a:p>
          <a:endParaRPr lang="en-US" sz="1400"/>
        </a:p>
      </dgm:t>
    </dgm:pt>
    <dgm:pt modelId="{C01B28FB-17DA-40E1-894A-BE362E6D33C0}" type="sibTrans" cxnId="{8B5F277F-E973-448E-9ABA-2708A53836C1}">
      <dgm:prSet/>
      <dgm:spPr/>
      <dgm:t>
        <a:bodyPr/>
        <a:lstStyle/>
        <a:p>
          <a:endParaRPr lang="en-US" sz="1400"/>
        </a:p>
      </dgm:t>
    </dgm:pt>
    <dgm:pt modelId="{795B7DCF-72B4-4EDA-A747-F698BB47CF95}">
      <dgm:prSet custT="1"/>
      <dgm:spPr/>
      <dgm:t>
        <a:bodyPr/>
        <a:lstStyle/>
        <a:p>
          <a:r>
            <a:rPr lang="en-US" sz="2400" b="1" i="0" dirty="0"/>
            <a:t>Security</a:t>
          </a:r>
          <a:endParaRPr lang="en-US" sz="2400" b="0" i="0" dirty="0"/>
        </a:p>
      </dgm:t>
    </dgm:pt>
    <dgm:pt modelId="{D6FF1ECA-499F-4878-8975-75BC47899DAE}" type="parTrans" cxnId="{B025C300-40F6-4734-A3C9-CFF843C0E3C4}">
      <dgm:prSet/>
      <dgm:spPr/>
      <dgm:t>
        <a:bodyPr/>
        <a:lstStyle/>
        <a:p>
          <a:endParaRPr lang="en-US" sz="1400"/>
        </a:p>
      </dgm:t>
    </dgm:pt>
    <dgm:pt modelId="{79591F2B-E3BD-477C-B9E9-DA1F22F95014}" type="sibTrans" cxnId="{B025C300-40F6-4734-A3C9-CFF843C0E3C4}">
      <dgm:prSet/>
      <dgm:spPr/>
      <dgm:t>
        <a:bodyPr/>
        <a:lstStyle/>
        <a:p>
          <a:endParaRPr lang="en-US" sz="1400"/>
        </a:p>
      </dgm:t>
    </dgm:pt>
    <dgm:pt modelId="{D8F4464D-723C-415C-AB87-EDC72AF40894}">
      <dgm:prSet custT="1"/>
      <dgm:spPr/>
      <dgm:t>
        <a:bodyPr/>
        <a:lstStyle/>
        <a:p>
          <a:r>
            <a:rPr lang="en-US" sz="2400" b="1" i="0" dirty="0"/>
            <a:t>Flexibility</a:t>
          </a:r>
          <a:endParaRPr lang="en-US" sz="2400" b="0" i="0" dirty="0"/>
        </a:p>
      </dgm:t>
    </dgm:pt>
    <dgm:pt modelId="{0D16581E-4C9C-44F9-B9C5-31F02B68EFE4}" type="parTrans" cxnId="{B2A21092-9AB6-4309-95FD-DC93B0D95DEB}">
      <dgm:prSet/>
      <dgm:spPr/>
      <dgm:t>
        <a:bodyPr/>
        <a:lstStyle/>
        <a:p>
          <a:endParaRPr lang="en-US" sz="1400"/>
        </a:p>
      </dgm:t>
    </dgm:pt>
    <dgm:pt modelId="{DD6468EE-F8EE-40AC-BE02-37FCD3CD0CBB}" type="sibTrans" cxnId="{B2A21092-9AB6-4309-95FD-DC93B0D95DEB}">
      <dgm:prSet/>
      <dgm:spPr/>
      <dgm:t>
        <a:bodyPr/>
        <a:lstStyle/>
        <a:p>
          <a:endParaRPr lang="en-US" sz="1400"/>
        </a:p>
      </dgm:t>
    </dgm:pt>
    <dgm:pt modelId="{21FDD804-E65B-432D-96E6-6CEB3049E89B}">
      <dgm:prSet phldrT="[Text]" custT="1"/>
      <dgm:spPr/>
      <dgm:t>
        <a:bodyPr/>
        <a:lstStyle/>
        <a:p>
          <a:r>
            <a:rPr lang="en-US" sz="2400" b="0" i="0" dirty="0"/>
            <a:t>Encapsulation enables objects to be self-contained, making troubleshooting and collaborative development easier.</a:t>
          </a:r>
          <a:endParaRPr lang="en-US" sz="2400" dirty="0"/>
        </a:p>
      </dgm:t>
    </dgm:pt>
    <dgm:pt modelId="{E5658C8F-87F8-429B-8E39-797A2FDB2A9C}" type="parTrans" cxnId="{9C79322B-9A1C-4F12-BBF1-7FD221E18F68}">
      <dgm:prSet/>
      <dgm:spPr/>
      <dgm:t>
        <a:bodyPr/>
        <a:lstStyle/>
        <a:p>
          <a:endParaRPr lang="en-US" sz="1400"/>
        </a:p>
      </dgm:t>
    </dgm:pt>
    <dgm:pt modelId="{120CC8C0-7C20-488A-A38C-F9B5CB9EEA72}" type="sibTrans" cxnId="{9C79322B-9A1C-4F12-BBF1-7FD221E18F68}">
      <dgm:prSet/>
      <dgm:spPr/>
      <dgm:t>
        <a:bodyPr/>
        <a:lstStyle/>
        <a:p>
          <a:endParaRPr lang="en-US" sz="1400"/>
        </a:p>
      </dgm:t>
    </dgm:pt>
    <dgm:pt modelId="{78D29D78-224C-4476-9E13-3AA6C1F2B049}">
      <dgm:prSet custT="1"/>
      <dgm:spPr/>
      <dgm:t>
        <a:bodyPr/>
        <a:lstStyle/>
        <a:p>
          <a:r>
            <a:rPr lang="en-US" sz="2400" b="0" i="0" dirty="0"/>
            <a:t>Code can be reused through inheritance, meaning a team does not have to write the same code multiple times.</a:t>
          </a:r>
        </a:p>
      </dgm:t>
    </dgm:pt>
    <dgm:pt modelId="{7C464316-D7D4-49EA-900C-805DB1F39E1C}" type="parTrans" cxnId="{E391ABC8-C9AC-49BC-A951-6D43DB07F492}">
      <dgm:prSet/>
      <dgm:spPr/>
      <dgm:t>
        <a:bodyPr/>
        <a:lstStyle/>
        <a:p>
          <a:endParaRPr lang="en-US" sz="1400"/>
        </a:p>
      </dgm:t>
    </dgm:pt>
    <dgm:pt modelId="{FE5C5FF9-ED9B-43CC-BD78-75897C14E63D}" type="sibTrans" cxnId="{E391ABC8-C9AC-49BC-A951-6D43DB07F492}">
      <dgm:prSet/>
      <dgm:spPr/>
      <dgm:t>
        <a:bodyPr/>
        <a:lstStyle/>
        <a:p>
          <a:endParaRPr lang="en-US" sz="1400"/>
        </a:p>
      </dgm:t>
    </dgm:pt>
    <dgm:pt modelId="{A94BAF24-6C7C-47BD-ACC4-5CD13B947781}">
      <dgm:prSet custT="1"/>
      <dgm:spPr/>
      <dgm:t>
        <a:bodyPr/>
        <a:lstStyle/>
        <a:p>
          <a:r>
            <a:rPr lang="en-US" sz="2400" b="0" i="0" dirty="0"/>
            <a:t>Programmers can construct new programs quicker through the use of multiple libraries and reusable code.</a:t>
          </a:r>
        </a:p>
      </dgm:t>
    </dgm:pt>
    <dgm:pt modelId="{0BE1C339-C14D-4D3A-B27C-69717638A9DD}" type="parTrans" cxnId="{57EB58EB-F483-4112-9183-6498194965F9}">
      <dgm:prSet/>
      <dgm:spPr/>
      <dgm:t>
        <a:bodyPr/>
        <a:lstStyle/>
        <a:p>
          <a:endParaRPr lang="en-US" sz="1400"/>
        </a:p>
      </dgm:t>
    </dgm:pt>
    <dgm:pt modelId="{65877DDB-38F1-4895-BD2C-517538BB3ABF}" type="sibTrans" cxnId="{57EB58EB-F483-4112-9183-6498194965F9}">
      <dgm:prSet/>
      <dgm:spPr/>
      <dgm:t>
        <a:bodyPr/>
        <a:lstStyle/>
        <a:p>
          <a:endParaRPr lang="en-US" sz="1400"/>
        </a:p>
      </dgm:t>
    </dgm:pt>
    <dgm:pt modelId="{8A0B5FEF-7FF1-4DE2-A622-98F8FE8F3DDF}">
      <dgm:prSet custT="1"/>
      <dgm:spPr/>
      <dgm:t>
        <a:bodyPr/>
        <a:lstStyle/>
        <a:p>
          <a:r>
            <a:rPr lang="en-US" sz="2400" b="0" i="0" dirty="0"/>
            <a:t>Programmers can implement system functionalities independently.</a:t>
          </a:r>
        </a:p>
      </dgm:t>
    </dgm:pt>
    <dgm:pt modelId="{87934CB5-8AB9-4D70-B95C-4E16CBE7478E}" type="parTrans" cxnId="{DC94234D-F61B-4CA5-B166-E32EC2C5B53E}">
      <dgm:prSet/>
      <dgm:spPr/>
      <dgm:t>
        <a:bodyPr/>
        <a:lstStyle/>
        <a:p>
          <a:endParaRPr lang="en-US" sz="1400"/>
        </a:p>
      </dgm:t>
    </dgm:pt>
    <dgm:pt modelId="{49E2E423-0A78-4D75-B12A-96860285909D}" type="sibTrans" cxnId="{DC94234D-F61B-4CA5-B166-E32EC2C5B53E}">
      <dgm:prSet/>
      <dgm:spPr/>
      <dgm:t>
        <a:bodyPr/>
        <a:lstStyle/>
        <a:p>
          <a:endParaRPr lang="en-US" sz="1400"/>
        </a:p>
      </dgm:t>
    </dgm:pt>
    <dgm:pt modelId="{7E5B6945-D3B7-44F6-9AB8-DBC69377FAC4}">
      <dgm:prSet custT="1"/>
      <dgm:spPr/>
      <dgm:t>
        <a:bodyPr/>
        <a:lstStyle/>
        <a:p>
          <a:r>
            <a:rPr lang="en-US" sz="2400" b="0" i="0" dirty="0"/>
            <a:t>Descriptions of external systems are simple, due to message passing techniques that are used for objects communication.</a:t>
          </a:r>
        </a:p>
      </dgm:t>
    </dgm:pt>
    <dgm:pt modelId="{BB5B27DA-1D92-481C-9E4F-56A4189E16A6}" type="parTrans" cxnId="{7DB44E00-CA1E-4421-A3C7-AB9A415B17FB}">
      <dgm:prSet/>
      <dgm:spPr/>
      <dgm:t>
        <a:bodyPr/>
        <a:lstStyle/>
        <a:p>
          <a:endParaRPr lang="en-US" sz="1400"/>
        </a:p>
      </dgm:t>
    </dgm:pt>
    <dgm:pt modelId="{3EC7388E-322E-4375-B650-A1734DAEAB51}" type="sibTrans" cxnId="{7DB44E00-CA1E-4421-A3C7-AB9A415B17FB}">
      <dgm:prSet/>
      <dgm:spPr/>
      <dgm:t>
        <a:bodyPr/>
        <a:lstStyle/>
        <a:p>
          <a:endParaRPr lang="en-US" sz="1400"/>
        </a:p>
      </dgm:t>
    </dgm:pt>
    <dgm:pt modelId="{EF429483-2166-4679-87DC-99A42C44CAED}">
      <dgm:prSet custT="1"/>
      <dgm:spPr/>
      <dgm:t>
        <a:bodyPr/>
        <a:lstStyle/>
        <a:p>
          <a:r>
            <a:rPr lang="en-US" sz="2400" b="0" i="0" dirty="0"/>
            <a:t>Using encapsulation and abstraction, complex code is hidden, software maintenance is easier and internet protocols are protected.</a:t>
          </a:r>
        </a:p>
      </dgm:t>
    </dgm:pt>
    <dgm:pt modelId="{B6B395CC-ADBF-4A1B-9673-3AE8D1573A7D}" type="parTrans" cxnId="{050CEAD1-A3C0-4A26-8FF0-0B1BA59B46EA}">
      <dgm:prSet/>
      <dgm:spPr/>
      <dgm:t>
        <a:bodyPr/>
        <a:lstStyle/>
        <a:p>
          <a:endParaRPr lang="en-US" sz="1400"/>
        </a:p>
      </dgm:t>
    </dgm:pt>
    <dgm:pt modelId="{7E6C6211-D48D-4B09-8B78-4E4651585F93}" type="sibTrans" cxnId="{050CEAD1-A3C0-4A26-8FF0-0B1BA59B46EA}">
      <dgm:prSet/>
      <dgm:spPr/>
      <dgm:t>
        <a:bodyPr/>
        <a:lstStyle/>
        <a:p>
          <a:endParaRPr lang="en-US" sz="1400"/>
        </a:p>
      </dgm:t>
    </dgm:pt>
    <dgm:pt modelId="{0A2A6594-9830-446A-A0ED-AD18C2985ABB}">
      <dgm:prSet custT="1"/>
      <dgm:spPr/>
      <dgm:t>
        <a:bodyPr/>
        <a:lstStyle/>
        <a:p>
          <a:r>
            <a:rPr lang="en-US" sz="2400" b="0" i="0"/>
            <a:t>Polymorphism </a:t>
          </a:r>
          <a:r>
            <a:rPr lang="en-US" sz="2400" b="0" i="0" dirty="0"/>
            <a:t>enables a single function to adapt to the class it is placed in. Different objects can also pass through the same interface.</a:t>
          </a:r>
        </a:p>
      </dgm:t>
    </dgm:pt>
    <dgm:pt modelId="{BAFD878C-0439-4E41-9057-5B3552CCCFA7}" type="parTrans" cxnId="{A7BD8A5F-287F-42CD-9E04-267E3703908A}">
      <dgm:prSet/>
      <dgm:spPr/>
      <dgm:t>
        <a:bodyPr/>
        <a:lstStyle/>
        <a:p>
          <a:endParaRPr lang="en-US" sz="1400"/>
        </a:p>
      </dgm:t>
    </dgm:pt>
    <dgm:pt modelId="{85DD2290-DFE1-4C05-AAFC-000B8AC2DF7A}" type="sibTrans" cxnId="{A7BD8A5F-287F-42CD-9E04-267E3703908A}">
      <dgm:prSet/>
      <dgm:spPr/>
      <dgm:t>
        <a:bodyPr/>
        <a:lstStyle/>
        <a:p>
          <a:endParaRPr lang="en-US" sz="1400"/>
        </a:p>
      </dgm:t>
    </dgm:pt>
    <dgm:pt modelId="{39EE4934-7A7D-4E93-884A-1BB4943188F8}" type="pres">
      <dgm:prSet presAssocID="{35C9BF7F-8A00-4354-8EF0-AC8E2E2E4D3D}" presName="Name0" presStyleCnt="0">
        <dgm:presLayoutVars>
          <dgm:chMax/>
          <dgm:chPref val="3"/>
          <dgm:dir/>
          <dgm:animOne val="branch"/>
          <dgm:animLvl val="lvl"/>
        </dgm:presLayoutVars>
      </dgm:prSet>
      <dgm:spPr/>
    </dgm:pt>
    <dgm:pt modelId="{0025CEB9-EC8D-4456-94B6-F4DFAD69D3C8}" type="pres">
      <dgm:prSet presAssocID="{5B515850-1709-406C-892F-8D37264D0262}" presName="composite" presStyleCnt="0"/>
      <dgm:spPr/>
    </dgm:pt>
    <dgm:pt modelId="{0EABC60F-D80B-4BA4-BFB5-2D4DED0170AD}" type="pres">
      <dgm:prSet presAssocID="{5B515850-1709-406C-892F-8D37264D0262}" presName="FirstChild" presStyleLbl="revTx" presStyleIdx="0" presStyleCnt="7">
        <dgm:presLayoutVars>
          <dgm:chMax val="0"/>
          <dgm:chPref val="0"/>
          <dgm:bulletEnabled val="1"/>
        </dgm:presLayoutVars>
      </dgm:prSet>
      <dgm:spPr/>
    </dgm:pt>
    <dgm:pt modelId="{D7EC95C4-176A-4F05-879B-3AA3E34AB1A6}" type="pres">
      <dgm:prSet presAssocID="{5B515850-1709-406C-892F-8D37264D0262}" presName="Parent" presStyleLbl="alignNode1" presStyleIdx="0" presStyleCnt="7">
        <dgm:presLayoutVars>
          <dgm:chMax val="3"/>
          <dgm:chPref val="3"/>
          <dgm:bulletEnabled val="1"/>
        </dgm:presLayoutVars>
      </dgm:prSet>
      <dgm:spPr/>
    </dgm:pt>
    <dgm:pt modelId="{3C796455-E962-4490-92A3-4357B33E11A0}" type="pres">
      <dgm:prSet presAssocID="{5B515850-1709-406C-892F-8D37264D0262}" presName="Accent" presStyleLbl="parChTrans1D1" presStyleIdx="0" presStyleCnt="7"/>
      <dgm:spPr/>
    </dgm:pt>
    <dgm:pt modelId="{4DC0FC56-6958-476B-BC05-4403D6DB4E46}" type="pres">
      <dgm:prSet presAssocID="{850B7FC8-8F13-408B-860B-36C378087F8A}" presName="sibTrans" presStyleCnt="0"/>
      <dgm:spPr/>
    </dgm:pt>
    <dgm:pt modelId="{E7E6730D-0C06-4249-A0FD-B636F8DFC534}" type="pres">
      <dgm:prSet presAssocID="{659604AF-3E08-418C-BDB2-668F17992895}" presName="composite" presStyleCnt="0"/>
      <dgm:spPr/>
    </dgm:pt>
    <dgm:pt modelId="{737221D7-9F25-4D29-80AF-F3ED3910DEB5}" type="pres">
      <dgm:prSet presAssocID="{659604AF-3E08-418C-BDB2-668F17992895}" presName="FirstChild" presStyleLbl="revTx" presStyleIdx="1" presStyleCnt="7">
        <dgm:presLayoutVars>
          <dgm:chMax val="0"/>
          <dgm:chPref val="0"/>
          <dgm:bulletEnabled val="1"/>
        </dgm:presLayoutVars>
      </dgm:prSet>
      <dgm:spPr/>
    </dgm:pt>
    <dgm:pt modelId="{F5DF8EEC-8FE0-4913-B646-0DF0D2FB4204}" type="pres">
      <dgm:prSet presAssocID="{659604AF-3E08-418C-BDB2-668F17992895}" presName="Parent" presStyleLbl="alignNode1" presStyleIdx="1" presStyleCnt="7">
        <dgm:presLayoutVars>
          <dgm:chMax val="3"/>
          <dgm:chPref val="3"/>
          <dgm:bulletEnabled val="1"/>
        </dgm:presLayoutVars>
      </dgm:prSet>
      <dgm:spPr/>
    </dgm:pt>
    <dgm:pt modelId="{337206D4-3134-4D95-8FB3-9FDF09D0E3FA}" type="pres">
      <dgm:prSet presAssocID="{659604AF-3E08-418C-BDB2-668F17992895}" presName="Accent" presStyleLbl="parChTrans1D1" presStyleIdx="1" presStyleCnt="7"/>
      <dgm:spPr/>
    </dgm:pt>
    <dgm:pt modelId="{DD049B24-8DF8-40BC-841D-F48571664363}" type="pres">
      <dgm:prSet presAssocID="{7F87FAFE-BEA3-45E8-9196-1BDEDBB02621}" presName="sibTrans" presStyleCnt="0"/>
      <dgm:spPr/>
    </dgm:pt>
    <dgm:pt modelId="{57366B96-703E-441A-A82D-AAF91474819C}" type="pres">
      <dgm:prSet presAssocID="{E371E6D5-1EF8-41DA-AE78-D21AA0671080}" presName="composite" presStyleCnt="0"/>
      <dgm:spPr/>
    </dgm:pt>
    <dgm:pt modelId="{0BBF86CA-C34E-468E-8C6A-7590AE3E3E52}" type="pres">
      <dgm:prSet presAssocID="{E371E6D5-1EF8-41DA-AE78-D21AA0671080}" presName="FirstChild" presStyleLbl="revTx" presStyleIdx="2" presStyleCnt="7">
        <dgm:presLayoutVars>
          <dgm:chMax val="0"/>
          <dgm:chPref val="0"/>
          <dgm:bulletEnabled val="1"/>
        </dgm:presLayoutVars>
      </dgm:prSet>
      <dgm:spPr/>
    </dgm:pt>
    <dgm:pt modelId="{23D3FE83-F8D1-4269-9FCE-928847959F43}" type="pres">
      <dgm:prSet presAssocID="{E371E6D5-1EF8-41DA-AE78-D21AA0671080}" presName="Parent" presStyleLbl="alignNode1" presStyleIdx="2" presStyleCnt="7">
        <dgm:presLayoutVars>
          <dgm:chMax val="3"/>
          <dgm:chPref val="3"/>
          <dgm:bulletEnabled val="1"/>
        </dgm:presLayoutVars>
      </dgm:prSet>
      <dgm:spPr/>
    </dgm:pt>
    <dgm:pt modelId="{2F1AA33A-02E7-407D-95DC-456F09E5FADC}" type="pres">
      <dgm:prSet presAssocID="{E371E6D5-1EF8-41DA-AE78-D21AA0671080}" presName="Accent" presStyleLbl="parChTrans1D1" presStyleIdx="2" presStyleCnt="7"/>
      <dgm:spPr/>
    </dgm:pt>
    <dgm:pt modelId="{E275E479-C8D8-4714-8FE3-9D5947021A50}" type="pres">
      <dgm:prSet presAssocID="{77DCBFD7-5810-45DA-B6C8-DBEBF196FFBB}" presName="sibTrans" presStyleCnt="0"/>
      <dgm:spPr/>
    </dgm:pt>
    <dgm:pt modelId="{CF745F58-136A-43C8-939A-629F82756CA6}" type="pres">
      <dgm:prSet presAssocID="{98B766F8-07C8-4023-99CB-D4D7309EB5C8}" presName="composite" presStyleCnt="0"/>
      <dgm:spPr/>
    </dgm:pt>
    <dgm:pt modelId="{7268F29E-C9F4-47B8-AC42-A5BE3710E5FB}" type="pres">
      <dgm:prSet presAssocID="{98B766F8-07C8-4023-99CB-D4D7309EB5C8}" presName="FirstChild" presStyleLbl="revTx" presStyleIdx="3" presStyleCnt="7">
        <dgm:presLayoutVars>
          <dgm:chMax val="0"/>
          <dgm:chPref val="0"/>
          <dgm:bulletEnabled val="1"/>
        </dgm:presLayoutVars>
      </dgm:prSet>
      <dgm:spPr/>
    </dgm:pt>
    <dgm:pt modelId="{F98C47EF-6932-46F4-955E-A8220627E333}" type="pres">
      <dgm:prSet presAssocID="{98B766F8-07C8-4023-99CB-D4D7309EB5C8}" presName="Parent" presStyleLbl="alignNode1" presStyleIdx="3" presStyleCnt="7">
        <dgm:presLayoutVars>
          <dgm:chMax val="3"/>
          <dgm:chPref val="3"/>
          <dgm:bulletEnabled val="1"/>
        </dgm:presLayoutVars>
      </dgm:prSet>
      <dgm:spPr/>
    </dgm:pt>
    <dgm:pt modelId="{3E50DC68-E3DB-4C08-86E2-36310DF29FFD}" type="pres">
      <dgm:prSet presAssocID="{98B766F8-07C8-4023-99CB-D4D7309EB5C8}" presName="Accent" presStyleLbl="parChTrans1D1" presStyleIdx="3" presStyleCnt="7"/>
      <dgm:spPr/>
    </dgm:pt>
    <dgm:pt modelId="{12A6C7B2-EEDC-44D8-AE4D-6F315D32AE0C}" type="pres">
      <dgm:prSet presAssocID="{C38F0AE1-7291-4EC8-B921-D32014DEEA86}" presName="sibTrans" presStyleCnt="0"/>
      <dgm:spPr/>
    </dgm:pt>
    <dgm:pt modelId="{90C78C30-2B66-4A79-B8EB-4976C5E38432}" type="pres">
      <dgm:prSet presAssocID="{A8B4D590-F862-4412-B39B-D64AF6E1EA4F}" presName="composite" presStyleCnt="0"/>
      <dgm:spPr/>
    </dgm:pt>
    <dgm:pt modelId="{077A1375-B15A-467D-A5F3-414D5CFF603E}" type="pres">
      <dgm:prSet presAssocID="{A8B4D590-F862-4412-B39B-D64AF6E1EA4F}" presName="FirstChild" presStyleLbl="revTx" presStyleIdx="4" presStyleCnt="7">
        <dgm:presLayoutVars>
          <dgm:chMax val="0"/>
          <dgm:chPref val="0"/>
          <dgm:bulletEnabled val="1"/>
        </dgm:presLayoutVars>
      </dgm:prSet>
      <dgm:spPr/>
    </dgm:pt>
    <dgm:pt modelId="{9EA7D9CD-AB37-443D-9574-2B8260EECAEE}" type="pres">
      <dgm:prSet presAssocID="{A8B4D590-F862-4412-B39B-D64AF6E1EA4F}" presName="Parent" presStyleLbl="alignNode1" presStyleIdx="4" presStyleCnt="7">
        <dgm:presLayoutVars>
          <dgm:chMax val="3"/>
          <dgm:chPref val="3"/>
          <dgm:bulletEnabled val="1"/>
        </dgm:presLayoutVars>
      </dgm:prSet>
      <dgm:spPr/>
    </dgm:pt>
    <dgm:pt modelId="{11E92D5B-F473-4E5B-85D9-A58CA33F4C4B}" type="pres">
      <dgm:prSet presAssocID="{A8B4D590-F862-4412-B39B-D64AF6E1EA4F}" presName="Accent" presStyleLbl="parChTrans1D1" presStyleIdx="4" presStyleCnt="7"/>
      <dgm:spPr/>
    </dgm:pt>
    <dgm:pt modelId="{22C834F7-8B3F-4167-B4C7-B4D7BACB406D}" type="pres">
      <dgm:prSet presAssocID="{C01B28FB-17DA-40E1-894A-BE362E6D33C0}" presName="sibTrans" presStyleCnt="0"/>
      <dgm:spPr/>
    </dgm:pt>
    <dgm:pt modelId="{88831FC8-805F-4089-AD1F-E115CCE6053B}" type="pres">
      <dgm:prSet presAssocID="{795B7DCF-72B4-4EDA-A747-F698BB47CF95}" presName="composite" presStyleCnt="0"/>
      <dgm:spPr/>
    </dgm:pt>
    <dgm:pt modelId="{9DF00945-2D4F-488B-A31A-FE1748393F7C}" type="pres">
      <dgm:prSet presAssocID="{795B7DCF-72B4-4EDA-A747-F698BB47CF95}" presName="FirstChild" presStyleLbl="revTx" presStyleIdx="5" presStyleCnt="7">
        <dgm:presLayoutVars>
          <dgm:chMax val="0"/>
          <dgm:chPref val="0"/>
          <dgm:bulletEnabled val="1"/>
        </dgm:presLayoutVars>
      </dgm:prSet>
      <dgm:spPr/>
    </dgm:pt>
    <dgm:pt modelId="{F18ACE8A-9AF9-4CD2-97EB-6D9251EBC8E5}" type="pres">
      <dgm:prSet presAssocID="{795B7DCF-72B4-4EDA-A747-F698BB47CF95}" presName="Parent" presStyleLbl="alignNode1" presStyleIdx="5" presStyleCnt="7">
        <dgm:presLayoutVars>
          <dgm:chMax val="3"/>
          <dgm:chPref val="3"/>
          <dgm:bulletEnabled val="1"/>
        </dgm:presLayoutVars>
      </dgm:prSet>
      <dgm:spPr/>
    </dgm:pt>
    <dgm:pt modelId="{FDEC71CD-A5FB-4DBD-AD1F-F700C39AA94C}" type="pres">
      <dgm:prSet presAssocID="{795B7DCF-72B4-4EDA-A747-F698BB47CF95}" presName="Accent" presStyleLbl="parChTrans1D1" presStyleIdx="5" presStyleCnt="7"/>
      <dgm:spPr/>
    </dgm:pt>
    <dgm:pt modelId="{DF5BFB18-4C10-42C8-AC9B-17A9295837EB}" type="pres">
      <dgm:prSet presAssocID="{79591F2B-E3BD-477C-B9E9-DA1F22F95014}" presName="sibTrans" presStyleCnt="0"/>
      <dgm:spPr/>
    </dgm:pt>
    <dgm:pt modelId="{332DD2E3-001A-440E-BD46-4B532BC074A3}" type="pres">
      <dgm:prSet presAssocID="{D8F4464D-723C-415C-AB87-EDC72AF40894}" presName="composite" presStyleCnt="0"/>
      <dgm:spPr/>
    </dgm:pt>
    <dgm:pt modelId="{46B9924C-A971-411E-8139-03390CA9D3E2}" type="pres">
      <dgm:prSet presAssocID="{D8F4464D-723C-415C-AB87-EDC72AF40894}" presName="FirstChild" presStyleLbl="revTx" presStyleIdx="6" presStyleCnt="7">
        <dgm:presLayoutVars>
          <dgm:chMax val="0"/>
          <dgm:chPref val="0"/>
          <dgm:bulletEnabled val="1"/>
        </dgm:presLayoutVars>
      </dgm:prSet>
      <dgm:spPr/>
    </dgm:pt>
    <dgm:pt modelId="{0591D632-9CFE-4B18-888C-7377D608B00A}" type="pres">
      <dgm:prSet presAssocID="{D8F4464D-723C-415C-AB87-EDC72AF40894}" presName="Parent" presStyleLbl="alignNode1" presStyleIdx="6" presStyleCnt="7">
        <dgm:presLayoutVars>
          <dgm:chMax val="3"/>
          <dgm:chPref val="3"/>
          <dgm:bulletEnabled val="1"/>
        </dgm:presLayoutVars>
      </dgm:prSet>
      <dgm:spPr/>
    </dgm:pt>
    <dgm:pt modelId="{51A9878D-39DF-46E5-BC18-9C3573039E38}" type="pres">
      <dgm:prSet presAssocID="{D8F4464D-723C-415C-AB87-EDC72AF40894}" presName="Accent" presStyleLbl="parChTrans1D1" presStyleIdx="6" presStyleCnt="7"/>
      <dgm:spPr/>
    </dgm:pt>
  </dgm:ptLst>
  <dgm:cxnLst>
    <dgm:cxn modelId="{7DB44E00-CA1E-4421-A3C7-AB9A415B17FB}" srcId="{A8B4D590-F862-4412-B39B-D64AF6E1EA4F}" destId="{7E5B6945-D3B7-44F6-9AB8-DBC69377FAC4}" srcOrd="0" destOrd="0" parTransId="{BB5B27DA-1D92-481C-9E4F-56A4189E16A6}" sibTransId="{3EC7388E-322E-4375-B650-A1734DAEAB51}"/>
    <dgm:cxn modelId="{B025C300-40F6-4734-A3C9-CFF843C0E3C4}" srcId="{35C9BF7F-8A00-4354-8EF0-AC8E2E2E4D3D}" destId="{795B7DCF-72B4-4EDA-A747-F698BB47CF95}" srcOrd="5" destOrd="0" parTransId="{D6FF1ECA-499F-4878-8975-75BC47899DAE}" sibTransId="{79591F2B-E3BD-477C-B9E9-DA1F22F95014}"/>
    <dgm:cxn modelId="{52C41A0B-B1A0-472E-9244-1FFC12E34079}" type="presOf" srcId="{E371E6D5-1EF8-41DA-AE78-D21AA0671080}" destId="{23D3FE83-F8D1-4269-9FCE-928847959F43}" srcOrd="0" destOrd="0" presId="urn:microsoft.com/office/officeart/2011/layout/TabList"/>
    <dgm:cxn modelId="{9188EE0D-517C-4D37-AD52-4D8E69BB77B8}" srcId="{35C9BF7F-8A00-4354-8EF0-AC8E2E2E4D3D}" destId="{5B515850-1709-406C-892F-8D37264D0262}" srcOrd="0" destOrd="0" parTransId="{E32A34A0-8DEE-4224-9FE2-9A2091CA81B3}" sibTransId="{850B7FC8-8F13-408B-860B-36C378087F8A}"/>
    <dgm:cxn modelId="{256B4D16-4153-479F-B1ED-8BDC0DD55F4F}" srcId="{35C9BF7F-8A00-4354-8EF0-AC8E2E2E4D3D}" destId="{98B766F8-07C8-4023-99CB-D4D7309EB5C8}" srcOrd="3" destOrd="0" parTransId="{9E1611B9-2BC7-4935-AD04-BE5483E1C3F6}" sibTransId="{C38F0AE1-7291-4EC8-B921-D32014DEEA86}"/>
    <dgm:cxn modelId="{F9F8A625-52BA-4F34-B961-9F3DDA151DB2}" type="presOf" srcId="{D8F4464D-723C-415C-AB87-EDC72AF40894}" destId="{0591D632-9CFE-4B18-888C-7377D608B00A}" srcOrd="0" destOrd="0" presId="urn:microsoft.com/office/officeart/2011/layout/TabList"/>
    <dgm:cxn modelId="{9C79322B-9A1C-4F12-BBF1-7FD221E18F68}" srcId="{5B515850-1709-406C-892F-8D37264D0262}" destId="{21FDD804-E65B-432D-96E6-6CEB3049E89B}" srcOrd="0" destOrd="0" parTransId="{E5658C8F-87F8-429B-8E39-797A2FDB2A9C}" sibTransId="{120CC8C0-7C20-488A-A38C-F9B5CB9EEA72}"/>
    <dgm:cxn modelId="{2937CA32-A85E-4D31-B316-687F64218C8C}" type="presOf" srcId="{795B7DCF-72B4-4EDA-A747-F698BB47CF95}" destId="{F18ACE8A-9AF9-4CD2-97EB-6D9251EBC8E5}" srcOrd="0" destOrd="0" presId="urn:microsoft.com/office/officeart/2011/layout/TabList"/>
    <dgm:cxn modelId="{1FA03B35-494A-48D7-AE76-E0118CDD6A68}" type="presOf" srcId="{5B515850-1709-406C-892F-8D37264D0262}" destId="{D7EC95C4-176A-4F05-879B-3AA3E34AB1A6}" srcOrd="0" destOrd="0" presId="urn:microsoft.com/office/officeart/2011/layout/TabList"/>
    <dgm:cxn modelId="{DD91563E-D5EB-4748-9A37-FA0CAE4E8492}" type="presOf" srcId="{98B766F8-07C8-4023-99CB-D4D7309EB5C8}" destId="{F98C47EF-6932-46F4-955E-A8220627E333}" srcOrd="0" destOrd="0" presId="urn:microsoft.com/office/officeart/2011/layout/TabList"/>
    <dgm:cxn modelId="{A7BD8A5F-287F-42CD-9E04-267E3703908A}" srcId="{D8F4464D-723C-415C-AB87-EDC72AF40894}" destId="{0A2A6594-9830-446A-A0ED-AD18C2985ABB}" srcOrd="0" destOrd="0" parTransId="{BAFD878C-0439-4E41-9057-5B3552CCCFA7}" sibTransId="{85DD2290-DFE1-4C05-AAFC-000B8AC2DF7A}"/>
    <dgm:cxn modelId="{C1B6D362-B262-4A2E-B4D4-321807ED5044}" type="presOf" srcId="{7E5B6945-D3B7-44F6-9AB8-DBC69377FAC4}" destId="{077A1375-B15A-467D-A5F3-414D5CFF603E}" srcOrd="0" destOrd="0" presId="urn:microsoft.com/office/officeart/2011/layout/TabList"/>
    <dgm:cxn modelId="{0464A86C-F2B1-4A42-BDC0-969333D68443}" type="presOf" srcId="{0A2A6594-9830-446A-A0ED-AD18C2985ABB}" destId="{46B9924C-A971-411E-8139-03390CA9D3E2}" srcOrd="0" destOrd="0" presId="urn:microsoft.com/office/officeart/2011/layout/TabList"/>
    <dgm:cxn modelId="{DC94234D-F61B-4CA5-B166-E32EC2C5B53E}" srcId="{98B766F8-07C8-4023-99CB-D4D7309EB5C8}" destId="{8A0B5FEF-7FF1-4DE2-A622-98F8FE8F3DDF}" srcOrd="0" destOrd="0" parTransId="{87934CB5-8AB9-4D70-B95C-4E16CBE7478E}" sibTransId="{49E2E423-0A78-4D75-B12A-96860285909D}"/>
    <dgm:cxn modelId="{09D16650-EC19-47A7-A968-A1B69DF39965}" srcId="{35C9BF7F-8A00-4354-8EF0-AC8E2E2E4D3D}" destId="{E371E6D5-1EF8-41DA-AE78-D21AA0671080}" srcOrd="2" destOrd="0" parTransId="{E351B0EB-C149-419C-872B-CD0643BBC3E8}" sibTransId="{77DCBFD7-5810-45DA-B6C8-DBEBF196FFBB}"/>
    <dgm:cxn modelId="{8036E754-F8B1-447B-A7CF-27275BDBC980}" type="presOf" srcId="{659604AF-3E08-418C-BDB2-668F17992895}" destId="{F5DF8EEC-8FE0-4913-B646-0DF0D2FB4204}" srcOrd="0" destOrd="0" presId="urn:microsoft.com/office/officeart/2011/layout/TabList"/>
    <dgm:cxn modelId="{8B5F277F-E973-448E-9ABA-2708A53836C1}" srcId="{35C9BF7F-8A00-4354-8EF0-AC8E2E2E4D3D}" destId="{A8B4D590-F862-4412-B39B-D64AF6E1EA4F}" srcOrd="4" destOrd="0" parTransId="{F24545A8-A9E7-4F43-B43D-A44ACDD26C57}" sibTransId="{C01B28FB-17DA-40E1-894A-BE362E6D33C0}"/>
    <dgm:cxn modelId="{9E1CAC87-8E46-4484-B285-DF4079BE1F8C}" type="presOf" srcId="{21FDD804-E65B-432D-96E6-6CEB3049E89B}" destId="{0EABC60F-D80B-4BA4-BFB5-2D4DED0170AD}" srcOrd="0" destOrd="0" presId="urn:microsoft.com/office/officeart/2011/layout/TabList"/>
    <dgm:cxn modelId="{B2A21092-9AB6-4309-95FD-DC93B0D95DEB}" srcId="{35C9BF7F-8A00-4354-8EF0-AC8E2E2E4D3D}" destId="{D8F4464D-723C-415C-AB87-EDC72AF40894}" srcOrd="6" destOrd="0" parTransId="{0D16581E-4C9C-44F9-B9C5-31F02B68EFE4}" sibTransId="{DD6468EE-F8EE-40AC-BE02-37FCD3CD0CBB}"/>
    <dgm:cxn modelId="{748B0495-DF36-4F7B-8F70-28C529D1CC83}" type="presOf" srcId="{A94BAF24-6C7C-47BD-ACC4-5CD13B947781}" destId="{0BBF86CA-C34E-468E-8C6A-7590AE3E3E52}" srcOrd="0" destOrd="0" presId="urn:microsoft.com/office/officeart/2011/layout/TabList"/>
    <dgm:cxn modelId="{32512A96-2BD4-4F91-BB2D-C10E60818158}" srcId="{35C9BF7F-8A00-4354-8EF0-AC8E2E2E4D3D}" destId="{659604AF-3E08-418C-BDB2-668F17992895}" srcOrd="1" destOrd="0" parTransId="{5C929A5A-38E5-4133-8B2F-BC7A7EF0E6D7}" sibTransId="{7F87FAFE-BEA3-45E8-9196-1BDEDBB02621}"/>
    <dgm:cxn modelId="{BFC8E1C5-0506-4A8A-AC94-DD4B61A56927}" type="presOf" srcId="{8A0B5FEF-7FF1-4DE2-A622-98F8FE8F3DDF}" destId="{7268F29E-C9F4-47B8-AC42-A5BE3710E5FB}" srcOrd="0" destOrd="0" presId="urn:microsoft.com/office/officeart/2011/layout/TabList"/>
    <dgm:cxn modelId="{E391ABC8-C9AC-49BC-A951-6D43DB07F492}" srcId="{659604AF-3E08-418C-BDB2-668F17992895}" destId="{78D29D78-224C-4476-9E13-3AA6C1F2B049}" srcOrd="0" destOrd="0" parTransId="{7C464316-D7D4-49EA-900C-805DB1F39E1C}" sibTransId="{FE5C5FF9-ED9B-43CC-BD78-75897C14E63D}"/>
    <dgm:cxn modelId="{050CEAD1-A3C0-4A26-8FF0-0B1BA59B46EA}" srcId="{795B7DCF-72B4-4EDA-A747-F698BB47CF95}" destId="{EF429483-2166-4679-87DC-99A42C44CAED}" srcOrd="0" destOrd="0" parTransId="{B6B395CC-ADBF-4A1B-9673-3AE8D1573A7D}" sibTransId="{7E6C6211-D48D-4B09-8B78-4E4651585F93}"/>
    <dgm:cxn modelId="{B9DE2FD2-4EBC-458E-B164-E468AB625F5E}" type="presOf" srcId="{EF429483-2166-4679-87DC-99A42C44CAED}" destId="{9DF00945-2D4F-488B-A31A-FE1748393F7C}" srcOrd="0" destOrd="0" presId="urn:microsoft.com/office/officeart/2011/layout/TabList"/>
    <dgm:cxn modelId="{3ACCA5D2-BF50-4442-B287-273E305AEC06}" type="presOf" srcId="{35C9BF7F-8A00-4354-8EF0-AC8E2E2E4D3D}" destId="{39EE4934-7A7D-4E93-884A-1BB4943188F8}" srcOrd="0" destOrd="0" presId="urn:microsoft.com/office/officeart/2011/layout/TabList"/>
    <dgm:cxn modelId="{35ECFBE0-B45C-4223-9541-DCA9D1DE84B8}" type="presOf" srcId="{A8B4D590-F862-4412-B39B-D64AF6E1EA4F}" destId="{9EA7D9CD-AB37-443D-9574-2B8260EECAEE}" srcOrd="0" destOrd="0" presId="urn:microsoft.com/office/officeart/2011/layout/TabList"/>
    <dgm:cxn modelId="{57EB58EB-F483-4112-9183-6498194965F9}" srcId="{E371E6D5-1EF8-41DA-AE78-D21AA0671080}" destId="{A94BAF24-6C7C-47BD-ACC4-5CD13B947781}" srcOrd="0" destOrd="0" parTransId="{0BE1C339-C14D-4D3A-B27C-69717638A9DD}" sibTransId="{65877DDB-38F1-4895-BD2C-517538BB3ABF}"/>
    <dgm:cxn modelId="{1A8DBDF4-490C-4197-BF5A-7AD42A8BC384}" type="presOf" srcId="{78D29D78-224C-4476-9E13-3AA6C1F2B049}" destId="{737221D7-9F25-4D29-80AF-F3ED3910DEB5}" srcOrd="0" destOrd="0" presId="urn:microsoft.com/office/officeart/2011/layout/TabList"/>
    <dgm:cxn modelId="{312C9415-2D42-4D19-B53C-D0DF81802DA1}" type="presParOf" srcId="{39EE4934-7A7D-4E93-884A-1BB4943188F8}" destId="{0025CEB9-EC8D-4456-94B6-F4DFAD69D3C8}" srcOrd="0" destOrd="0" presId="urn:microsoft.com/office/officeart/2011/layout/TabList"/>
    <dgm:cxn modelId="{53BBC067-A1A2-48EF-A31D-625C61967ED2}" type="presParOf" srcId="{0025CEB9-EC8D-4456-94B6-F4DFAD69D3C8}" destId="{0EABC60F-D80B-4BA4-BFB5-2D4DED0170AD}" srcOrd="0" destOrd="0" presId="urn:microsoft.com/office/officeart/2011/layout/TabList"/>
    <dgm:cxn modelId="{1C5495AC-B8A9-4836-840F-9E591612498E}" type="presParOf" srcId="{0025CEB9-EC8D-4456-94B6-F4DFAD69D3C8}" destId="{D7EC95C4-176A-4F05-879B-3AA3E34AB1A6}" srcOrd="1" destOrd="0" presId="urn:microsoft.com/office/officeart/2011/layout/TabList"/>
    <dgm:cxn modelId="{8B756CBE-585B-4A62-AE11-6185EFE23C1D}" type="presParOf" srcId="{0025CEB9-EC8D-4456-94B6-F4DFAD69D3C8}" destId="{3C796455-E962-4490-92A3-4357B33E11A0}" srcOrd="2" destOrd="0" presId="urn:microsoft.com/office/officeart/2011/layout/TabList"/>
    <dgm:cxn modelId="{9B4E6DDF-7F67-498E-8762-F75C1D83B2DD}" type="presParOf" srcId="{39EE4934-7A7D-4E93-884A-1BB4943188F8}" destId="{4DC0FC56-6958-476B-BC05-4403D6DB4E46}" srcOrd="1" destOrd="0" presId="urn:microsoft.com/office/officeart/2011/layout/TabList"/>
    <dgm:cxn modelId="{A114E857-CE42-4AA8-B9D4-D492B4C37A6A}" type="presParOf" srcId="{39EE4934-7A7D-4E93-884A-1BB4943188F8}" destId="{E7E6730D-0C06-4249-A0FD-B636F8DFC534}" srcOrd="2" destOrd="0" presId="urn:microsoft.com/office/officeart/2011/layout/TabList"/>
    <dgm:cxn modelId="{AAA4F845-2A10-4E7E-ABAD-DE025945C70C}" type="presParOf" srcId="{E7E6730D-0C06-4249-A0FD-B636F8DFC534}" destId="{737221D7-9F25-4D29-80AF-F3ED3910DEB5}" srcOrd="0" destOrd="0" presId="urn:microsoft.com/office/officeart/2011/layout/TabList"/>
    <dgm:cxn modelId="{CEACA0AE-3345-4A23-AC12-98BA237DCED2}" type="presParOf" srcId="{E7E6730D-0C06-4249-A0FD-B636F8DFC534}" destId="{F5DF8EEC-8FE0-4913-B646-0DF0D2FB4204}" srcOrd="1" destOrd="0" presId="urn:microsoft.com/office/officeart/2011/layout/TabList"/>
    <dgm:cxn modelId="{B9DA6D2C-981C-452C-8175-A90AF7B3E76D}" type="presParOf" srcId="{E7E6730D-0C06-4249-A0FD-B636F8DFC534}" destId="{337206D4-3134-4D95-8FB3-9FDF09D0E3FA}" srcOrd="2" destOrd="0" presId="urn:microsoft.com/office/officeart/2011/layout/TabList"/>
    <dgm:cxn modelId="{3A2D9A00-8051-4E1E-8297-B168B4E0793B}" type="presParOf" srcId="{39EE4934-7A7D-4E93-884A-1BB4943188F8}" destId="{DD049B24-8DF8-40BC-841D-F48571664363}" srcOrd="3" destOrd="0" presId="urn:microsoft.com/office/officeart/2011/layout/TabList"/>
    <dgm:cxn modelId="{CF2C86A3-681F-453F-97D5-6C7725C48137}" type="presParOf" srcId="{39EE4934-7A7D-4E93-884A-1BB4943188F8}" destId="{57366B96-703E-441A-A82D-AAF91474819C}" srcOrd="4" destOrd="0" presId="urn:microsoft.com/office/officeart/2011/layout/TabList"/>
    <dgm:cxn modelId="{FDEB5696-BCCC-4736-8CF2-2CD2E0935AE2}" type="presParOf" srcId="{57366B96-703E-441A-A82D-AAF91474819C}" destId="{0BBF86CA-C34E-468E-8C6A-7590AE3E3E52}" srcOrd="0" destOrd="0" presId="urn:microsoft.com/office/officeart/2011/layout/TabList"/>
    <dgm:cxn modelId="{578C5ED6-1D62-4AB1-959D-526EAEBDB6A3}" type="presParOf" srcId="{57366B96-703E-441A-A82D-AAF91474819C}" destId="{23D3FE83-F8D1-4269-9FCE-928847959F43}" srcOrd="1" destOrd="0" presId="urn:microsoft.com/office/officeart/2011/layout/TabList"/>
    <dgm:cxn modelId="{75578C09-82A0-4D21-8896-F793CF8F8AC4}" type="presParOf" srcId="{57366B96-703E-441A-A82D-AAF91474819C}" destId="{2F1AA33A-02E7-407D-95DC-456F09E5FADC}" srcOrd="2" destOrd="0" presId="urn:microsoft.com/office/officeart/2011/layout/TabList"/>
    <dgm:cxn modelId="{431686A2-13A7-4D61-B3FC-4F36B445698B}" type="presParOf" srcId="{39EE4934-7A7D-4E93-884A-1BB4943188F8}" destId="{E275E479-C8D8-4714-8FE3-9D5947021A50}" srcOrd="5" destOrd="0" presId="urn:microsoft.com/office/officeart/2011/layout/TabList"/>
    <dgm:cxn modelId="{F9DF00C4-4B2C-4AB0-B58D-ECA164C6BA65}" type="presParOf" srcId="{39EE4934-7A7D-4E93-884A-1BB4943188F8}" destId="{CF745F58-136A-43C8-939A-629F82756CA6}" srcOrd="6" destOrd="0" presId="urn:microsoft.com/office/officeart/2011/layout/TabList"/>
    <dgm:cxn modelId="{59E904AE-B1C8-47C2-916B-197205DD7C59}" type="presParOf" srcId="{CF745F58-136A-43C8-939A-629F82756CA6}" destId="{7268F29E-C9F4-47B8-AC42-A5BE3710E5FB}" srcOrd="0" destOrd="0" presId="urn:microsoft.com/office/officeart/2011/layout/TabList"/>
    <dgm:cxn modelId="{A5419A56-1075-43CC-8438-D75274AB1FD8}" type="presParOf" srcId="{CF745F58-136A-43C8-939A-629F82756CA6}" destId="{F98C47EF-6932-46F4-955E-A8220627E333}" srcOrd="1" destOrd="0" presId="urn:microsoft.com/office/officeart/2011/layout/TabList"/>
    <dgm:cxn modelId="{A656626E-73DD-4FCB-B365-13526F9C11C9}" type="presParOf" srcId="{CF745F58-136A-43C8-939A-629F82756CA6}" destId="{3E50DC68-E3DB-4C08-86E2-36310DF29FFD}" srcOrd="2" destOrd="0" presId="urn:microsoft.com/office/officeart/2011/layout/TabList"/>
    <dgm:cxn modelId="{48957CB0-14C1-4B72-894C-84812674A398}" type="presParOf" srcId="{39EE4934-7A7D-4E93-884A-1BB4943188F8}" destId="{12A6C7B2-EEDC-44D8-AE4D-6F315D32AE0C}" srcOrd="7" destOrd="0" presId="urn:microsoft.com/office/officeart/2011/layout/TabList"/>
    <dgm:cxn modelId="{07C3BA21-37F7-4B13-B50F-FE53802BC02B}" type="presParOf" srcId="{39EE4934-7A7D-4E93-884A-1BB4943188F8}" destId="{90C78C30-2B66-4A79-B8EB-4976C5E38432}" srcOrd="8" destOrd="0" presId="urn:microsoft.com/office/officeart/2011/layout/TabList"/>
    <dgm:cxn modelId="{7563C9C1-7795-48BF-940E-C17A78EC0E9E}" type="presParOf" srcId="{90C78C30-2B66-4A79-B8EB-4976C5E38432}" destId="{077A1375-B15A-467D-A5F3-414D5CFF603E}" srcOrd="0" destOrd="0" presId="urn:microsoft.com/office/officeart/2011/layout/TabList"/>
    <dgm:cxn modelId="{C31D2340-46B5-4AE4-B054-821672969814}" type="presParOf" srcId="{90C78C30-2B66-4A79-B8EB-4976C5E38432}" destId="{9EA7D9CD-AB37-443D-9574-2B8260EECAEE}" srcOrd="1" destOrd="0" presId="urn:microsoft.com/office/officeart/2011/layout/TabList"/>
    <dgm:cxn modelId="{9460708A-1A01-4953-A5CB-6B3A563A1026}" type="presParOf" srcId="{90C78C30-2B66-4A79-B8EB-4976C5E38432}" destId="{11E92D5B-F473-4E5B-85D9-A58CA33F4C4B}" srcOrd="2" destOrd="0" presId="urn:microsoft.com/office/officeart/2011/layout/TabList"/>
    <dgm:cxn modelId="{B0D4811A-C96A-4E6F-B735-0D72BE486DD4}" type="presParOf" srcId="{39EE4934-7A7D-4E93-884A-1BB4943188F8}" destId="{22C834F7-8B3F-4167-B4C7-B4D7BACB406D}" srcOrd="9" destOrd="0" presId="urn:microsoft.com/office/officeart/2011/layout/TabList"/>
    <dgm:cxn modelId="{22B94785-A0E7-411A-BF5B-6CD10E369565}" type="presParOf" srcId="{39EE4934-7A7D-4E93-884A-1BB4943188F8}" destId="{88831FC8-805F-4089-AD1F-E115CCE6053B}" srcOrd="10" destOrd="0" presId="urn:microsoft.com/office/officeart/2011/layout/TabList"/>
    <dgm:cxn modelId="{1EF8654D-9AD2-4452-AFB1-9FA558A772C9}" type="presParOf" srcId="{88831FC8-805F-4089-AD1F-E115CCE6053B}" destId="{9DF00945-2D4F-488B-A31A-FE1748393F7C}" srcOrd="0" destOrd="0" presId="urn:microsoft.com/office/officeart/2011/layout/TabList"/>
    <dgm:cxn modelId="{7F830899-A129-4628-B850-ADE5F75021D5}" type="presParOf" srcId="{88831FC8-805F-4089-AD1F-E115CCE6053B}" destId="{F18ACE8A-9AF9-4CD2-97EB-6D9251EBC8E5}" srcOrd="1" destOrd="0" presId="urn:microsoft.com/office/officeart/2011/layout/TabList"/>
    <dgm:cxn modelId="{1C533453-2EE7-4D54-95C9-FB1BA63EE326}" type="presParOf" srcId="{88831FC8-805F-4089-AD1F-E115CCE6053B}" destId="{FDEC71CD-A5FB-4DBD-AD1F-F700C39AA94C}" srcOrd="2" destOrd="0" presId="urn:microsoft.com/office/officeart/2011/layout/TabList"/>
    <dgm:cxn modelId="{0E955C1E-8DEC-4F50-871A-E58AE1AEFD13}" type="presParOf" srcId="{39EE4934-7A7D-4E93-884A-1BB4943188F8}" destId="{DF5BFB18-4C10-42C8-AC9B-17A9295837EB}" srcOrd="11" destOrd="0" presId="urn:microsoft.com/office/officeart/2011/layout/TabList"/>
    <dgm:cxn modelId="{12BF3B13-4A91-4160-BE81-FFB687D2181B}" type="presParOf" srcId="{39EE4934-7A7D-4E93-884A-1BB4943188F8}" destId="{332DD2E3-001A-440E-BD46-4B532BC074A3}" srcOrd="12" destOrd="0" presId="urn:microsoft.com/office/officeart/2011/layout/TabList"/>
    <dgm:cxn modelId="{FCBC1E95-7B76-42D4-91DF-1158AC5A0295}" type="presParOf" srcId="{332DD2E3-001A-440E-BD46-4B532BC074A3}" destId="{46B9924C-A971-411E-8139-03390CA9D3E2}" srcOrd="0" destOrd="0" presId="urn:microsoft.com/office/officeart/2011/layout/TabList"/>
    <dgm:cxn modelId="{818C2B7A-FC34-41E7-9F09-2D81155E1033}" type="presParOf" srcId="{332DD2E3-001A-440E-BD46-4B532BC074A3}" destId="{0591D632-9CFE-4B18-888C-7377D608B00A}" srcOrd="1" destOrd="0" presId="urn:microsoft.com/office/officeart/2011/layout/TabList"/>
    <dgm:cxn modelId="{8B16232E-F8BB-4568-BC41-A80CC23BD1DC}" type="presParOf" srcId="{332DD2E3-001A-440E-BD46-4B532BC074A3}" destId="{51A9878D-39DF-46E5-BC18-9C3573039E38}" srcOrd="2" destOrd="0" presId="urn:microsoft.com/office/officeart/2011/layout/Tab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35C9BF7F-8A00-4354-8EF0-AC8E2E2E4D3D}" type="doc">
      <dgm:prSet loTypeId="urn:microsoft.com/office/officeart/2005/8/layout/bProcess4" loCatId="process" qsTypeId="urn:microsoft.com/office/officeart/2005/8/quickstyle/simple1" qsCatId="simple" csTypeId="urn:microsoft.com/office/officeart/2005/8/colors/colorful1" csCatId="colorful" phldr="1"/>
      <dgm:spPr/>
      <dgm:t>
        <a:bodyPr/>
        <a:lstStyle/>
        <a:p>
          <a:endParaRPr lang="en-US"/>
        </a:p>
      </dgm:t>
    </dgm:pt>
    <dgm:pt modelId="{5B515850-1709-406C-892F-8D37264D0262}">
      <dgm:prSet phldrT="[Text]"/>
      <dgm:spPr/>
      <dgm:t>
        <a:bodyPr/>
        <a:lstStyle/>
        <a:p>
          <a:r>
            <a:rPr lang="en-US" dirty="0"/>
            <a:t>Java</a:t>
          </a:r>
        </a:p>
      </dgm:t>
    </dgm:pt>
    <dgm:pt modelId="{E32A34A0-8DEE-4224-9FE2-9A2091CA81B3}" type="parTrans" cxnId="{9188EE0D-517C-4D37-AD52-4D8E69BB77B8}">
      <dgm:prSet/>
      <dgm:spPr/>
      <dgm:t>
        <a:bodyPr/>
        <a:lstStyle/>
        <a:p>
          <a:endParaRPr lang="en-US"/>
        </a:p>
      </dgm:t>
    </dgm:pt>
    <dgm:pt modelId="{850B7FC8-8F13-408B-860B-36C378087F8A}" type="sibTrans" cxnId="{9188EE0D-517C-4D37-AD52-4D8E69BB77B8}">
      <dgm:prSet/>
      <dgm:spPr/>
      <dgm:t>
        <a:bodyPr/>
        <a:lstStyle/>
        <a:p>
          <a:endParaRPr lang="en-US"/>
        </a:p>
      </dgm:t>
    </dgm:pt>
    <dgm:pt modelId="{71B2F24C-7AFB-45BC-9FC0-8036A9E97303}">
      <dgm:prSet phldrT="[Text]"/>
      <dgm:spPr/>
      <dgm:t>
        <a:bodyPr/>
        <a:lstStyle/>
        <a:p>
          <a:r>
            <a:rPr lang="en-US" dirty="0"/>
            <a:t>Python</a:t>
          </a:r>
        </a:p>
      </dgm:t>
    </dgm:pt>
    <dgm:pt modelId="{164D397C-769A-4A4D-AB93-3DA3F760CFF6}" type="parTrans" cxnId="{3E0C27B5-007F-4C2B-9A7F-F7FCB2CC55CB}">
      <dgm:prSet/>
      <dgm:spPr/>
      <dgm:t>
        <a:bodyPr/>
        <a:lstStyle/>
        <a:p>
          <a:endParaRPr lang="en-US"/>
        </a:p>
      </dgm:t>
    </dgm:pt>
    <dgm:pt modelId="{9663338D-E06E-4320-ADE2-1039C669896F}" type="sibTrans" cxnId="{3E0C27B5-007F-4C2B-9A7F-F7FCB2CC55CB}">
      <dgm:prSet/>
      <dgm:spPr/>
      <dgm:t>
        <a:bodyPr/>
        <a:lstStyle/>
        <a:p>
          <a:endParaRPr lang="en-US"/>
        </a:p>
      </dgm:t>
    </dgm:pt>
    <dgm:pt modelId="{AF3F1EBF-264E-4F45-9CE4-4618921563E1}">
      <dgm:prSet phldrT="[Text]"/>
      <dgm:spPr/>
      <dgm:t>
        <a:bodyPr/>
        <a:lstStyle/>
        <a:p>
          <a:r>
            <a:rPr lang="en-US" dirty="0"/>
            <a:t>C++</a:t>
          </a:r>
        </a:p>
      </dgm:t>
    </dgm:pt>
    <dgm:pt modelId="{32008891-EDD4-408C-93D3-D8E61B23D397}" type="parTrans" cxnId="{61F75CE6-7AC6-4D9A-8D74-4312EA4B9814}">
      <dgm:prSet/>
      <dgm:spPr/>
      <dgm:t>
        <a:bodyPr/>
        <a:lstStyle/>
        <a:p>
          <a:endParaRPr lang="en-US"/>
        </a:p>
      </dgm:t>
    </dgm:pt>
    <dgm:pt modelId="{91BFF317-CF08-4369-9478-5D72EA6C465B}" type="sibTrans" cxnId="{61F75CE6-7AC6-4D9A-8D74-4312EA4B9814}">
      <dgm:prSet/>
      <dgm:spPr/>
      <dgm:t>
        <a:bodyPr/>
        <a:lstStyle/>
        <a:p>
          <a:endParaRPr lang="en-US"/>
        </a:p>
      </dgm:t>
    </dgm:pt>
    <dgm:pt modelId="{A114B93B-29C7-4DA7-94E6-9DC75E336F73}">
      <dgm:prSet phldrT="[Text]"/>
      <dgm:spPr/>
      <dgm:t>
        <a:bodyPr/>
        <a:lstStyle/>
        <a:p>
          <a:r>
            <a:rPr lang="en-US" dirty="0"/>
            <a:t>Visual Basic .NET</a:t>
          </a:r>
        </a:p>
      </dgm:t>
    </dgm:pt>
    <dgm:pt modelId="{F77D20B5-F18A-405E-B5EF-EE099EEA3D4D}" type="parTrans" cxnId="{EEA08329-3DB2-4F61-A665-A47784791ED0}">
      <dgm:prSet/>
      <dgm:spPr/>
      <dgm:t>
        <a:bodyPr/>
        <a:lstStyle/>
        <a:p>
          <a:endParaRPr lang="en-US"/>
        </a:p>
      </dgm:t>
    </dgm:pt>
    <dgm:pt modelId="{22FA60EA-625A-456A-93AE-E6A7B95182BC}" type="sibTrans" cxnId="{EEA08329-3DB2-4F61-A665-A47784791ED0}">
      <dgm:prSet/>
      <dgm:spPr/>
      <dgm:t>
        <a:bodyPr/>
        <a:lstStyle/>
        <a:p>
          <a:endParaRPr lang="en-US"/>
        </a:p>
      </dgm:t>
    </dgm:pt>
    <dgm:pt modelId="{55F5F5CB-7280-43D7-A591-BE4886B2F577}">
      <dgm:prSet phldrT="[Text]"/>
      <dgm:spPr/>
      <dgm:t>
        <a:bodyPr/>
        <a:lstStyle/>
        <a:p>
          <a:r>
            <a:rPr lang="en-US" dirty="0"/>
            <a:t>PHP</a:t>
          </a:r>
        </a:p>
      </dgm:t>
    </dgm:pt>
    <dgm:pt modelId="{AE90B93C-2C1B-4BFE-980F-544F3F0FE45D}" type="parTrans" cxnId="{31A806D8-75D7-4D3E-984F-A0CA9DDE3496}">
      <dgm:prSet/>
      <dgm:spPr/>
      <dgm:t>
        <a:bodyPr/>
        <a:lstStyle/>
        <a:p>
          <a:endParaRPr lang="en-US"/>
        </a:p>
      </dgm:t>
    </dgm:pt>
    <dgm:pt modelId="{792C9B68-A7B2-4600-978D-AC06FA79EAC8}" type="sibTrans" cxnId="{31A806D8-75D7-4D3E-984F-A0CA9DDE3496}">
      <dgm:prSet/>
      <dgm:spPr/>
      <dgm:t>
        <a:bodyPr/>
        <a:lstStyle/>
        <a:p>
          <a:endParaRPr lang="en-US"/>
        </a:p>
      </dgm:t>
    </dgm:pt>
    <dgm:pt modelId="{0EFA0B2D-5033-4F0C-9246-DD3BAAE4F369}">
      <dgm:prSet phldrT="[Text]"/>
      <dgm:spPr/>
      <dgm:t>
        <a:bodyPr/>
        <a:lstStyle/>
        <a:p>
          <a:r>
            <a:rPr lang="en-US" dirty="0"/>
            <a:t>Ruby</a:t>
          </a:r>
        </a:p>
      </dgm:t>
    </dgm:pt>
    <dgm:pt modelId="{62FA4CF3-2760-487D-B012-CA2B01580D2D}" type="parTrans" cxnId="{C9D12650-D525-4EB5-ACCF-0BC43D6832A4}">
      <dgm:prSet/>
      <dgm:spPr/>
      <dgm:t>
        <a:bodyPr/>
        <a:lstStyle/>
        <a:p>
          <a:endParaRPr lang="en-US"/>
        </a:p>
      </dgm:t>
    </dgm:pt>
    <dgm:pt modelId="{390212B5-1A06-44A4-8F5C-65401E7524A2}" type="sibTrans" cxnId="{C9D12650-D525-4EB5-ACCF-0BC43D6832A4}">
      <dgm:prSet/>
      <dgm:spPr/>
      <dgm:t>
        <a:bodyPr/>
        <a:lstStyle/>
        <a:p>
          <a:endParaRPr lang="en-US"/>
        </a:p>
      </dgm:t>
    </dgm:pt>
    <dgm:pt modelId="{8FE7B9B4-93A1-43B3-A349-8C010B7EE65D}">
      <dgm:prSet phldrT="[Text]"/>
      <dgm:spPr/>
      <dgm:t>
        <a:bodyPr/>
        <a:lstStyle/>
        <a:p>
          <a:r>
            <a:rPr lang="en-US" dirty="0" err="1"/>
            <a:t>Javascript</a:t>
          </a:r>
          <a:endParaRPr lang="en-US" dirty="0"/>
        </a:p>
      </dgm:t>
    </dgm:pt>
    <dgm:pt modelId="{0027C877-5137-48C7-8859-EB2E7E72F59E}" type="parTrans" cxnId="{F1032B1D-D012-4BB6-BC39-237126B3E9F0}">
      <dgm:prSet/>
      <dgm:spPr/>
      <dgm:t>
        <a:bodyPr/>
        <a:lstStyle/>
        <a:p>
          <a:endParaRPr lang="en-US"/>
        </a:p>
      </dgm:t>
    </dgm:pt>
    <dgm:pt modelId="{4EC54027-D343-4F55-A4FB-B8D1758C39A1}" type="sibTrans" cxnId="{F1032B1D-D012-4BB6-BC39-237126B3E9F0}">
      <dgm:prSet/>
      <dgm:spPr/>
      <dgm:t>
        <a:bodyPr/>
        <a:lstStyle/>
        <a:p>
          <a:endParaRPr lang="en-US"/>
        </a:p>
      </dgm:t>
    </dgm:pt>
    <dgm:pt modelId="{981AC78C-06E4-4B50-9D5D-CF7F5CC0ABFA}" type="pres">
      <dgm:prSet presAssocID="{35C9BF7F-8A00-4354-8EF0-AC8E2E2E4D3D}" presName="Name0" presStyleCnt="0">
        <dgm:presLayoutVars>
          <dgm:dir/>
          <dgm:resizeHandles/>
        </dgm:presLayoutVars>
      </dgm:prSet>
      <dgm:spPr/>
    </dgm:pt>
    <dgm:pt modelId="{1DC75406-3ABF-47C4-A9D3-FF67529FF269}" type="pres">
      <dgm:prSet presAssocID="{5B515850-1709-406C-892F-8D37264D0262}" presName="compNode" presStyleCnt="0"/>
      <dgm:spPr/>
    </dgm:pt>
    <dgm:pt modelId="{3634456E-BD43-4AEA-8915-7773467B062D}" type="pres">
      <dgm:prSet presAssocID="{5B515850-1709-406C-892F-8D37264D0262}" presName="dummyConnPt" presStyleCnt="0"/>
      <dgm:spPr/>
    </dgm:pt>
    <dgm:pt modelId="{4F6BC7F5-A59F-44EB-B00D-353A2EC06741}" type="pres">
      <dgm:prSet presAssocID="{5B515850-1709-406C-892F-8D37264D0262}" presName="node" presStyleLbl="node1" presStyleIdx="0" presStyleCnt="7">
        <dgm:presLayoutVars>
          <dgm:bulletEnabled val="1"/>
        </dgm:presLayoutVars>
      </dgm:prSet>
      <dgm:spPr/>
    </dgm:pt>
    <dgm:pt modelId="{72C07CDB-79C2-4E85-A7B0-FDAE5584D12F}" type="pres">
      <dgm:prSet presAssocID="{850B7FC8-8F13-408B-860B-36C378087F8A}" presName="sibTrans" presStyleLbl="bgSibTrans2D1" presStyleIdx="0" presStyleCnt="6"/>
      <dgm:spPr/>
    </dgm:pt>
    <dgm:pt modelId="{9A87CB16-69A4-42A0-B7E2-BC26EA5B2900}" type="pres">
      <dgm:prSet presAssocID="{71B2F24C-7AFB-45BC-9FC0-8036A9E97303}" presName="compNode" presStyleCnt="0"/>
      <dgm:spPr/>
    </dgm:pt>
    <dgm:pt modelId="{08AD179D-EC34-41EA-9013-E3B75D9B6490}" type="pres">
      <dgm:prSet presAssocID="{71B2F24C-7AFB-45BC-9FC0-8036A9E97303}" presName="dummyConnPt" presStyleCnt="0"/>
      <dgm:spPr/>
    </dgm:pt>
    <dgm:pt modelId="{E6A9D29B-DCEE-46C8-AC2E-8E96B6DCE661}" type="pres">
      <dgm:prSet presAssocID="{71B2F24C-7AFB-45BC-9FC0-8036A9E97303}" presName="node" presStyleLbl="node1" presStyleIdx="1" presStyleCnt="7">
        <dgm:presLayoutVars>
          <dgm:bulletEnabled val="1"/>
        </dgm:presLayoutVars>
      </dgm:prSet>
      <dgm:spPr/>
    </dgm:pt>
    <dgm:pt modelId="{BA2D9375-58D7-4D39-BA20-738EECEF153D}" type="pres">
      <dgm:prSet presAssocID="{9663338D-E06E-4320-ADE2-1039C669896F}" presName="sibTrans" presStyleLbl="bgSibTrans2D1" presStyleIdx="1" presStyleCnt="6"/>
      <dgm:spPr/>
    </dgm:pt>
    <dgm:pt modelId="{9BF6EBE9-0F01-4EC1-B65B-801277B29E50}" type="pres">
      <dgm:prSet presAssocID="{AF3F1EBF-264E-4F45-9CE4-4618921563E1}" presName="compNode" presStyleCnt="0"/>
      <dgm:spPr/>
    </dgm:pt>
    <dgm:pt modelId="{711448D0-ACA9-4206-9794-8F54E43DF12D}" type="pres">
      <dgm:prSet presAssocID="{AF3F1EBF-264E-4F45-9CE4-4618921563E1}" presName="dummyConnPt" presStyleCnt="0"/>
      <dgm:spPr/>
    </dgm:pt>
    <dgm:pt modelId="{0509A57D-4B57-4F93-B781-34D74243D66E}" type="pres">
      <dgm:prSet presAssocID="{AF3F1EBF-264E-4F45-9CE4-4618921563E1}" presName="node" presStyleLbl="node1" presStyleIdx="2" presStyleCnt="7">
        <dgm:presLayoutVars>
          <dgm:bulletEnabled val="1"/>
        </dgm:presLayoutVars>
      </dgm:prSet>
      <dgm:spPr/>
    </dgm:pt>
    <dgm:pt modelId="{CF61173F-5490-4E8B-9330-613E11183931}" type="pres">
      <dgm:prSet presAssocID="{91BFF317-CF08-4369-9478-5D72EA6C465B}" presName="sibTrans" presStyleLbl="bgSibTrans2D1" presStyleIdx="2" presStyleCnt="6"/>
      <dgm:spPr/>
    </dgm:pt>
    <dgm:pt modelId="{23F5BDDE-C6D9-42B1-91C1-6B572B2080C3}" type="pres">
      <dgm:prSet presAssocID="{A114B93B-29C7-4DA7-94E6-9DC75E336F73}" presName="compNode" presStyleCnt="0"/>
      <dgm:spPr/>
    </dgm:pt>
    <dgm:pt modelId="{EBF45287-17E5-44C8-BD65-F08615A85BED}" type="pres">
      <dgm:prSet presAssocID="{A114B93B-29C7-4DA7-94E6-9DC75E336F73}" presName="dummyConnPt" presStyleCnt="0"/>
      <dgm:spPr/>
    </dgm:pt>
    <dgm:pt modelId="{B6A17766-76D7-498F-BFE0-B2BFD7CF0BE6}" type="pres">
      <dgm:prSet presAssocID="{A114B93B-29C7-4DA7-94E6-9DC75E336F73}" presName="node" presStyleLbl="node1" presStyleIdx="3" presStyleCnt="7">
        <dgm:presLayoutVars>
          <dgm:bulletEnabled val="1"/>
        </dgm:presLayoutVars>
      </dgm:prSet>
      <dgm:spPr/>
    </dgm:pt>
    <dgm:pt modelId="{FD559AB2-4E1A-4F37-88A0-B86DF5DD597F}" type="pres">
      <dgm:prSet presAssocID="{22FA60EA-625A-456A-93AE-E6A7B95182BC}" presName="sibTrans" presStyleLbl="bgSibTrans2D1" presStyleIdx="3" presStyleCnt="6"/>
      <dgm:spPr/>
    </dgm:pt>
    <dgm:pt modelId="{1EADA76C-0418-47A7-ADF7-D608CAEF07F9}" type="pres">
      <dgm:prSet presAssocID="{55F5F5CB-7280-43D7-A591-BE4886B2F577}" presName="compNode" presStyleCnt="0"/>
      <dgm:spPr/>
    </dgm:pt>
    <dgm:pt modelId="{495C5C14-9C7C-4351-B2C4-C1BD87BA605C}" type="pres">
      <dgm:prSet presAssocID="{55F5F5CB-7280-43D7-A591-BE4886B2F577}" presName="dummyConnPt" presStyleCnt="0"/>
      <dgm:spPr/>
    </dgm:pt>
    <dgm:pt modelId="{2018374F-BB8C-4644-BB08-7A6189E8BC70}" type="pres">
      <dgm:prSet presAssocID="{55F5F5CB-7280-43D7-A591-BE4886B2F577}" presName="node" presStyleLbl="node1" presStyleIdx="4" presStyleCnt="7">
        <dgm:presLayoutVars>
          <dgm:bulletEnabled val="1"/>
        </dgm:presLayoutVars>
      </dgm:prSet>
      <dgm:spPr/>
    </dgm:pt>
    <dgm:pt modelId="{FF1BD6AC-220E-4553-BF90-4D06C3170B9A}" type="pres">
      <dgm:prSet presAssocID="{792C9B68-A7B2-4600-978D-AC06FA79EAC8}" presName="sibTrans" presStyleLbl="bgSibTrans2D1" presStyleIdx="4" presStyleCnt="6"/>
      <dgm:spPr/>
    </dgm:pt>
    <dgm:pt modelId="{D1D977DC-1FF4-4A3D-940C-BE21E846B29B}" type="pres">
      <dgm:prSet presAssocID="{0EFA0B2D-5033-4F0C-9246-DD3BAAE4F369}" presName="compNode" presStyleCnt="0"/>
      <dgm:spPr/>
    </dgm:pt>
    <dgm:pt modelId="{BDA2F42A-F277-4832-A0E8-0325B7AA2FBA}" type="pres">
      <dgm:prSet presAssocID="{0EFA0B2D-5033-4F0C-9246-DD3BAAE4F369}" presName="dummyConnPt" presStyleCnt="0"/>
      <dgm:spPr/>
    </dgm:pt>
    <dgm:pt modelId="{72C733EF-97E9-4A14-97DF-C58D57B2A0D3}" type="pres">
      <dgm:prSet presAssocID="{0EFA0B2D-5033-4F0C-9246-DD3BAAE4F369}" presName="node" presStyleLbl="node1" presStyleIdx="5" presStyleCnt="7">
        <dgm:presLayoutVars>
          <dgm:bulletEnabled val="1"/>
        </dgm:presLayoutVars>
      </dgm:prSet>
      <dgm:spPr/>
    </dgm:pt>
    <dgm:pt modelId="{627FFB8E-91B4-44BA-BC1F-997D2F62DC75}" type="pres">
      <dgm:prSet presAssocID="{390212B5-1A06-44A4-8F5C-65401E7524A2}" presName="sibTrans" presStyleLbl="bgSibTrans2D1" presStyleIdx="5" presStyleCnt="6"/>
      <dgm:spPr/>
    </dgm:pt>
    <dgm:pt modelId="{6FCEF8AD-F01B-467C-9079-85D81064D334}" type="pres">
      <dgm:prSet presAssocID="{8FE7B9B4-93A1-43B3-A349-8C010B7EE65D}" presName="compNode" presStyleCnt="0"/>
      <dgm:spPr/>
    </dgm:pt>
    <dgm:pt modelId="{A0DACFF5-CF37-44F8-A844-240229134F99}" type="pres">
      <dgm:prSet presAssocID="{8FE7B9B4-93A1-43B3-A349-8C010B7EE65D}" presName="dummyConnPt" presStyleCnt="0"/>
      <dgm:spPr/>
    </dgm:pt>
    <dgm:pt modelId="{F4BEC59F-1F43-4B54-95E3-7CA8A04AB71A}" type="pres">
      <dgm:prSet presAssocID="{8FE7B9B4-93A1-43B3-A349-8C010B7EE65D}" presName="node" presStyleLbl="node1" presStyleIdx="6" presStyleCnt="7">
        <dgm:presLayoutVars>
          <dgm:bulletEnabled val="1"/>
        </dgm:presLayoutVars>
      </dgm:prSet>
      <dgm:spPr/>
    </dgm:pt>
  </dgm:ptLst>
  <dgm:cxnLst>
    <dgm:cxn modelId="{9188EE0D-517C-4D37-AD52-4D8E69BB77B8}" srcId="{35C9BF7F-8A00-4354-8EF0-AC8E2E2E4D3D}" destId="{5B515850-1709-406C-892F-8D37264D0262}" srcOrd="0" destOrd="0" parTransId="{E32A34A0-8DEE-4224-9FE2-9A2091CA81B3}" sibTransId="{850B7FC8-8F13-408B-860B-36C378087F8A}"/>
    <dgm:cxn modelId="{F1032B1D-D012-4BB6-BC39-237126B3E9F0}" srcId="{35C9BF7F-8A00-4354-8EF0-AC8E2E2E4D3D}" destId="{8FE7B9B4-93A1-43B3-A349-8C010B7EE65D}" srcOrd="6" destOrd="0" parTransId="{0027C877-5137-48C7-8859-EB2E7E72F59E}" sibTransId="{4EC54027-D343-4F55-A4FB-B8D1758C39A1}"/>
    <dgm:cxn modelId="{EEA08329-3DB2-4F61-A665-A47784791ED0}" srcId="{35C9BF7F-8A00-4354-8EF0-AC8E2E2E4D3D}" destId="{A114B93B-29C7-4DA7-94E6-9DC75E336F73}" srcOrd="3" destOrd="0" parTransId="{F77D20B5-F18A-405E-B5EF-EE099EEA3D4D}" sibTransId="{22FA60EA-625A-456A-93AE-E6A7B95182BC}"/>
    <dgm:cxn modelId="{7382B72A-8D6C-4C3B-B0FC-94870ABECAF9}" type="presOf" srcId="{91BFF317-CF08-4369-9478-5D72EA6C465B}" destId="{CF61173F-5490-4E8B-9330-613E11183931}" srcOrd="0" destOrd="0" presId="urn:microsoft.com/office/officeart/2005/8/layout/bProcess4"/>
    <dgm:cxn modelId="{5C5B023A-4399-4EDB-83B3-6AA9BBE459C4}" type="presOf" srcId="{5B515850-1709-406C-892F-8D37264D0262}" destId="{4F6BC7F5-A59F-44EB-B00D-353A2EC06741}" srcOrd="0" destOrd="0" presId="urn:microsoft.com/office/officeart/2005/8/layout/bProcess4"/>
    <dgm:cxn modelId="{7D49F73B-62EB-4D44-B86B-49221D9DC649}" type="presOf" srcId="{8FE7B9B4-93A1-43B3-A349-8C010B7EE65D}" destId="{F4BEC59F-1F43-4B54-95E3-7CA8A04AB71A}" srcOrd="0" destOrd="0" presId="urn:microsoft.com/office/officeart/2005/8/layout/bProcess4"/>
    <dgm:cxn modelId="{A4C3D460-5DF6-4706-ADC6-CE8AFDE1B4E1}" type="presOf" srcId="{35C9BF7F-8A00-4354-8EF0-AC8E2E2E4D3D}" destId="{981AC78C-06E4-4B50-9D5D-CF7F5CC0ABFA}" srcOrd="0" destOrd="0" presId="urn:microsoft.com/office/officeart/2005/8/layout/bProcess4"/>
    <dgm:cxn modelId="{C9D12650-D525-4EB5-ACCF-0BC43D6832A4}" srcId="{35C9BF7F-8A00-4354-8EF0-AC8E2E2E4D3D}" destId="{0EFA0B2D-5033-4F0C-9246-DD3BAAE4F369}" srcOrd="5" destOrd="0" parTransId="{62FA4CF3-2760-487D-B012-CA2B01580D2D}" sibTransId="{390212B5-1A06-44A4-8F5C-65401E7524A2}"/>
    <dgm:cxn modelId="{27ED3854-49F6-42C2-8FCF-80736045D8F6}" type="presOf" srcId="{850B7FC8-8F13-408B-860B-36C378087F8A}" destId="{72C07CDB-79C2-4E85-A7B0-FDAE5584D12F}" srcOrd="0" destOrd="0" presId="urn:microsoft.com/office/officeart/2005/8/layout/bProcess4"/>
    <dgm:cxn modelId="{0731A356-3609-49B8-BE1B-B438F2144EFB}" type="presOf" srcId="{22FA60EA-625A-456A-93AE-E6A7B95182BC}" destId="{FD559AB2-4E1A-4F37-88A0-B86DF5DD597F}" srcOrd="0" destOrd="0" presId="urn:microsoft.com/office/officeart/2005/8/layout/bProcess4"/>
    <dgm:cxn modelId="{7D0F8F7B-0616-40DB-8C41-06DB9B178624}" type="presOf" srcId="{792C9B68-A7B2-4600-978D-AC06FA79EAC8}" destId="{FF1BD6AC-220E-4553-BF90-4D06C3170B9A}" srcOrd="0" destOrd="0" presId="urn:microsoft.com/office/officeart/2005/8/layout/bProcess4"/>
    <dgm:cxn modelId="{44A5C39D-F116-4544-B7D4-E617A76CC6EC}" type="presOf" srcId="{A114B93B-29C7-4DA7-94E6-9DC75E336F73}" destId="{B6A17766-76D7-498F-BFE0-B2BFD7CF0BE6}" srcOrd="0" destOrd="0" presId="urn:microsoft.com/office/officeart/2005/8/layout/bProcess4"/>
    <dgm:cxn modelId="{BB77F3A0-971D-4F22-BEC3-24F371B86AE6}" type="presOf" srcId="{AF3F1EBF-264E-4F45-9CE4-4618921563E1}" destId="{0509A57D-4B57-4F93-B781-34D74243D66E}" srcOrd="0" destOrd="0" presId="urn:microsoft.com/office/officeart/2005/8/layout/bProcess4"/>
    <dgm:cxn modelId="{3E0C27B5-007F-4C2B-9A7F-F7FCB2CC55CB}" srcId="{35C9BF7F-8A00-4354-8EF0-AC8E2E2E4D3D}" destId="{71B2F24C-7AFB-45BC-9FC0-8036A9E97303}" srcOrd="1" destOrd="0" parTransId="{164D397C-769A-4A4D-AB93-3DA3F760CFF6}" sibTransId="{9663338D-E06E-4320-ADE2-1039C669896F}"/>
    <dgm:cxn modelId="{31A806D8-75D7-4D3E-984F-A0CA9DDE3496}" srcId="{35C9BF7F-8A00-4354-8EF0-AC8E2E2E4D3D}" destId="{55F5F5CB-7280-43D7-A591-BE4886B2F577}" srcOrd="4" destOrd="0" parTransId="{AE90B93C-2C1B-4BFE-980F-544F3F0FE45D}" sibTransId="{792C9B68-A7B2-4600-978D-AC06FA79EAC8}"/>
    <dgm:cxn modelId="{C3CDC5E0-4696-4CD8-BC13-FD823FBCDA42}" type="presOf" srcId="{0EFA0B2D-5033-4F0C-9246-DD3BAAE4F369}" destId="{72C733EF-97E9-4A14-97DF-C58D57B2A0D3}" srcOrd="0" destOrd="0" presId="urn:microsoft.com/office/officeart/2005/8/layout/bProcess4"/>
    <dgm:cxn modelId="{3E8054E1-44B6-46CE-968D-7A9DEF61B442}" type="presOf" srcId="{55F5F5CB-7280-43D7-A591-BE4886B2F577}" destId="{2018374F-BB8C-4644-BB08-7A6189E8BC70}" srcOrd="0" destOrd="0" presId="urn:microsoft.com/office/officeart/2005/8/layout/bProcess4"/>
    <dgm:cxn modelId="{561B74E4-26C1-47CD-BE0D-3D85E8D46B92}" type="presOf" srcId="{9663338D-E06E-4320-ADE2-1039C669896F}" destId="{BA2D9375-58D7-4D39-BA20-738EECEF153D}" srcOrd="0" destOrd="0" presId="urn:microsoft.com/office/officeart/2005/8/layout/bProcess4"/>
    <dgm:cxn modelId="{61F75CE6-7AC6-4D9A-8D74-4312EA4B9814}" srcId="{35C9BF7F-8A00-4354-8EF0-AC8E2E2E4D3D}" destId="{AF3F1EBF-264E-4F45-9CE4-4618921563E1}" srcOrd="2" destOrd="0" parTransId="{32008891-EDD4-408C-93D3-D8E61B23D397}" sibTransId="{91BFF317-CF08-4369-9478-5D72EA6C465B}"/>
    <dgm:cxn modelId="{CCF6C2E6-5F7A-4644-9E93-4357535420A5}" type="presOf" srcId="{71B2F24C-7AFB-45BC-9FC0-8036A9E97303}" destId="{E6A9D29B-DCEE-46C8-AC2E-8E96B6DCE661}" srcOrd="0" destOrd="0" presId="urn:microsoft.com/office/officeart/2005/8/layout/bProcess4"/>
    <dgm:cxn modelId="{F57100F0-89CD-4D5F-99B9-245AC8D39F03}" type="presOf" srcId="{390212B5-1A06-44A4-8F5C-65401E7524A2}" destId="{627FFB8E-91B4-44BA-BC1F-997D2F62DC75}" srcOrd="0" destOrd="0" presId="urn:microsoft.com/office/officeart/2005/8/layout/bProcess4"/>
    <dgm:cxn modelId="{54B0C3CE-DB79-4A2D-95D9-90C97BDA4406}" type="presParOf" srcId="{981AC78C-06E4-4B50-9D5D-CF7F5CC0ABFA}" destId="{1DC75406-3ABF-47C4-A9D3-FF67529FF269}" srcOrd="0" destOrd="0" presId="urn:microsoft.com/office/officeart/2005/8/layout/bProcess4"/>
    <dgm:cxn modelId="{E719203A-6943-4C92-999E-EC3A46E07DEE}" type="presParOf" srcId="{1DC75406-3ABF-47C4-A9D3-FF67529FF269}" destId="{3634456E-BD43-4AEA-8915-7773467B062D}" srcOrd="0" destOrd="0" presId="urn:microsoft.com/office/officeart/2005/8/layout/bProcess4"/>
    <dgm:cxn modelId="{8C7042AF-90BB-44DF-8FE3-F81A6533E56C}" type="presParOf" srcId="{1DC75406-3ABF-47C4-A9D3-FF67529FF269}" destId="{4F6BC7F5-A59F-44EB-B00D-353A2EC06741}" srcOrd="1" destOrd="0" presId="urn:microsoft.com/office/officeart/2005/8/layout/bProcess4"/>
    <dgm:cxn modelId="{898D1BBA-0D96-4147-8091-3AD11D6CD762}" type="presParOf" srcId="{981AC78C-06E4-4B50-9D5D-CF7F5CC0ABFA}" destId="{72C07CDB-79C2-4E85-A7B0-FDAE5584D12F}" srcOrd="1" destOrd="0" presId="urn:microsoft.com/office/officeart/2005/8/layout/bProcess4"/>
    <dgm:cxn modelId="{7872E19F-34AF-4BDB-BFDC-4EDAE8E94BEA}" type="presParOf" srcId="{981AC78C-06E4-4B50-9D5D-CF7F5CC0ABFA}" destId="{9A87CB16-69A4-42A0-B7E2-BC26EA5B2900}" srcOrd="2" destOrd="0" presId="urn:microsoft.com/office/officeart/2005/8/layout/bProcess4"/>
    <dgm:cxn modelId="{80F49158-E4E6-402D-87F9-7F141F357D2C}" type="presParOf" srcId="{9A87CB16-69A4-42A0-B7E2-BC26EA5B2900}" destId="{08AD179D-EC34-41EA-9013-E3B75D9B6490}" srcOrd="0" destOrd="0" presId="urn:microsoft.com/office/officeart/2005/8/layout/bProcess4"/>
    <dgm:cxn modelId="{0A8E5EBD-82D2-4D35-93A0-47A081C8AB93}" type="presParOf" srcId="{9A87CB16-69A4-42A0-B7E2-BC26EA5B2900}" destId="{E6A9D29B-DCEE-46C8-AC2E-8E96B6DCE661}" srcOrd="1" destOrd="0" presId="urn:microsoft.com/office/officeart/2005/8/layout/bProcess4"/>
    <dgm:cxn modelId="{89C14177-5961-4DD2-898B-2B1E3906357E}" type="presParOf" srcId="{981AC78C-06E4-4B50-9D5D-CF7F5CC0ABFA}" destId="{BA2D9375-58D7-4D39-BA20-738EECEF153D}" srcOrd="3" destOrd="0" presId="urn:microsoft.com/office/officeart/2005/8/layout/bProcess4"/>
    <dgm:cxn modelId="{F44AE0D5-0E77-4AB0-821C-A03DB3C9904E}" type="presParOf" srcId="{981AC78C-06E4-4B50-9D5D-CF7F5CC0ABFA}" destId="{9BF6EBE9-0F01-4EC1-B65B-801277B29E50}" srcOrd="4" destOrd="0" presId="urn:microsoft.com/office/officeart/2005/8/layout/bProcess4"/>
    <dgm:cxn modelId="{7B53415F-C398-48AF-A63E-43125B6D8809}" type="presParOf" srcId="{9BF6EBE9-0F01-4EC1-B65B-801277B29E50}" destId="{711448D0-ACA9-4206-9794-8F54E43DF12D}" srcOrd="0" destOrd="0" presId="urn:microsoft.com/office/officeart/2005/8/layout/bProcess4"/>
    <dgm:cxn modelId="{5A553019-FE04-46B3-B4CA-7C94C4A46846}" type="presParOf" srcId="{9BF6EBE9-0F01-4EC1-B65B-801277B29E50}" destId="{0509A57D-4B57-4F93-B781-34D74243D66E}" srcOrd="1" destOrd="0" presId="urn:microsoft.com/office/officeart/2005/8/layout/bProcess4"/>
    <dgm:cxn modelId="{4F510EE0-840D-414D-8749-B1501ED55618}" type="presParOf" srcId="{981AC78C-06E4-4B50-9D5D-CF7F5CC0ABFA}" destId="{CF61173F-5490-4E8B-9330-613E11183931}" srcOrd="5" destOrd="0" presId="urn:microsoft.com/office/officeart/2005/8/layout/bProcess4"/>
    <dgm:cxn modelId="{A786AF58-AA9A-402A-9B8C-80B7D9329063}" type="presParOf" srcId="{981AC78C-06E4-4B50-9D5D-CF7F5CC0ABFA}" destId="{23F5BDDE-C6D9-42B1-91C1-6B572B2080C3}" srcOrd="6" destOrd="0" presId="urn:microsoft.com/office/officeart/2005/8/layout/bProcess4"/>
    <dgm:cxn modelId="{31255630-087C-498C-9D4D-ACFC69B243F2}" type="presParOf" srcId="{23F5BDDE-C6D9-42B1-91C1-6B572B2080C3}" destId="{EBF45287-17E5-44C8-BD65-F08615A85BED}" srcOrd="0" destOrd="0" presId="urn:microsoft.com/office/officeart/2005/8/layout/bProcess4"/>
    <dgm:cxn modelId="{DC7D4653-C363-4AD9-B31F-FFBA766DCE36}" type="presParOf" srcId="{23F5BDDE-C6D9-42B1-91C1-6B572B2080C3}" destId="{B6A17766-76D7-498F-BFE0-B2BFD7CF0BE6}" srcOrd="1" destOrd="0" presId="urn:microsoft.com/office/officeart/2005/8/layout/bProcess4"/>
    <dgm:cxn modelId="{C8190118-5CC0-4BED-9665-F95ABC3B128B}" type="presParOf" srcId="{981AC78C-06E4-4B50-9D5D-CF7F5CC0ABFA}" destId="{FD559AB2-4E1A-4F37-88A0-B86DF5DD597F}" srcOrd="7" destOrd="0" presId="urn:microsoft.com/office/officeart/2005/8/layout/bProcess4"/>
    <dgm:cxn modelId="{6D13F1B9-5476-4909-82EA-1B10B08A3998}" type="presParOf" srcId="{981AC78C-06E4-4B50-9D5D-CF7F5CC0ABFA}" destId="{1EADA76C-0418-47A7-ADF7-D608CAEF07F9}" srcOrd="8" destOrd="0" presId="urn:microsoft.com/office/officeart/2005/8/layout/bProcess4"/>
    <dgm:cxn modelId="{955E3203-05F6-48E5-8C52-D7DC3CD6D278}" type="presParOf" srcId="{1EADA76C-0418-47A7-ADF7-D608CAEF07F9}" destId="{495C5C14-9C7C-4351-B2C4-C1BD87BA605C}" srcOrd="0" destOrd="0" presId="urn:microsoft.com/office/officeart/2005/8/layout/bProcess4"/>
    <dgm:cxn modelId="{4A247B1B-DF5E-4146-8AB4-5CB35B32ECF1}" type="presParOf" srcId="{1EADA76C-0418-47A7-ADF7-D608CAEF07F9}" destId="{2018374F-BB8C-4644-BB08-7A6189E8BC70}" srcOrd="1" destOrd="0" presId="urn:microsoft.com/office/officeart/2005/8/layout/bProcess4"/>
    <dgm:cxn modelId="{7FAB96AE-6C04-476B-B71A-31674D9ECF47}" type="presParOf" srcId="{981AC78C-06E4-4B50-9D5D-CF7F5CC0ABFA}" destId="{FF1BD6AC-220E-4553-BF90-4D06C3170B9A}" srcOrd="9" destOrd="0" presId="urn:microsoft.com/office/officeart/2005/8/layout/bProcess4"/>
    <dgm:cxn modelId="{DDC85DAB-A489-4DB7-9E37-C637745E7228}" type="presParOf" srcId="{981AC78C-06E4-4B50-9D5D-CF7F5CC0ABFA}" destId="{D1D977DC-1FF4-4A3D-940C-BE21E846B29B}" srcOrd="10" destOrd="0" presId="urn:microsoft.com/office/officeart/2005/8/layout/bProcess4"/>
    <dgm:cxn modelId="{6048B088-5476-4E6B-8A6A-11E36F952049}" type="presParOf" srcId="{D1D977DC-1FF4-4A3D-940C-BE21E846B29B}" destId="{BDA2F42A-F277-4832-A0E8-0325B7AA2FBA}" srcOrd="0" destOrd="0" presId="urn:microsoft.com/office/officeart/2005/8/layout/bProcess4"/>
    <dgm:cxn modelId="{E5BE6DB7-A617-4068-8D17-A05DC8E26770}" type="presParOf" srcId="{D1D977DC-1FF4-4A3D-940C-BE21E846B29B}" destId="{72C733EF-97E9-4A14-97DF-C58D57B2A0D3}" srcOrd="1" destOrd="0" presId="urn:microsoft.com/office/officeart/2005/8/layout/bProcess4"/>
    <dgm:cxn modelId="{7AB6D028-A0F3-45BE-AE57-3E55CE1C17BF}" type="presParOf" srcId="{981AC78C-06E4-4B50-9D5D-CF7F5CC0ABFA}" destId="{627FFB8E-91B4-44BA-BC1F-997D2F62DC75}" srcOrd="11" destOrd="0" presId="urn:microsoft.com/office/officeart/2005/8/layout/bProcess4"/>
    <dgm:cxn modelId="{A1A46A92-0FC4-40D9-A65D-B9A8B1678CE3}" type="presParOf" srcId="{981AC78C-06E4-4B50-9D5D-CF7F5CC0ABFA}" destId="{6FCEF8AD-F01B-467C-9079-85D81064D334}" srcOrd="12" destOrd="0" presId="urn:microsoft.com/office/officeart/2005/8/layout/bProcess4"/>
    <dgm:cxn modelId="{4D860DC1-C59E-435B-AA5F-2A05C5114768}" type="presParOf" srcId="{6FCEF8AD-F01B-467C-9079-85D81064D334}" destId="{A0DACFF5-CF37-44F8-A844-240229134F99}" srcOrd="0" destOrd="0" presId="urn:microsoft.com/office/officeart/2005/8/layout/bProcess4"/>
    <dgm:cxn modelId="{88177118-3812-40FA-9D4B-B4A062D63201}" type="presParOf" srcId="{6FCEF8AD-F01B-467C-9079-85D81064D334}" destId="{F4BEC59F-1F43-4B54-95E3-7CA8A04AB71A}" srcOrd="1" destOrd="0" presId="urn:microsoft.com/office/officeart/2005/8/layout/b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35C9BF7F-8A00-4354-8EF0-AC8E2E2E4D3D}" type="doc">
      <dgm:prSet loTypeId="urn:microsoft.com/office/officeart/2008/layout/LinedList" loCatId="list" qsTypeId="urn:microsoft.com/office/officeart/2005/8/quickstyle/simple1" qsCatId="simple" csTypeId="urn:microsoft.com/office/officeart/2005/8/colors/colorful1" csCatId="colorful" phldr="1"/>
      <dgm:spPr/>
      <dgm:t>
        <a:bodyPr/>
        <a:lstStyle/>
        <a:p>
          <a:endParaRPr lang="en-US"/>
        </a:p>
      </dgm:t>
    </dgm:pt>
    <dgm:pt modelId="{5B515850-1709-406C-892F-8D37264D0262}">
      <dgm:prSet phldrT="[Text]" custT="1"/>
      <dgm:spPr/>
      <dgm:t>
        <a:bodyPr/>
        <a:lstStyle/>
        <a:p>
          <a:r>
            <a:rPr lang="en-US" sz="3000" b="0" i="0" dirty="0"/>
            <a:t>Scripting languages are a specific kind of computer languages that you can use to give instructions to other software, such as a web browser, server, or standalone application</a:t>
          </a:r>
          <a:endParaRPr lang="en-US" sz="3000" dirty="0"/>
        </a:p>
      </dgm:t>
    </dgm:pt>
    <dgm:pt modelId="{E32A34A0-8DEE-4224-9FE2-9A2091CA81B3}" type="parTrans" cxnId="{9188EE0D-517C-4D37-AD52-4D8E69BB77B8}">
      <dgm:prSet/>
      <dgm:spPr/>
      <dgm:t>
        <a:bodyPr/>
        <a:lstStyle/>
        <a:p>
          <a:endParaRPr lang="en-US"/>
        </a:p>
      </dgm:t>
    </dgm:pt>
    <dgm:pt modelId="{850B7FC8-8F13-408B-860B-36C378087F8A}" type="sibTrans" cxnId="{9188EE0D-517C-4D37-AD52-4D8E69BB77B8}">
      <dgm:prSet/>
      <dgm:spPr/>
      <dgm:t>
        <a:bodyPr/>
        <a:lstStyle/>
        <a:p>
          <a:endParaRPr lang="en-US"/>
        </a:p>
      </dgm:t>
    </dgm:pt>
    <dgm:pt modelId="{BFA06203-0586-4F02-AE1C-934ECD1551C7}">
      <dgm:prSet phldrT="[Text]" custT="1"/>
      <dgm:spPr/>
      <dgm:t>
        <a:bodyPr/>
        <a:lstStyle/>
        <a:p>
          <a:r>
            <a:rPr lang="en-US" sz="3000" b="0" i="0" dirty="0"/>
            <a:t>They can perform different actions within a particular runtime environment, such as automating task execution, enhancing the functionality of the parent software, performing configurations and extracting data from data sets.</a:t>
          </a:r>
          <a:endParaRPr lang="en-US" sz="3000" dirty="0"/>
        </a:p>
      </dgm:t>
    </dgm:pt>
    <dgm:pt modelId="{FD9AC14D-03C2-4DCD-921A-E4A0DD8157D8}" type="parTrans" cxnId="{A69C3FA1-7965-4B90-B1CB-5336C47784F4}">
      <dgm:prSet/>
      <dgm:spPr/>
      <dgm:t>
        <a:bodyPr/>
        <a:lstStyle/>
        <a:p>
          <a:endParaRPr lang="en-US"/>
        </a:p>
      </dgm:t>
    </dgm:pt>
    <dgm:pt modelId="{C8B4030F-A0AD-4D4E-94E7-017FAF6CD686}" type="sibTrans" cxnId="{A69C3FA1-7965-4B90-B1CB-5336C47784F4}">
      <dgm:prSet/>
      <dgm:spPr/>
      <dgm:t>
        <a:bodyPr/>
        <a:lstStyle/>
        <a:p>
          <a:endParaRPr lang="en-US"/>
        </a:p>
      </dgm:t>
    </dgm:pt>
    <dgm:pt modelId="{12402534-48BE-4D7F-A1DF-74F9375F60C5}">
      <dgm:prSet phldrT="[Text]" custT="1"/>
      <dgm:spPr/>
      <dgm:t>
        <a:bodyPr/>
        <a:lstStyle/>
        <a:p>
          <a:r>
            <a:rPr lang="en-US" sz="3000" b="0" i="0" dirty="0"/>
            <a:t>Scripting language (also known as scripting, or script) is a series of commands that are able to be executed without the need for compiling.</a:t>
          </a:r>
          <a:endParaRPr lang="en-US" sz="3000" dirty="0"/>
        </a:p>
      </dgm:t>
    </dgm:pt>
    <dgm:pt modelId="{11244BDA-8F07-4B42-A85C-2C0553E05F28}" type="parTrans" cxnId="{A37AB7E0-B70A-4ABC-9147-F4F78BA846C7}">
      <dgm:prSet/>
      <dgm:spPr/>
      <dgm:t>
        <a:bodyPr/>
        <a:lstStyle/>
        <a:p>
          <a:endParaRPr lang="en-US"/>
        </a:p>
      </dgm:t>
    </dgm:pt>
    <dgm:pt modelId="{7FF404D5-F69E-44DB-89A7-DC3FD3B34FBE}" type="sibTrans" cxnId="{A37AB7E0-B70A-4ABC-9147-F4F78BA846C7}">
      <dgm:prSet/>
      <dgm:spPr/>
      <dgm:t>
        <a:bodyPr/>
        <a:lstStyle/>
        <a:p>
          <a:endParaRPr lang="en-US"/>
        </a:p>
      </dgm:t>
    </dgm:pt>
    <dgm:pt modelId="{1CC3A49E-5249-44CF-982D-BC666A927879}">
      <dgm:prSet phldrT="[Text]" custT="1"/>
      <dgm:spPr/>
      <dgm:t>
        <a:bodyPr/>
        <a:lstStyle/>
        <a:p>
          <a:r>
            <a:rPr lang="en-US" sz="3000" b="0" i="0" dirty="0"/>
            <a:t>Scripting languages use a program known as an interpreter to translate commands and are directly interpreted from source code, not requiring a compilation step.</a:t>
          </a:r>
          <a:endParaRPr lang="en-US" sz="3000" dirty="0"/>
        </a:p>
      </dgm:t>
    </dgm:pt>
    <dgm:pt modelId="{A2A33C41-96D1-4C59-A835-C8AB3338B467}" type="parTrans" cxnId="{C430EBF4-4DD3-47A2-9FFB-0D14781D4A2F}">
      <dgm:prSet/>
      <dgm:spPr/>
      <dgm:t>
        <a:bodyPr/>
        <a:lstStyle/>
        <a:p>
          <a:endParaRPr lang="en-US"/>
        </a:p>
      </dgm:t>
    </dgm:pt>
    <dgm:pt modelId="{C3493854-5A54-4FBE-A2BC-DFA118A9E9EC}" type="sibTrans" cxnId="{C430EBF4-4DD3-47A2-9FFB-0D14781D4A2F}">
      <dgm:prSet/>
      <dgm:spPr/>
      <dgm:t>
        <a:bodyPr/>
        <a:lstStyle/>
        <a:p>
          <a:endParaRPr lang="en-US"/>
        </a:p>
      </dgm:t>
    </dgm:pt>
    <dgm:pt modelId="{4D91661B-D4AD-498B-8E87-5F6FACB383E1}">
      <dgm:prSet phldrT="[Text]" custT="1"/>
      <dgm:spPr/>
      <dgm:t>
        <a:bodyPr/>
        <a:lstStyle/>
        <a:p>
          <a:r>
            <a:rPr lang="en-US" sz="3600" b="0" i="0" dirty="0"/>
            <a:t>Scripting languages </a:t>
          </a:r>
          <a:endParaRPr lang="en-US" sz="3600" dirty="0"/>
        </a:p>
      </dgm:t>
    </dgm:pt>
    <dgm:pt modelId="{2F5EB347-D0AC-458E-9AEB-B1F5D35FDCD7}" type="parTrans" cxnId="{1C05866D-925D-4E23-9C3C-3B57C9EF1551}">
      <dgm:prSet/>
      <dgm:spPr/>
      <dgm:t>
        <a:bodyPr/>
        <a:lstStyle/>
        <a:p>
          <a:endParaRPr lang="en-US"/>
        </a:p>
      </dgm:t>
    </dgm:pt>
    <dgm:pt modelId="{349806BF-5902-42E4-9B4A-943FFEF691B3}" type="sibTrans" cxnId="{1C05866D-925D-4E23-9C3C-3B57C9EF1551}">
      <dgm:prSet/>
      <dgm:spPr/>
      <dgm:t>
        <a:bodyPr/>
        <a:lstStyle/>
        <a:p>
          <a:endParaRPr lang="en-US"/>
        </a:p>
      </dgm:t>
    </dgm:pt>
    <dgm:pt modelId="{D6B459A6-D518-472E-8E46-592904CD0AAB}" type="pres">
      <dgm:prSet presAssocID="{35C9BF7F-8A00-4354-8EF0-AC8E2E2E4D3D}" presName="vert0" presStyleCnt="0">
        <dgm:presLayoutVars>
          <dgm:dir/>
          <dgm:animOne val="branch"/>
          <dgm:animLvl val="lvl"/>
        </dgm:presLayoutVars>
      </dgm:prSet>
      <dgm:spPr/>
    </dgm:pt>
    <dgm:pt modelId="{42193284-00BC-4603-9938-0F272BA41C1F}" type="pres">
      <dgm:prSet presAssocID="{4D91661B-D4AD-498B-8E87-5F6FACB383E1}" presName="thickLine" presStyleLbl="alignNode1" presStyleIdx="0" presStyleCnt="1"/>
      <dgm:spPr/>
    </dgm:pt>
    <dgm:pt modelId="{FEF279CC-BA37-4181-A974-96A5E5E805F6}" type="pres">
      <dgm:prSet presAssocID="{4D91661B-D4AD-498B-8E87-5F6FACB383E1}" presName="horz1" presStyleCnt="0"/>
      <dgm:spPr/>
    </dgm:pt>
    <dgm:pt modelId="{987978A3-2097-4B79-9AC2-3FC8C5C5B3DE}" type="pres">
      <dgm:prSet presAssocID="{4D91661B-D4AD-498B-8E87-5F6FACB383E1}" presName="tx1" presStyleLbl="revTx" presStyleIdx="0" presStyleCnt="5" custScaleX="71383"/>
      <dgm:spPr/>
    </dgm:pt>
    <dgm:pt modelId="{BE8CE5E4-4864-4221-8DAD-0F47496986C6}" type="pres">
      <dgm:prSet presAssocID="{4D91661B-D4AD-498B-8E87-5F6FACB383E1}" presName="vert1" presStyleCnt="0"/>
      <dgm:spPr/>
    </dgm:pt>
    <dgm:pt modelId="{27E0C406-8166-4435-A325-B9CCF9A230DA}" type="pres">
      <dgm:prSet presAssocID="{5B515850-1709-406C-892F-8D37264D0262}" presName="vertSpace2a" presStyleCnt="0"/>
      <dgm:spPr/>
    </dgm:pt>
    <dgm:pt modelId="{F523702C-5D61-4B9A-AFA6-0D11FB949172}" type="pres">
      <dgm:prSet presAssocID="{5B515850-1709-406C-892F-8D37264D0262}" presName="horz2" presStyleCnt="0"/>
      <dgm:spPr/>
    </dgm:pt>
    <dgm:pt modelId="{288DE56A-EF39-4510-9DD1-21438BA93760}" type="pres">
      <dgm:prSet presAssocID="{5B515850-1709-406C-892F-8D37264D0262}" presName="horzSpace2" presStyleCnt="0"/>
      <dgm:spPr/>
    </dgm:pt>
    <dgm:pt modelId="{77FC552B-36BC-400A-8A09-5F7C1F78558B}" type="pres">
      <dgm:prSet presAssocID="{5B515850-1709-406C-892F-8D37264D0262}" presName="tx2" presStyleLbl="revTx" presStyleIdx="1" presStyleCnt="5"/>
      <dgm:spPr/>
    </dgm:pt>
    <dgm:pt modelId="{6EDCBCF9-E696-464E-971D-8DB1AE37754C}" type="pres">
      <dgm:prSet presAssocID="{5B515850-1709-406C-892F-8D37264D0262}" presName="vert2" presStyleCnt="0"/>
      <dgm:spPr/>
    </dgm:pt>
    <dgm:pt modelId="{25B11EB9-9FA8-43C9-9CC8-001630B18135}" type="pres">
      <dgm:prSet presAssocID="{5B515850-1709-406C-892F-8D37264D0262}" presName="thinLine2b" presStyleLbl="callout" presStyleIdx="0" presStyleCnt="4"/>
      <dgm:spPr/>
    </dgm:pt>
    <dgm:pt modelId="{519662E4-ABF5-4E41-BEA7-60C7084C06F2}" type="pres">
      <dgm:prSet presAssocID="{5B515850-1709-406C-892F-8D37264D0262}" presName="vertSpace2b" presStyleCnt="0"/>
      <dgm:spPr/>
    </dgm:pt>
    <dgm:pt modelId="{52C972BF-8A9A-422F-98B5-2DD015A34CB8}" type="pres">
      <dgm:prSet presAssocID="{BFA06203-0586-4F02-AE1C-934ECD1551C7}" presName="horz2" presStyleCnt="0"/>
      <dgm:spPr/>
    </dgm:pt>
    <dgm:pt modelId="{FE904037-31DB-4541-8206-AFCF7AAF5EE8}" type="pres">
      <dgm:prSet presAssocID="{BFA06203-0586-4F02-AE1C-934ECD1551C7}" presName="horzSpace2" presStyleCnt="0"/>
      <dgm:spPr/>
    </dgm:pt>
    <dgm:pt modelId="{40DA37B1-032D-4A7A-A9D0-4986AE164009}" type="pres">
      <dgm:prSet presAssocID="{BFA06203-0586-4F02-AE1C-934ECD1551C7}" presName="tx2" presStyleLbl="revTx" presStyleIdx="2" presStyleCnt="5"/>
      <dgm:spPr/>
    </dgm:pt>
    <dgm:pt modelId="{4381F6B7-365C-4BF2-B0E1-230CD0F14F3B}" type="pres">
      <dgm:prSet presAssocID="{BFA06203-0586-4F02-AE1C-934ECD1551C7}" presName="vert2" presStyleCnt="0"/>
      <dgm:spPr/>
    </dgm:pt>
    <dgm:pt modelId="{4571C109-8190-47D9-8AD6-2701CDD3A77F}" type="pres">
      <dgm:prSet presAssocID="{BFA06203-0586-4F02-AE1C-934ECD1551C7}" presName="thinLine2b" presStyleLbl="callout" presStyleIdx="1" presStyleCnt="4"/>
      <dgm:spPr/>
    </dgm:pt>
    <dgm:pt modelId="{32BDFB86-F3D8-48EF-9EAB-1F9C0503F9C0}" type="pres">
      <dgm:prSet presAssocID="{BFA06203-0586-4F02-AE1C-934ECD1551C7}" presName="vertSpace2b" presStyleCnt="0"/>
      <dgm:spPr/>
    </dgm:pt>
    <dgm:pt modelId="{9E99F8A6-6D85-462E-AB26-ECA00AB024EE}" type="pres">
      <dgm:prSet presAssocID="{12402534-48BE-4D7F-A1DF-74F9375F60C5}" presName="horz2" presStyleCnt="0"/>
      <dgm:spPr/>
    </dgm:pt>
    <dgm:pt modelId="{B3641C61-93EB-4130-BBAE-0E9B3E90BBE6}" type="pres">
      <dgm:prSet presAssocID="{12402534-48BE-4D7F-A1DF-74F9375F60C5}" presName="horzSpace2" presStyleCnt="0"/>
      <dgm:spPr/>
    </dgm:pt>
    <dgm:pt modelId="{BC637259-D4C6-402C-B98F-450D8349F7F2}" type="pres">
      <dgm:prSet presAssocID="{12402534-48BE-4D7F-A1DF-74F9375F60C5}" presName="tx2" presStyleLbl="revTx" presStyleIdx="3" presStyleCnt="5" custLinFactNeighborX="-749" custLinFactNeighborY="10403"/>
      <dgm:spPr/>
    </dgm:pt>
    <dgm:pt modelId="{0EA97815-A577-4091-9C4A-25FDFA4EF90B}" type="pres">
      <dgm:prSet presAssocID="{12402534-48BE-4D7F-A1DF-74F9375F60C5}" presName="vert2" presStyleCnt="0"/>
      <dgm:spPr/>
    </dgm:pt>
    <dgm:pt modelId="{B7095AB4-D45A-4919-97B9-A7A4C5E2B97A}" type="pres">
      <dgm:prSet presAssocID="{12402534-48BE-4D7F-A1DF-74F9375F60C5}" presName="thinLine2b" presStyleLbl="callout" presStyleIdx="2" presStyleCnt="4"/>
      <dgm:spPr/>
    </dgm:pt>
    <dgm:pt modelId="{60A8EB04-9F80-4599-B981-2786B25D42B7}" type="pres">
      <dgm:prSet presAssocID="{12402534-48BE-4D7F-A1DF-74F9375F60C5}" presName="vertSpace2b" presStyleCnt="0"/>
      <dgm:spPr/>
    </dgm:pt>
    <dgm:pt modelId="{C45AC556-84D4-4DB8-A20C-75EFC46EEEA8}" type="pres">
      <dgm:prSet presAssocID="{1CC3A49E-5249-44CF-982D-BC666A927879}" presName="horz2" presStyleCnt="0"/>
      <dgm:spPr/>
    </dgm:pt>
    <dgm:pt modelId="{0F9B06DC-C40A-4082-A556-32F47E962F35}" type="pres">
      <dgm:prSet presAssocID="{1CC3A49E-5249-44CF-982D-BC666A927879}" presName="horzSpace2" presStyleCnt="0"/>
      <dgm:spPr/>
    </dgm:pt>
    <dgm:pt modelId="{BDB46908-A51F-4F30-AFC8-12A1DECF1EA2}" type="pres">
      <dgm:prSet presAssocID="{1CC3A49E-5249-44CF-982D-BC666A927879}" presName="tx2" presStyleLbl="revTx" presStyleIdx="4" presStyleCnt="5"/>
      <dgm:spPr/>
    </dgm:pt>
    <dgm:pt modelId="{FE0CE0A2-521B-4CF0-9542-D99C135B0795}" type="pres">
      <dgm:prSet presAssocID="{1CC3A49E-5249-44CF-982D-BC666A927879}" presName="vert2" presStyleCnt="0"/>
      <dgm:spPr/>
    </dgm:pt>
    <dgm:pt modelId="{2BBA7BD6-3A2E-4409-B24F-EB90A4767929}" type="pres">
      <dgm:prSet presAssocID="{1CC3A49E-5249-44CF-982D-BC666A927879}" presName="thinLine2b" presStyleLbl="callout" presStyleIdx="3" presStyleCnt="4"/>
      <dgm:spPr/>
    </dgm:pt>
    <dgm:pt modelId="{57A00DC0-4E6E-48FC-A247-2F61254CF2D6}" type="pres">
      <dgm:prSet presAssocID="{1CC3A49E-5249-44CF-982D-BC666A927879}" presName="vertSpace2b" presStyleCnt="0"/>
      <dgm:spPr/>
    </dgm:pt>
  </dgm:ptLst>
  <dgm:cxnLst>
    <dgm:cxn modelId="{9188EE0D-517C-4D37-AD52-4D8E69BB77B8}" srcId="{4D91661B-D4AD-498B-8E87-5F6FACB383E1}" destId="{5B515850-1709-406C-892F-8D37264D0262}" srcOrd="0" destOrd="0" parTransId="{E32A34A0-8DEE-4224-9FE2-9A2091CA81B3}" sibTransId="{850B7FC8-8F13-408B-860B-36C378087F8A}"/>
    <dgm:cxn modelId="{14821738-4442-4A5E-A141-9F2672228316}" type="presOf" srcId="{BFA06203-0586-4F02-AE1C-934ECD1551C7}" destId="{40DA37B1-032D-4A7A-A9D0-4986AE164009}" srcOrd="0" destOrd="0" presId="urn:microsoft.com/office/officeart/2008/layout/LinedList"/>
    <dgm:cxn modelId="{1C05866D-925D-4E23-9C3C-3B57C9EF1551}" srcId="{35C9BF7F-8A00-4354-8EF0-AC8E2E2E4D3D}" destId="{4D91661B-D4AD-498B-8E87-5F6FACB383E1}" srcOrd="0" destOrd="0" parTransId="{2F5EB347-D0AC-458E-9AEB-B1F5D35FDCD7}" sibTransId="{349806BF-5902-42E4-9B4A-943FFEF691B3}"/>
    <dgm:cxn modelId="{884D336F-C602-4A49-AEA2-553A1518469F}" type="presOf" srcId="{35C9BF7F-8A00-4354-8EF0-AC8E2E2E4D3D}" destId="{D6B459A6-D518-472E-8E46-592904CD0AAB}" srcOrd="0" destOrd="0" presId="urn:microsoft.com/office/officeart/2008/layout/LinedList"/>
    <dgm:cxn modelId="{A26A1C51-D8F7-4F97-B137-ED5AF92427D1}" type="presOf" srcId="{1CC3A49E-5249-44CF-982D-BC666A927879}" destId="{BDB46908-A51F-4F30-AFC8-12A1DECF1EA2}" srcOrd="0" destOrd="0" presId="urn:microsoft.com/office/officeart/2008/layout/LinedList"/>
    <dgm:cxn modelId="{DC9D5E90-2245-4741-9052-1731F9AD7599}" type="presOf" srcId="{4D91661B-D4AD-498B-8E87-5F6FACB383E1}" destId="{987978A3-2097-4B79-9AC2-3FC8C5C5B3DE}" srcOrd="0" destOrd="0" presId="urn:microsoft.com/office/officeart/2008/layout/LinedList"/>
    <dgm:cxn modelId="{14159A9D-B46B-45EB-8586-A795CF96A3A5}" type="presOf" srcId="{5B515850-1709-406C-892F-8D37264D0262}" destId="{77FC552B-36BC-400A-8A09-5F7C1F78558B}" srcOrd="0" destOrd="0" presId="urn:microsoft.com/office/officeart/2008/layout/LinedList"/>
    <dgm:cxn modelId="{A69C3FA1-7965-4B90-B1CB-5336C47784F4}" srcId="{4D91661B-D4AD-498B-8E87-5F6FACB383E1}" destId="{BFA06203-0586-4F02-AE1C-934ECD1551C7}" srcOrd="1" destOrd="0" parTransId="{FD9AC14D-03C2-4DCD-921A-E4A0DD8157D8}" sibTransId="{C8B4030F-A0AD-4D4E-94E7-017FAF6CD686}"/>
    <dgm:cxn modelId="{660BDAA8-B63F-45ED-9170-0291243A668A}" type="presOf" srcId="{12402534-48BE-4D7F-A1DF-74F9375F60C5}" destId="{BC637259-D4C6-402C-B98F-450D8349F7F2}" srcOrd="0" destOrd="0" presId="urn:microsoft.com/office/officeart/2008/layout/LinedList"/>
    <dgm:cxn modelId="{A37AB7E0-B70A-4ABC-9147-F4F78BA846C7}" srcId="{4D91661B-D4AD-498B-8E87-5F6FACB383E1}" destId="{12402534-48BE-4D7F-A1DF-74F9375F60C5}" srcOrd="2" destOrd="0" parTransId="{11244BDA-8F07-4B42-A85C-2C0553E05F28}" sibTransId="{7FF404D5-F69E-44DB-89A7-DC3FD3B34FBE}"/>
    <dgm:cxn modelId="{C430EBF4-4DD3-47A2-9FFB-0D14781D4A2F}" srcId="{4D91661B-D4AD-498B-8E87-5F6FACB383E1}" destId="{1CC3A49E-5249-44CF-982D-BC666A927879}" srcOrd="3" destOrd="0" parTransId="{A2A33C41-96D1-4C59-A835-C8AB3338B467}" sibTransId="{C3493854-5A54-4FBE-A2BC-DFA118A9E9EC}"/>
    <dgm:cxn modelId="{1D158CD8-AC6D-4712-AF25-A159E3FEF1BE}" type="presParOf" srcId="{D6B459A6-D518-472E-8E46-592904CD0AAB}" destId="{42193284-00BC-4603-9938-0F272BA41C1F}" srcOrd="0" destOrd="0" presId="urn:microsoft.com/office/officeart/2008/layout/LinedList"/>
    <dgm:cxn modelId="{71CAC187-FC8E-43FD-ADD4-61A51AEE27C6}" type="presParOf" srcId="{D6B459A6-D518-472E-8E46-592904CD0AAB}" destId="{FEF279CC-BA37-4181-A974-96A5E5E805F6}" srcOrd="1" destOrd="0" presId="urn:microsoft.com/office/officeart/2008/layout/LinedList"/>
    <dgm:cxn modelId="{246881E7-F380-41A1-8053-0FC512596562}" type="presParOf" srcId="{FEF279CC-BA37-4181-A974-96A5E5E805F6}" destId="{987978A3-2097-4B79-9AC2-3FC8C5C5B3DE}" srcOrd="0" destOrd="0" presId="urn:microsoft.com/office/officeart/2008/layout/LinedList"/>
    <dgm:cxn modelId="{F10C9ABC-1C45-44FB-8084-012E237717F5}" type="presParOf" srcId="{FEF279CC-BA37-4181-A974-96A5E5E805F6}" destId="{BE8CE5E4-4864-4221-8DAD-0F47496986C6}" srcOrd="1" destOrd="0" presId="urn:microsoft.com/office/officeart/2008/layout/LinedList"/>
    <dgm:cxn modelId="{D958C84C-400F-4CF8-9477-F478A53DB786}" type="presParOf" srcId="{BE8CE5E4-4864-4221-8DAD-0F47496986C6}" destId="{27E0C406-8166-4435-A325-B9CCF9A230DA}" srcOrd="0" destOrd="0" presId="urn:microsoft.com/office/officeart/2008/layout/LinedList"/>
    <dgm:cxn modelId="{1A2FC3CA-098C-4EB1-B650-8C07F4851A41}" type="presParOf" srcId="{BE8CE5E4-4864-4221-8DAD-0F47496986C6}" destId="{F523702C-5D61-4B9A-AFA6-0D11FB949172}" srcOrd="1" destOrd="0" presId="urn:microsoft.com/office/officeart/2008/layout/LinedList"/>
    <dgm:cxn modelId="{AA9F9A4F-B464-4CA0-BEB2-3A6516BA22F7}" type="presParOf" srcId="{F523702C-5D61-4B9A-AFA6-0D11FB949172}" destId="{288DE56A-EF39-4510-9DD1-21438BA93760}" srcOrd="0" destOrd="0" presId="urn:microsoft.com/office/officeart/2008/layout/LinedList"/>
    <dgm:cxn modelId="{945A7A2C-A193-48B8-BEF2-41459ED55730}" type="presParOf" srcId="{F523702C-5D61-4B9A-AFA6-0D11FB949172}" destId="{77FC552B-36BC-400A-8A09-5F7C1F78558B}" srcOrd="1" destOrd="0" presId="urn:microsoft.com/office/officeart/2008/layout/LinedList"/>
    <dgm:cxn modelId="{59D151B7-F765-4F67-965F-7AF0B41499C4}" type="presParOf" srcId="{F523702C-5D61-4B9A-AFA6-0D11FB949172}" destId="{6EDCBCF9-E696-464E-971D-8DB1AE37754C}" srcOrd="2" destOrd="0" presId="urn:microsoft.com/office/officeart/2008/layout/LinedList"/>
    <dgm:cxn modelId="{1CCA14F7-9F1D-4FD0-9A39-ABC99529942F}" type="presParOf" srcId="{BE8CE5E4-4864-4221-8DAD-0F47496986C6}" destId="{25B11EB9-9FA8-43C9-9CC8-001630B18135}" srcOrd="2" destOrd="0" presId="urn:microsoft.com/office/officeart/2008/layout/LinedList"/>
    <dgm:cxn modelId="{DDA5F76D-1EC4-41B8-9FF7-08AFC7A68281}" type="presParOf" srcId="{BE8CE5E4-4864-4221-8DAD-0F47496986C6}" destId="{519662E4-ABF5-4E41-BEA7-60C7084C06F2}" srcOrd="3" destOrd="0" presId="urn:microsoft.com/office/officeart/2008/layout/LinedList"/>
    <dgm:cxn modelId="{B0F0E59B-F27D-4556-A050-91A929055381}" type="presParOf" srcId="{BE8CE5E4-4864-4221-8DAD-0F47496986C6}" destId="{52C972BF-8A9A-422F-98B5-2DD015A34CB8}" srcOrd="4" destOrd="0" presId="urn:microsoft.com/office/officeart/2008/layout/LinedList"/>
    <dgm:cxn modelId="{8C8E2152-13E6-499F-83FF-37586EEBDB2E}" type="presParOf" srcId="{52C972BF-8A9A-422F-98B5-2DD015A34CB8}" destId="{FE904037-31DB-4541-8206-AFCF7AAF5EE8}" srcOrd="0" destOrd="0" presId="urn:microsoft.com/office/officeart/2008/layout/LinedList"/>
    <dgm:cxn modelId="{DA26CCBD-B320-49EC-8337-5344EA588353}" type="presParOf" srcId="{52C972BF-8A9A-422F-98B5-2DD015A34CB8}" destId="{40DA37B1-032D-4A7A-A9D0-4986AE164009}" srcOrd="1" destOrd="0" presId="urn:microsoft.com/office/officeart/2008/layout/LinedList"/>
    <dgm:cxn modelId="{CE6D106E-0999-4F7C-8E0A-1B07DC59C8DC}" type="presParOf" srcId="{52C972BF-8A9A-422F-98B5-2DD015A34CB8}" destId="{4381F6B7-365C-4BF2-B0E1-230CD0F14F3B}" srcOrd="2" destOrd="0" presId="urn:microsoft.com/office/officeart/2008/layout/LinedList"/>
    <dgm:cxn modelId="{B2D73407-9217-47C9-844D-C0434D33FFC3}" type="presParOf" srcId="{BE8CE5E4-4864-4221-8DAD-0F47496986C6}" destId="{4571C109-8190-47D9-8AD6-2701CDD3A77F}" srcOrd="5" destOrd="0" presId="urn:microsoft.com/office/officeart/2008/layout/LinedList"/>
    <dgm:cxn modelId="{C47D15BB-ABA4-4FB1-838A-CBE803E3BC5A}" type="presParOf" srcId="{BE8CE5E4-4864-4221-8DAD-0F47496986C6}" destId="{32BDFB86-F3D8-48EF-9EAB-1F9C0503F9C0}" srcOrd="6" destOrd="0" presId="urn:microsoft.com/office/officeart/2008/layout/LinedList"/>
    <dgm:cxn modelId="{D2C30458-9FEE-4E19-8E8E-1B334CB8BC4F}" type="presParOf" srcId="{BE8CE5E4-4864-4221-8DAD-0F47496986C6}" destId="{9E99F8A6-6D85-462E-AB26-ECA00AB024EE}" srcOrd="7" destOrd="0" presId="urn:microsoft.com/office/officeart/2008/layout/LinedList"/>
    <dgm:cxn modelId="{210E04CC-24FA-4927-BA95-56446921EAB0}" type="presParOf" srcId="{9E99F8A6-6D85-462E-AB26-ECA00AB024EE}" destId="{B3641C61-93EB-4130-BBAE-0E9B3E90BBE6}" srcOrd="0" destOrd="0" presId="urn:microsoft.com/office/officeart/2008/layout/LinedList"/>
    <dgm:cxn modelId="{C702B201-CE4F-47E5-83E5-13F832B63F97}" type="presParOf" srcId="{9E99F8A6-6D85-462E-AB26-ECA00AB024EE}" destId="{BC637259-D4C6-402C-B98F-450D8349F7F2}" srcOrd="1" destOrd="0" presId="urn:microsoft.com/office/officeart/2008/layout/LinedList"/>
    <dgm:cxn modelId="{4F472341-F404-41A3-AC11-BFEF3B77C0E2}" type="presParOf" srcId="{9E99F8A6-6D85-462E-AB26-ECA00AB024EE}" destId="{0EA97815-A577-4091-9C4A-25FDFA4EF90B}" srcOrd="2" destOrd="0" presId="urn:microsoft.com/office/officeart/2008/layout/LinedList"/>
    <dgm:cxn modelId="{02B1951C-2753-4134-A224-C1A34C67D0F8}" type="presParOf" srcId="{BE8CE5E4-4864-4221-8DAD-0F47496986C6}" destId="{B7095AB4-D45A-4919-97B9-A7A4C5E2B97A}" srcOrd="8" destOrd="0" presId="urn:microsoft.com/office/officeart/2008/layout/LinedList"/>
    <dgm:cxn modelId="{161E4B34-86C8-4AAB-A1AA-A2ACC061CBBC}" type="presParOf" srcId="{BE8CE5E4-4864-4221-8DAD-0F47496986C6}" destId="{60A8EB04-9F80-4599-B981-2786B25D42B7}" srcOrd="9" destOrd="0" presId="urn:microsoft.com/office/officeart/2008/layout/LinedList"/>
    <dgm:cxn modelId="{A6D0B095-7506-49CA-A6BC-AC80C6B56BAF}" type="presParOf" srcId="{BE8CE5E4-4864-4221-8DAD-0F47496986C6}" destId="{C45AC556-84D4-4DB8-A20C-75EFC46EEEA8}" srcOrd="10" destOrd="0" presId="urn:microsoft.com/office/officeart/2008/layout/LinedList"/>
    <dgm:cxn modelId="{4490093D-3C98-4DA9-8E68-57BC0BCCEB28}" type="presParOf" srcId="{C45AC556-84D4-4DB8-A20C-75EFC46EEEA8}" destId="{0F9B06DC-C40A-4082-A556-32F47E962F35}" srcOrd="0" destOrd="0" presId="urn:microsoft.com/office/officeart/2008/layout/LinedList"/>
    <dgm:cxn modelId="{A2D887A0-29E4-4157-A448-FBDADF93345C}" type="presParOf" srcId="{C45AC556-84D4-4DB8-A20C-75EFC46EEEA8}" destId="{BDB46908-A51F-4F30-AFC8-12A1DECF1EA2}" srcOrd="1" destOrd="0" presId="urn:microsoft.com/office/officeart/2008/layout/LinedList"/>
    <dgm:cxn modelId="{4FA6EBA4-4FFB-4D89-8BB4-DBD281A604BF}" type="presParOf" srcId="{C45AC556-84D4-4DB8-A20C-75EFC46EEEA8}" destId="{FE0CE0A2-521B-4CF0-9542-D99C135B0795}" srcOrd="2" destOrd="0" presId="urn:microsoft.com/office/officeart/2008/layout/LinedList"/>
    <dgm:cxn modelId="{87DB6DB2-7649-4A0D-A0C4-0A284236DEF8}" type="presParOf" srcId="{BE8CE5E4-4864-4221-8DAD-0F47496986C6}" destId="{2BBA7BD6-3A2E-4409-B24F-EB90A4767929}" srcOrd="11" destOrd="0" presId="urn:microsoft.com/office/officeart/2008/layout/LinedList"/>
    <dgm:cxn modelId="{C46A9D04-EE09-4877-ABA5-74BB0CEF1A89}" type="presParOf" srcId="{BE8CE5E4-4864-4221-8DAD-0F47496986C6}" destId="{57A00DC0-4E6E-48FC-A247-2F61254CF2D6}" srcOrd="12"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35C9BF7F-8A00-4354-8EF0-AC8E2E2E4D3D}" type="doc">
      <dgm:prSet loTypeId="urn:microsoft.com/office/officeart/2005/8/layout/bProcess4" loCatId="process" qsTypeId="urn:microsoft.com/office/officeart/2005/8/quickstyle/simple2" qsCatId="simple" csTypeId="urn:microsoft.com/office/officeart/2005/8/colors/colorful1" csCatId="colorful" phldr="1"/>
      <dgm:spPr/>
      <dgm:t>
        <a:bodyPr/>
        <a:lstStyle/>
        <a:p>
          <a:endParaRPr lang="en-US"/>
        </a:p>
      </dgm:t>
    </dgm:pt>
    <dgm:pt modelId="{5B515850-1709-406C-892F-8D37264D0262}">
      <dgm:prSet phldrT="[Text]" custT="1"/>
      <dgm:spPr/>
      <dgm:t>
        <a:bodyPr/>
        <a:lstStyle/>
        <a:p>
          <a:r>
            <a:rPr lang="en-US" sz="2800" dirty="0"/>
            <a:t>JavaScript</a:t>
          </a:r>
        </a:p>
      </dgm:t>
    </dgm:pt>
    <dgm:pt modelId="{E32A34A0-8DEE-4224-9FE2-9A2091CA81B3}" type="parTrans" cxnId="{9188EE0D-517C-4D37-AD52-4D8E69BB77B8}">
      <dgm:prSet/>
      <dgm:spPr/>
      <dgm:t>
        <a:bodyPr/>
        <a:lstStyle/>
        <a:p>
          <a:endParaRPr lang="en-US" sz="1800"/>
        </a:p>
      </dgm:t>
    </dgm:pt>
    <dgm:pt modelId="{850B7FC8-8F13-408B-860B-36C378087F8A}" type="sibTrans" cxnId="{9188EE0D-517C-4D37-AD52-4D8E69BB77B8}">
      <dgm:prSet/>
      <dgm:spPr/>
      <dgm:t>
        <a:bodyPr/>
        <a:lstStyle/>
        <a:p>
          <a:endParaRPr lang="en-US" sz="1800"/>
        </a:p>
      </dgm:t>
    </dgm:pt>
    <dgm:pt modelId="{55F5F5CB-7280-43D7-A591-BE4886B2F577}">
      <dgm:prSet phldrT="[Text]" custT="1"/>
      <dgm:spPr/>
      <dgm:t>
        <a:bodyPr/>
        <a:lstStyle/>
        <a:p>
          <a:r>
            <a:rPr lang="en-US" sz="2800" dirty="0"/>
            <a:t>Groovy</a:t>
          </a:r>
        </a:p>
      </dgm:t>
    </dgm:pt>
    <dgm:pt modelId="{AE90B93C-2C1B-4BFE-980F-544F3F0FE45D}" type="parTrans" cxnId="{31A806D8-75D7-4D3E-984F-A0CA9DDE3496}">
      <dgm:prSet/>
      <dgm:spPr/>
      <dgm:t>
        <a:bodyPr/>
        <a:lstStyle/>
        <a:p>
          <a:endParaRPr lang="en-US" sz="1800"/>
        </a:p>
      </dgm:t>
    </dgm:pt>
    <dgm:pt modelId="{792C9B68-A7B2-4600-978D-AC06FA79EAC8}" type="sibTrans" cxnId="{31A806D8-75D7-4D3E-984F-A0CA9DDE3496}">
      <dgm:prSet/>
      <dgm:spPr/>
      <dgm:t>
        <a:bodyPr/>
        <a:lstStyle/>
        <a:p>
          <a:endParaRPr lang="en-US" sz="1800"/>
        </a:p>
      </dgm:t>
    </dgm:pt>
    <dgm:pt modelId="{0EFA0B2D-5033-4F0C-9246-DD3BAAE4F369}">
      <dgm:prSet phldrT="[Text]" custT="1"/>
      <dgm:spPr/>
      <dgm:t>
        <a:bodyPr/>
        <a:lstStyle/>
        <a:p>
          <a:r>
            <a:rPr lang="en-US" sz="2800" dirty="0"/>
            <a:t>Ruby</a:t>
          </a:r>
        </a:p>
      </dgm:t>
    </dgm:pt>
    <dgm:pt modelId="{62FA4CF3-2760-487D-B012-CA2B01580D2D}" type="parTrans" cxnId="{C9D12650-D525-4EB5-ACCF-0BC43D6832A4}">
      <dgm:prSet/>
      <dgm:spPr/>
      <dgm:t>
        <a:bodyPr/>
        <a:lstStyle/>
        <a:p>
          <a:endParaRPr lang="en-US" sz="1800"/>
        </a:p>
      </dgm:t>
    </dgm:pt>
    <dgm:pt modelId="{390212B5-1A06-44A4-8F5C-65401E7524A2}" type="sibTrans" cxnId="{C9D12650-D525-4EB5-ACCF-0BC43D6832A4}">
      <dgm:prSet/>
      <dgm:spPr/>
      <dgm:t>
        <a:bodyPr/>
        <a:lstStyle/>
        <a:p>
          <a:endParaRPr lang="en-US" sz="1800"/>
        </a:p>
      </dgm:t>
    </dgm:pt>
    <dgm:pt modelId="{8FE7B9B4-93A1-43B3-A349-8C010B7EE65D}">
      <dgm:prSet phldrT="[Text]" custT="1"/>
      <dgm:spPr/>
      <dgm:t>
        <a:bodyPr/>
        <a:lstStyle/>
        <a:p>
          <a:r>
            <a:rPr lang="en-US" sz="2800" dirty="0"/>
            <a:t>R</a:t>
          </a:r>
        </a:p>
      </dgm:t>
    </dgm:pt>
    <dgm:pt modelId="{0027C877-5137-48C7-8859-EB2E7E72F59E}" type="parTrans" cxnId="{F1032B1D-D012-4BB6-BC39-237126B3E9F0}">
      <dgm:prSet/>
      <dgm:spPr/>
      <dgm:t>
        <a:bodyPr/>
        <a:lstStyle/>
        <a:p>
          <a:endParaRPr lang="en-US" sz="1800"/>
        </a:p>
      </dgm:t>
    </dgm:pt>
    <dgm:pt modelId="{4EC54027-D343-4F55-A4FB-B8D1758C39A1}" type="sibTrans" cxnId="{F1032B1D-D012-4BB6-BC39-237126B3E9F0}">
      <dgm:prSet/>
      <dgm:spPr/>
      <dgm:t>
        <a:bodyPr/>
        <a:lstStyle/>
        <a:p>
          <a:endParaRPr lang="en-US" sz="1800"/>
        </a:p>
      </dgm:t>
    </dgm:pt>
    <dgm:pt modelId="{BB7FB4B8-62DF-4F19-8A2E-9B4443DBDB5E}">
      <dgm:prSet phldrT="[Text]" custT="1"/>
      <dgm:spPr/>
      <dgm:t>
        <a:bodyPr/>
        <a:lstStyle/>
        <a:p>
          <a:r>
            <a:rPr lang="en-US" sz="2800" dirty="0"/>
            <a:t>PHP</a:t>
          </a:r>
        </a:p>
      </dgm:t>
    </dgm:pt>
    <dgm:pt modelId="{9C531180-736E-43C6-88EF-1D7B4E36D078}" type="parTrans" cxnId="{C1728329-824D-4ADB-A60E-62B7D5889567}">
      <dgm:prSet/>
      <dgm:spPr/>
      <dgm:t>
        <a:bodyPr/>
        <a:lstStyle/>
        <a:p>
          <a:endParaRPr lang="en-US" sz="1800"/>
        </a:p>
      </dgm:t>
    </dgm:pt>
    <dgm:pt modelId="{C8A58DB3-FA0E-460C-8D80-F869FB110C79}" type="sibTrans" cxnId="{C1728329-824D-4ADB-A60E-62B7D5889567}">
      <dgm:prSet/>
      <dgm:spPr/>
      <dgm:t>
        <a:bodyPr/>
        <a:lstStyle/>
        <a:p>
          <a:endParaRPr lang="en-US" sz="1800"/>
        </a:p>
      </dgm:t>
    </dgm:pt>
    <dgm:pt modelId="{08FF1DA0-50F9-40A8-A2C2-59D1246B460E}">
      <dgm:prSet phldrT="[Text]" custT="1"/>
      <dgm:spPr/>
      <dgm:t>
        <a:bodyPr/>
        <a:lstStyle/>
        <a:p>
          <a:r>
            <a:rPr lang="en-US" sz="2800" dirty="0"/>
            <a:t>Python</a:t>
          </a:r>
        </a:p>
      </dgm:t>
    </dgm:pt>
    <dgm:pt modelId="{CC223176-9591-4D86-9C9C-4543A8AF5AB5}" type="parTrans" cxnId="{078CC191-350E-4A3C-B4BA-B166A4CFE672}">
      <dgm:prSet/>
      <dgm:spPr/>
      <dgm:t>
        <a:bodyPr/>
        <a:lstStyle/>
        <a:p>
          <a:endParaRPr lang="en-US" sz="1800"/>
        </a:p>
      </dgm:t>
    </dgm:pt>
    <dgm:pt modelId="{689BB821-E965-4178-996A-ADCF67597923}" type="sibTrans" cxnId="{078CC191-350E-4A3C-B4BA-B166A4CFE672}">
      <dgm:prSet/>
      <dgm:spPr/>
      <dgm:t>
        <a:bodyPr/>
        <a:lstStyle/>
        <a:p>
          <a:endParaRPr lang="en-US" sz="1800"/>
        </a:p>
      </dgm:t>
    </dgm:pt>
    <dgm:pt modelId="{F4180AA9-9F2E-4FC7-85B9-6B5CB750D7A3}">
      <dgm:prSet phldrT="[Text]" custT="1"/>
      <dgm:spPr/>
      <dgm:t>
        <a:bodyPr/>
        <a:lstStyle/>
        <a:p>
          <a:r>
            <a:rPr lang="en-US" sz="2800" dirty="0"/>
            <a:t>Perl</a:t>
          </a:r>
        </a:p>
      </dgm:t>
    </dgm:pt>
    <dgm:pt modelId="{F58EBBC6-CF74-4AC3-92E5-B33100495C90}" type="parTrans" cxnId="{31498A77-CE6E-4DD3-A309-2967DD0D9C75}">
      <dgm:prSet/>
      <dgm:spPr/>
      <dgm:t>
        <a:bodyPr/>
        <a:lstStyle/>
        <a:p>
          <a:endParaRPr lang="en-US" sz="1800"/>
        </a:p>
      </dgm:t>
    </dgm:pt>
    <dgm:pt modelId="{37371E4F-C770-4E3A-BAA8-688234792C74}" type="sibTrans" cxnId="{31498A77-CE6E-4DD3-A309-2967DD0D9C75}">
      <dgm:prSet/>
      <dgm:spPr/>
      <dgm:t>
        <a:bodyPr/>
        <a:lstStyle/>
        <a:p>
          <a:endParaRPr lang="en-US" sz="1800"/>
        </a:p>
      </dgm:t>
    </dgm:pt>
    <dgm:pt modelId="{B4403836-5C3A-42D3-A168-273ECD6FF2DC}">
      <dgm:prSet phldrT="[Text]" custT="1"/>
      <dgm:spPr/>
      <dgm:t>
        <a:bodyPr/>
        <a:lstStyle/>
        <a:p>
          <a:r>
            <a:rPr lang="en-US" sz="2800" dirty="0"/>
            <a:t>PowerShell</a:t>
          </a:r>
        </a:p>
      </dgm:t>
    </dgm:pt>
    <dgm:pt modelId="{C86CEF9F-2768-488E-976D-7A2EBD89AB5A}" type="parTrans" cxnId="{E42CFCD4-9283-4C32-8A29-C5DAABFD593A}">
      <dgm:prSet/>
      <dgm:spPr/>
      <dgm:t>
        <a:bodyPr/>
        <a:lstStyle/>
        <a:p>
          <a:endParaRPr lang="en-US" sz="1800"/>
        </a:p>
      </dgm:t>
    </dgm:pt>
    <dgm:pt modelId="{5D1E0736-90FB-4BB0-87A4-ECA752022A7F}" type="sibTrans" cxnId="{E42CFCD4-9283-4C32-8A29-C5DAABFD593A}">
      <dgm:prSet/>
      <dgm:spPr/>
      <dgm:t>
        <a:bodyPr/>
        <a:lstStyle/>
        <a:p>
          <a:endParaRPr lang="en-US" sz="1800"/>
        </a:p>
      </dgm:t>
    </dgm:pt>
    <dgm:pt modelId="{247033D5-A1CC-4329-8A6B-F37127F49F71}" type="pres">
      <dgm:prSet presAssocID="{35C9BF7F-8A00-4354-8EF0-AC8E2E2E4D3D}" presName="Name0" presStyleCnt="0">
        <dgm:presLayoutVars>
          <dgm:dir/>
          <dgm:resizeHandles/>
        </dgm:presLayoutVars>
      </dgm:prSet>
      <dgm:spPr/>
    </dgm:pt>
    <dgm:pt modelId="{FA6DAE1A-2802-4967-90AA-1392E81735C2}" type="pres">
      <dgm:prSet presAssocID="{5B515850-1709-406C-892F-8D37264D0262}" presName="compNode" presStyleCnt="0"/>
      <dgm:spPr/>
    </dgm:pt>
    <dgm:pt modelId="{676D472F-B6CB-48B3-9C29-59B5F3A76FB9}" type="pres">
      <dgm:prSet presAssocID="{5B515850-1709-406C-892F-8D37264D0262}" presName="dummyConnPt" presStyleCnt="0"/>
      <dgm:spPr/>
    </dgm:pt>
    <dgm:pt modelId="{A3F24D99-FA7B-40D9-B827-EF66939A2B92}" type="pres">
      <dgm:prSet presAssocID="{5B515850-1709-406C-892F-8D37264D0262}" presName="node" presStyleLbl="node1" presStyleIdx="0" presStyleCnt="8">
        <dgm:presLayoutVars>
          <dgm:bulletEnabled val="1"/>
        </dgm:presLayoutVars>
      </dgm:prSet>
      <dgm:spPr/>
    </dgm:pt>
    <dgm:pt modelId="{175E0BAB-26BC-4F46-B94F-4B556CF8FDD0}" type="pres">
      <dgm:prSet presAssocID="{850B7FC8-8F13-408B-860B-36C378087F8A}" presName="sibTrans" presStyleLbl="bgSibTrans2D1" presStyleIdx="0" presStyleCnt="7"/>
      <dgm:spPr/>
    </dgm:pt>
    <dgm:pt modelId="{B837A8D9-D0BA-40AB-B439-089A582A9A29}" type="pres">
      <dgm:prSet presAssocID="{BB7FB4B8-62DF-4F19-8A2E-9B4443DBDB5E}" presName="compNode" presStyleCnt="0"/>
      <dgm:spPr/>
    </dgm:pt>
    <dgm:pt modelId="{4B8CB8E3-4650-4E28-A010-95CB53FA01D4}" type="pres">
      <dgm:prSet presAssocID="{BB7FB4B8-62DF-4F19-8A2E-9B4443DBDB5E}" presName="dummyConnPt" presStyleCnt="0"/>
      <dgm:spPr/>
    </dgm:pt>
    <dgm:pt modelId="{2329E333-5A1B-4FF9-B107-51D230E7365B}" type="pres">
      <dgm:prSet presAssocID="{BB7FB4B8-62DF-4F19-8A2E-9B4443DBDB5E}" presName="node" presStyleLbl="node1" presStyleIdx="1" presStyleCnt="8">
        <dgm:presLayoutVars>
          <dgm:bulletEnabled val="1"/>
        </dgm:presLayoutVars>
      </dgm:prSet>
      <dgm:spPr/>
    </dgm:pt>
    <dgm:pt modelId="{1CE0099E-C1A8-4C51-B0AD-6EA2787161D2}" type="pres">
      <dgm:prSet presAssocID="{C8A58DB3-FA0E-460C-8D80-F869FB110C79}" presName="sibTrans" presStyleLbl="bgSibTrans2D1" presStyleIdx="1" presStyleCnt="7"/>
      <dgm:spPr/>
    </dgm:pt>
    <dgm:pt modelId="{C7B845C3-9035-4389-9345-7783D83F17F9}" type="pres">
      <dgm:prSet presAssocID="{08FF1DA0-50F9-40A8-A2C2-59D1246B460E}" presName="compNode" presStyleCnt="0"/>
      <dgm:spPr/>
    </dgm:pt>
    <dgm:pt modelId="{9EB3A5BD-4E89-4240-9D24-A67B1A4F8017}" type="pres">
      <dgm:prSet presAssocID="{08FF1DA0-50F9-40A8-A2C2-59D1246B460E}" presName="dummyConnPt" presStyleCnt="0"/>
      <dgm:spPr/>
    </dgm:pt>
    <dgm:pt modelId="{274D0F3B-5C60-4AD2-9AE1-3F7457011782}" type="pres">
      <dgm:prSet presAssocID="{08FF1DA0-50F9-40A8-A2C2-59D1246B460E}" presName="node" presStyleLbl="node1" presStyleIdx="2" presStyleCnt="8">
        <dgm:presLayoutVars>
          <dgm:bulletEnabled val="1"/>
        </dgm:presLayoutVars>
      </dgm:prSet>
      <dgm:spPr/>
    </dgm:pt>
    <dgm:pt modelId="{0CF5DC89-527D-4E3F-B6C9-6295B2DD793D}" type="pres">
      <dgm:prSet presAssocID="{689BB821-E965-4178-996A-ADCF67597923}" presName="sibTrans" presStyleLbl="bgSibTrans2D1" presStyleIdx="2" presStyleCnt="7"/>
      <dgm:spPr/>
    </dgm:pt>
    <dgm:pt modelId="{8EAB6B78-A29B-4C43-B0D0-97D1A9172A34}" type="pres">
      <dgm:prSet presAssocID="{55F5F5CB-7280-43D7-A591-BE4886B2F577}" presName="compNode" presStyleCnt="0"/>
      <dgm:spPr/>
    </dgm:pt>
    <dgm:pt modelId="{026D5385-3AFB-4F47-B597-3AC09A547F00}" type="pres">
      <dgm:prSet presAssocID="{55F5F5CB-7280-43D7-A591-BE4886B2F577}" presName="dummyConnPt" presStyleCnt="0"/>
      <dgm:spPr/>
    </dgm:pt>
    <dgm:pt modelId="{9046A3E5-5AE7-49D1-B3F9-CD57CD713F51}" type="pres">
      <dgm:prSet presAssocID="{55F5F5CB-7280-43D7-A591-BE4886B2F577}" presName="node" presStyleLbl="node1" presStyleIdx="3" presStyleCnt="8">
        <dgm:presLayoutVars>
          <dgm:bulletEnabled val="1"/>
        </dgm:presLayoutVars>
      </dgm:prSet>
      <dgm:spPr/>
    </dgm:pt>
    <dgm:pt modelId="{C6CCF3AF-1AD5-43C6-AC2C-09CA38947323}" type="pres">
      <dgm:prSet presAssocID="{792C9B68-A7B2-4600-978D-AC06FA79EAC8}" presName="sibTrans" presStyleLbl="bgSibTrans2D1" presStyleIdx="3" presStyleCnt="7"/>
      <dgm:spPr/>
    </dgm:pt>
    <dgm:pt modelId="{1083C1C0-D9FA-4D88-BAF9-F0C7646617F5}" type="pres">
      <dgm:prSet presAssocID="{F4180AA9-9F2E-4FC7-85B9-6B5CB750D7A3}" presName="compNode" presStyleCnt="0"/>
      <dgm:spPr/>
    </dgm:pt>
    <dgm:pt modelId="{B2403AC3-6EDB-45C2-92C0-8AA4C3BB6C99}" type="pres">
      <dgm:prSet presAssocID="{F4180AA9-9F2E-4FC7-85B9-6B5CB750D7A3}" presName="dummyConnPt" presStyleCnt="0"/>
      <dgm:spPr/>
    </dgm:pt>
    <dgm:pt modelId="{4402FEB1-8531-421E-A397-D05420C4F360}" type="pres">
      <dgm:prSet presAssocID="{F4180AA9-9F2E-4FC7-85B9-6B5CB750D7A3}" presName="node" presStyleLbl="node1" presStyleIdx="4" presStyleCnt="8">
        <dgm:presLayoutVars>
          <dgm:bulletEnabled val="1"/>
        </dgm:presLayoutVars>
      </dgm:prSet>
      <dgm:spPr/>
    </dgm:pt>
    <dgm:pt modelId="{0AB39582-E881-404F-B7B5-EA08F325BA7B}" type="pres">
      <dgm:prSet presAssocID="{37371E4F-C770-4E3A-BAA8-688234792C74}" presName="sibTrans" presStyleLbl="bgSibTrans2D1" presStyleIdx="4" presStyleCnt="7"/>
      <dgm:spPr/>
    </dgm:pt>
    <dgm:pt modelId="{90B2793B-CCBB-45FB-99CF-54190E895764}" type="pres">
      <dgm:prSet presAssocID="{B4403836-5C3A-42D3-A168-273ECD6FF2DC}" presName="compNode" presStyleCnt="0"/>
      <dgm:spPr/>
    </dgm:pt>
    <dgm:pt modelId="{9244F901-F688-4114-AB83-8B1A2B02A33E}" type="pres">
      <dgm:prSet presAssocID="{B4403836-5C3A-42D3-A168-273ECD6FF2DC}" presName="dummyConnPt" presStyleCnt="0"/>
      <dgm:spPr/>
    </dgm:pt>
    <dgm:pt modelId="{3F163FA8-B83C-4C3D-AC3D-61AE237B87E0}" type="pres">
      <dgm:prSet presAssocID="{B4403836-5C3A-42D3-A168-273ECD6FF2DC}" presName="node" presStyleLbl="node1" presStyleIdx="5" presStyleCnt="8">
        <dgm:presLayoutVars>
          <dgm:bulletEnabled val="1"/>
        </dgm:presLayoutVars>
      </dgm:prSet>
      <dgm:spPr/>
    </dgm:pt>
    <dgm:pt modelId="{DAB213D6-4657-4923-85F9-8D031428C141}" type="pres">
      <dgm:prSet presAssocID="{5D1E0736-90FB-4BB0-87A4-ECA752022A7F}" presName="sibTrans" presStyleLbl="bgSibTrans2D1" presStyleIdx="5" presStyleCnt="7"/>
      <dgm:spPr/>
    </dgm:pt>
    <dgm:pt modelId="{80374177-C54A-41C8-B4F9-8738DEAC1BDA}" type="pres">
      <dgm:prSet presAssocID="{0EFA0B2D-5033-4F0C-9246-DD3BAAE4F369}" presName="compNode" presStyleCnt="0"/>
      <dgm:spPr/>
    </dgm:pt>
    <dgm:pt modelId="{DF20E266-CE91-4F9C-AE17-F765D1313F1D}" type="pres">
      <dgm:prSet presAssocID="{0EFA0B2D-5033-4F0C-9246-DD3BAAE4F369}" presName="dummyConnPt" presStyleCnt="0"/>
      <dgm:spPr/>
    </dgm:pt>
    <dgm:pt modelId="{9E6DCF3C-E034-421B-80C4-69F6EEDD2B39}" type="pres">
      <dgm:prSet presAssocID="{0EFA0B2D-5033-4F0C-9246-DD3BAAE4F369}" presName="node" presStyleLbl="node1" presStyleIdx="6" presStyleCnt="8">
        <dgm:presLayoutVars>
          <dgm:bulletEnabled val="1"/>
        </dgm:presLayoutVars>
      </dgm:prSet>
      <dgm:spPr/>
    </dgm:pt>
    <dgm:pt modelId="{08D3B980-1B26-44CB-9AD1-C6936D259D39}" type="pres">
      <dgm:prSet presAssocID="{390212B5-1A06-44A4-8F5C-65401E7524A2}" presName="sibTrans" presStyleLbl="bgSibTrans2D1" presStyleIdx="6" presStyleCnt="7"/>
      <dgm:spPr/>
    </dgm:pt>
    <dgm:pt modelId="{EDE679CA-4DF5-4419-82BF-8D8F0C3F7BA8}" type="pres">
      <dgm:prSet presAssocID="{8FE7B9B4-93A1-43B3-A349-8C010B7EE65D}" presName="compNode" presStyleCnt="0"/>
      <dgm:spPr/>
    </dgm:pt>
    <dgm:pt modelId="{E67E6C71-0291-436C-B13A-05A98AF3DAC6}" type="pres">
      <dgm:prSet presAssocID="{8FE7B9B4-93A1-43B3-A349-8C010B7EE65D}" presName="dummyConnPt" presStyleCnt="0"/>
      <dgm:spPr/>
    </dgm:pt>
    <dgm:pt modelId="{D65BD431-6FEB-43F2-B4C5-AB5F215FD7D6}" type="pres">
      <dgm:prSet presAssocID="{8FE7B9B4-93A1-43B3-A349-8C010B7EE65D}" presName="node" presStyleLbl="node1" presStyleIdx="7" presStyleCnt="8">
        <dgm:presLayoutVars>
          <dgm:bulletEnabled val="1"/>
        </dgm:presLayoutVars>
      </dgm:prSet>
      <dgm:spPr/>
    </dgm:pt>
  </dgm:ptLst>
  <dgm:cxnLst>
    <dgm:cxn modelId="{9188EE0D-517C-4D37-AD52-4D8E69BB77B8}" srcId="{35C9BF7F-8A00-4354-8EF0-AC8E2E2E4D3D}" destId="{5B515850-1709-406C-892F-8D37264D0262}" srcOrd="0" destOrd="0" parTransId="{E32A34A0-8DEE-4224-9FE2-9A2091CA81B3}" sibTransId="{850B7FC8-8F13-408B-860B-36C378087F8A}"/>
    <dgm:cxn modelId="{8C1B6717-40FB-4839-BBF8-F670037A669A}" type="presOf" srcId="{35C9BF7F-8A00-4354-8EF0-AC8E2E2E4D3D}" destId="{247033D5-A1CC-4329-8A6B-F37127F49F71}" srcOrd="0" destOrd="0" presId="urn:microsoft.com/office/officeart/2005/8/layout/bProcess4"/>
    <dgm:cxn modelId="{F1032B1D-D012-4BB6-BC39-237126B3E9F0}" srcId="{35C9BF7F-8A00-4354-8EF0-AC8E2E2E4D3D}" destId="{8FE7B9B4-93A1-43B3-A349-8C010B7EE65D}" srcOrd="7" destOrd="0" parTransId="{0027C877-5137-48C7-8859-EB2E7E72F59E}" sibTransId="{4EC54027-D343-4F55-A4FB-B8D1758C39A1}"/>
    <dgm:cxn modelId="{4792C225-E53F-4291-8908-84712AAD174A}" type="presOf" srcId="{0EFA0B2D-5033-4F0C-9246-DD3BAAE4F369}" destId="{9E6DCF3C-E034-421B-80C4-69F6EEDD2B39}" srcOrd="0" destOrd="0" presId="urn:microsoft.com/office/officeart/2005/8/layout/bProcess4"/>
    <dgm:cxn modelId="{C1728329-824D-4ADB-A60E-62B7D5889567}" srcId="{35C9BF7F-8A00-4354-8EF0-AC8E2E2E4D3D}" destId="{BB7FB4B8-62DF-4F19-8A2E-9B4443DBDB5E}" srcOrd="1" destOrd="0" parTransId="{9C531180-736E-43C6-88EF-1D7B4E36D078}" sibTransId="{C8A58DB3-FA0E-460C-8D80-F869FB110C79}"/>
    <dgm:cxn modelId="{150BEC39-E816-4673-979C-D235EE934014}" type="presOf" srcId="{792C9B68-A7B2-4600-978D-AC06FA79EAC8}" destId="{C6CCF3AF-1AD5-43C6-AC2C-09CA38947323}" srcOrd="0" destOrd="0" presId="urn:microsoft.com/office/officeart/2005/8/layout/bProcess4"/>
    <dgm:cxn modelId="{C4752E3A-2430-4E89-9940-944DA0D27138}" type="presOf" srcId="{390212B5-1A06-44A4-8F5C-65401E7524A2}" destId="{08D3B980-1B26-44CB-9AD1-C6936D259D39}" srcOrd="0" destOrd="0" presId="urn:microsoft.com/office/officeart/2005/8/layout/bProcess4"/>
    <dgm:cxn modelId="{C337233D-E961-43E1-8C10-B9A6EF1B77F2}" type="presOf" srcId="{B4403836-5C3A-42D3-A168-273ECD6FF2DC}" destId="{3F163FA8-B83C-4C3D-AC3D-61AE237B87E0}" srcOrd="0" destOrd="0" presId="urn:microsoft.com/office/officeart/2005/8/layout/bProcess4"/>
    <dgm:cxn modelId="{44249260-41A0-4F15-9A25-7C8EAB9C0D5A}" type="presOf" srcId="{850B7FC8-8F13-408B-860B-36C378087F8A}" destId="{175E0BAB-26BC-4F46-B94F-4B556CF8FDD0}" srcOrd="0" destOrd="0" presId="urn:microsoft.com/office/officeart/2005/8/layout/bProcess4"/>
    <dgm:cxn modelId="{95B0E963-6ED6-49C0-963C-7B73BA659F89}" type="presOf" srcId="{F4180AA9-9F2E-4FC7-85B9-6B5CB750D7A3}" destId="{4402FEB1-8531-421E-A397-D05420C4F360}" srcOrd="0" destOrd="0" presId="urn:microsoft.com/office/officeart/2005/8/layout/bProcess4"/>
    <dgm:cxn modelId="{C9D12650-D525-4EB5-ACCF-0BC43D6832A4}" srcId="{35C9BF7F-8A00-4354-8EF0-AC8E2E2E4D3D}" destId="{0EFA0B2D-5033-4F0C-9246-DD3BAAE4F369}" srcOrd="6" destOrd="0" parTransId="{62FA4CF3-2760-487D-B012-CA2B01580D2D}" sibTransId="{390212B5-1A06-44A4-8F5C-65401E7524A2}"/>
    <dgm:cxn modelId="{86CA6175-DC70-4C0C-95A1-D496C2DDCF27}" type="presOf" srcId="{689BB821-E965-4178-996A-ADCF67597923}" destId="{0CF5DC89-527D-4E3F-B6C9-6295B2DD793D}" srcOrd="0" destOrd="0" presId="urn:microsoft.com/office/officeart/2005/8/layout/bProcess4"/>
    <dgm:cxn modelId="{31498A77-CE6E-4DD3-A309-2967DD0D9C75}" srcId="{35C9BF7F-8A00-4354-8EF0-AC8E2E2E4D3D}" destId="{F4180AA9-9F2E-4FC7-85B9-6B5CB750D7A3}" srcOrd="4" destOrd="0" parTransId="{F58EBBC6-CF74-4AC3-92E5-B33100495C90}" sibTransId="{37371E4F-C770-4E3A-BAA8-688234792C74}"/>
    <dgm:cxn modelId="{7E6B9D8D-5EFA-4539-8BAF-702E437AE730}" type="presOf" srcId="{C8A58DB3-FA0E-460C-8D80-F869FB110C79}" destId="{1CE0099E-C1A8-4C51-B0AD-6EA2787161D2}" srcOrd="0" destOrd="0" presId="urn:microsoft.com/office/officeart/2005/8/layout/bProcess4"/>
    <dgm:cxn modelId="{078CC191-350E-4A3C-B4BA-B166A4CFE672}" srcId="{35C9BF7F-8A00-4354-8EF0-AC8E2E2E4D3D}" destId="{08FF1DA0-50F9-40A8-A2C2-59D1246B460E}" srcOrd="2" destOrd="0" parTransId="{CC223176-9591-4D86-9C9C-4543A8AF5AB5}" sibTransId="{689BB821-E965-4178-996A-ADCF67597923}"/>
    <dgm:cxn modelId="{DABE0699-C392-4D55-BB95-78AB9A03B0DC}" type="presOf" srcId="{BB7FB4B8-62DF-4F19-8A2E-9B4443DBDB5E}" destId="{2329E333-5A1B-4FF9-B107-51D230E7365B}" srcOrd="0" destOrd="0" presId="urn:microsoft.com/office/officeart/2005/8/layout/bProcess4"/>
    <dgm:cxn modelId="{95A523A4-1F39-49DF-AAE2-A41FCE25898F}" type="presOf" srcId="{8FE7B9B4-93A1-43B3-A349-8C010B7EE65D}" destId="{D65BD431-6FEB-43F2-B4C5-AB5F215FD7D6}" srcOrd="0" destOrd="0" presId="urn:microsoft.com/office/officeart/2005/8/layout/bProcess4"/>
    <dgm:cxn modelId="{523CA4B1-3C8B-424B-A975-43D7A3BE5C02}" type="presOf" srcId="{5D1E0736-90FB-4BB0-87A4-ECA752022A7F}" destId="{DAB213D6-4657-4923-85F9-8D031428C141}" srcOrd="0" destOrd="0" presId="urn:microsoft.com/office/officeart/2005/8/layout/bProcess4"/>
    <dgm:cxn modelId="{240DCEC5-865B-4EF1-A4CA-28D123C0C649}" type="presOf" srcId="{5B515850-1709-406C-892F-8D37264D0262}" destId="{A3F24D99-FA7B-40D9-B827-EF66939A2B92}" srcOrd="0" destOrd="0" presId="urn:microsoft.com/office/officeart/2005/8/layout/bProcess4"/>
    <dgm:cxn modelId="{E42CFCD4-9283-4C32-8A29-C5DAABFD593A}" srcId="{35C9BF7F-8A00-4354-8EF0-AC8E2E2E4D3D}" destId="{B4403836-5C3A-42D3-A168-273ECD6FF2DC}" srcOrd="5" destOrd="0" parTransId="{C86CEF9F-2768-488E-976D-7A2EBD89AB5A}" sibTransId="{5D1E0736-90FB-4BB0-87A4-ECA752022A7F}"/>
    <dgm:cxn modelId="{31A806D8-75D7-4D3E-984F-A0CA9DDE3496}" srcId="{35C9BF7F-8A00-4354-8EF0-AC8E2E2E4D3D}" destId="{55F5F5CB-7280-43D7-A591-BE4886B2F577}" srcOrd="3" destOrd="0" parTransId="{AE90B93C-2C1B-4BFE-980F-544F3F0FE45D}" sibTransId="{792C9B68-A7B2-4600-978D-AC06FA79EAC8}"/>
    <dgm:cxn modelId="{C7F6FFDD-07C1-4935-9188-E4E5CB254846}" type="presOf" srcId="{08FF1DA0-50F9-40A8-A2C2-59D1246B460E}" destId="{274D0F3B-5C60-4AD2-9AE1-3F7457011782}" srcOrd="0" destOrd="0" presId="urn:microsoft.com/office/officeart/2005/8/layout/bProcess4"/>
    <dgm:cxn modelId="{FD1F75E5-BD63-4795-A8BD-88C0E3FC66BB}" type="presOf" srcId="{37371E4F-C770-4E3A-BAA8-688234792C74}" destId="{0AB39582-E881-404F-B7B5-EA08F325BA7B}" srcOrd="0" destOrd="0" presId="urn:microsoft.com/office/officeart/2005/8/layout/bProcess4"/>
    <dgm:cxn modelId="{923308F2-37E3-432F-96C4-EFD8B11182D1}" type="presOf" srcId="{55F5F5CB-7280-43D7-A591-BE4886B2F577}" destId="{9046A3E5-5AE7-49D1-B3F9-CD57CD713F51}" srcOrd="0" destOrd="0" presId="urn:microsoft.com/office/officeart/2005/8/layout/bProcess4"/>
    <dgm:cxn modelId="{A32EAC72-FEB6-4E22-9CC9-AAB31948CC5E}" type="presParOf" srcId="{247033D5-A1CC-4329-8A6B-F37127F49F71}" destId="{FA6DAE1A-2802-4967-90AA-1392E81735C2}" srcOrd="0" destOrd="0" presId="urn:microsoft.com/office/officeart/2005/8/layout/bProcess4"/>
    <dgm:cxn modelId="{9C974F55-9038-4C02-AD8D-3B3B35F7B927}" type="presParOf" srcId="{FA6DAE1A-2802-4967-90AA-1392E81735C2}" destId="{676D472F-B6CB-48B3-9C29-59B5F3A76FB9}" srcOrd="0" destOrd="0" presId="urn:microsoft.com/office/officeart/2005/8/layout/bProcess4"/>
    <dgm:cxn modelId="{4BE80197-25B1-4354-9254-F4512A965019}" type="presParOf" srcId="{FA6DAE1A-2802-4967-90AA-1392E81735C2}" destId="{A3F24D99-FA7B-40D9-B827-EF66939A2B92}" srcOrd="1" destOrd="0" presId="urn:microsoft.com/office/officeart/2005/8/layout/bProcess4"/>
    <dgm:cxn modelId="{D6A424E5-714F-4A46-8CA9-7099E22967EC}" type="presParOf" srcId="{247033D5-A1CC-4329-8A6B-F37127F49F71}" destId="{175E0BAB-26BC-4F46-B94F-4B556CF8FDD0}" srcOrd="1" destOrd="0" presId="urn:microsoft.com/office/officeart/2005/8/layout/bProcess4"/>
    <dgm:cxn modelId="{E45EFAD6-8932-41DD-B2F1-F7A142087435}" type="presParOf" srcId="{247033D5-A1CC-4329-8A6B-F37127F49F71}" destId="{B837A8D9-D0BA-40AB-B439-089A582A9A29}" srcOrd="2" destOrd="0" presId="urn:microsoft.com/office/officeart/2005/8/layout/bProcess4"/>
    <dgm:cxn modelId="{BCCA0BF1-A754-4C60-9E02-5F60AA46F5DF}" type="presParOf" srcId="{B837A8D9-D0BA-40AB-B439-089A582A9A29}" destId="{4B8CB8E3-4650-4E28-A010-95CB53FA01D4}" srcOrd="0" destOrd="0" presId="urn:microsoft.com/office/officeart/2005/8/layout/bProcess4"/>
    <dgm:cxn modelId="{26B247F4-9256-41A1-A594-F91DF99430E5}" type="presParOf" srcId="{B837A8D9-D0BA-40AB-B439-089A582A9A29}" destId="{2329E333-5A1B-4FF9-B107-51D230E7365B}" srcOrd="1" destOrd="0" presId="urn:microsoft.com/office/officeart/2005/8/layout/bProcess4"/>
    <dgm:cxn modelId="{0FEFDC15-ECD2-4A4E-90D2-D1E891C782E1}" type="presParOf" srcId="{247033D5-A1CC-4329-8A6B-F37127F49F71}" destId="{1CE0099E-C1A8-4C51-B0AD-6EA2787161D2}" srcOrd="3" destOrd="0" presId="urn:microsoft.com/office/officeart/2005/8/layout/bProcess4"/>
    <dgm:cxn modelId="{735BC5E9-36D0-4606-8E2B-1BC4162FAF75}" type="presParOf" srcId="{247033D5-A1CC-4329-8A6B-F37127F49F71}" destId="{C7B845C3-9035-4389-9345-7783D83F17F9}" srcOrd="4" destOrd="0" presId="urn:microsoft.com/office/officeart/2005/8/layout/bProcess4"/>
    <dgm:cxn modelId="{F158E383-D4E9-4056-8FDA-83A90228EB0D}" type="presParOf" srcId="{C7B845C3-9035-4389-9345-7783D83F17F9}" destId="{9EB3A5BD-4E89-4240-9D24-A67B1A4F8017}" srcOrd="0" destOrd="0" presId="urn:microsoft.com/office/officeart/2005/8/layout/bProcess4"/>
    <dgm:cxn modelId="{243C410F-5608-42D4-AFC1-30AD37B5A1E0}" type="presParOf" srcId="{C7B845C3-9035-4389-9345-7783D83F17F9}" destId="{274D0F3B-5C60-4AD2-9AE1-3F7457011782}" srcOrd="1" destOrd="0" presId="urn:microsoft.com/office/officeart/2005/8/layout/bProcess4"/>
    <dgm:cxn modelId="{FFB6B274-3AC4-4E9D-83DA-6F1C9962CEB0}" type="presParOf" srcId="{247033D5-A1CC-4329-8A6B-F37127F49F71}" destId="{0CF5DC89-527D-4E3F-B6C9-6295B2DD793D}" srcOrd="5" destOrd="0" presId="urn:microsoft.com/office/officeart/2005/8/layout/bProcess4"/>
    <dgm:cxn modelId="{DE5E0C9C-EC05-49A7-B64E-2C748699ABDA}" type="presParOf" srcId="{247033D5-A1CC-4329-8A6B-F37127F49F71}" destId="{8EAB6B78-A29B-4C43-B0D0-97D1A9172A34}" srcOrd="6" destOrd="0" presId="urn:microsoft.com/office/officeart/2005/8/layout/bProcess4"/>
    <dgm:cxn modelId="{DE11A286-A523-47AC-A8DE-F997ECBEDD97}" type="presParOf" srcId="{8EAB6B78-A29B-4C43-B0D0-97D1A9172A34}" destId="{026D5385-3AFB-4F47-B597-3AC09A547F00}" srcOrd="0" destOrd="0" presId="urn:microsoft.com/office/officeart/2005/8/layout/bProcess4"/>
    <dgm:cxn modelId="{ACDA7767-0A79-4650-9A20-0717C6BEB878}" type="presParOf" srcId="{8EAB6B78-A29B-4C43-B0D0-97D1A9172A34}" destId="{9046A3E5-5AE7-49D1-B3F9-CD57CD713F51}" srcOrd="1" destOrd="0" presId="urn:microsoft.com/office/officeart/2005/8/layout/bProcess4"/>
    <dgm:cxn modelId="{724C8E44-33A5-4E1B-A5CE-CBD46188D502}" type="presParOf" srcId="{247033D5-A1CC-4329-8A6B-F37127F49F71}" destId="{C6CCF3AF-1AD5-43C6-AC2C-09CA38947323}" srcOrd="7" destOrd="0" presId="urn:microsoft.com/office/officeart/2005/8/layout/bProcess4"/>
    <dgm:cxn modelId="{8DDE4C10-2A34-4CCC-964B-C051A06D74D1}" type="presParOf" srcId="{247033D5-A1CC-4329-8A6B-F37127F49F71}" destId="{1083C1C0-D9FA-4D88-BAF9-F0C7646617F5}" srcOrd="8" destOrd="0" presId="urn:microsoft.com/office/officeart/2005/8/layout/bProcess4"/>
    <dgm:cxn modelId="{E5892D3F-FC26-4F77-A590-F67B85ADC69D}" type="presParOf" srcId="{1083C1C0-D9FA-4D88-BAF9-F0C7646617F5}" destId="{B2403AC3-6EDB-45C2-92C0-8AA4C3BB6C99}" srcOrd="0" destOrd="0" presId="urn:microsoft.com/office/officeart/2005/8/layout/bProcess4"/>
    <dgm:cxn modelId="{439DC945-DACB-4550-BCB9-5D612F57060C}" type="presParOf" srcId="{1083C1C0-D9FA-4D88-BAF9-F0C7646617F5}" destId="{4402FEB1-8531-421E-A397-D05420C4F360}" srcOrd="1" destOrd="0" presId="urn:microsoft.com/office/officeart/2005/8/layout/bProcess4"/>
    <dgm:cxn modelId="{548AC742-2017-4385-BE22-D4FFE175511B}" type="presParOf" srcId="{247033D5-A1CC-4329-8A6B-F37127F49F71}" destId="{0AB39582-E881-404F-B7B5-EA08F325BA7B}" srcOrd="9" destOrd="0" presId="urn:microsoft.com/office/officeart/2005/8/layout/bProcess4"/>
    <dgm:cxn modelId="{C9CDCB2C-4FB3-40E0-838B-793FAE4277C0}" type="presParOf" srcId="{247033D5-A1CC-4329-8A6B-F37127F49F71}" destId="{90B2793B-CCBB-45FB-99CF-54190E895764}" srcOrd="10" destOrd="0" presId="urn:microsoft.com/office/officeart/2005/8/layout/bProcess4"/>
    <dgm:cxn modelId="{D051C20F-62C7-46B4-B3A1-12CF90E642D7}" type="presParOf" srcId="{90B2793B-CCBB-45FB-99CF-54190E895764}" destId="{9244F901-F688-4114-AB83-8B1A2B02A33E}" srcOrd="0" destOrd="0" presId="urn:microsoft.com/office/officeart/2005/8/layout/bProcess4"/>
    <dgm:cxn modelId="{722F0F03-ADA6-4724-ABC8-EC131C859671}" type="presParOf" srcId="{90B2793B-CCBB-45FB-99CF-54190E895764}" destId="{3F163FA8-B83C-4C3D-AC3D-61AE237B87E0}" srcOrd="1" destOrd="0" presId="urn:microsoft.com/office/officeart/2005/8/layout/bProcess4"/>
    <dgm:cxn modelId="{881700CF-882C-4807-A110-0FDF5ECFAF6D}" type="presParOf" srcId="{247033D5-A1CC-4329-8A6B-F37127F49F71}" destId="{DAB213D6-4657-4923-85F9-8D031428C141}" srcOrd="11" destOrd="0" presId="urn:microsoft.com/office/officeart/2005/8/layout/bProcess4"/>
    <dgm:cxn modelId="{86316F3A-C0E8-4BFA-9E40-44F395D4011E}" type="presParOf" srcId="{247033D5-A1CC-4329-8A6B-F37127F49F71}" destId="{80374177-C54A-41C8-B4F9-8738DEAC1BDA}" srcOrd="12" destOrd="0" presId="urn:microsoft.com/office/officeart/2005/8/layout/bProcess4"/>
    <dgm:cxn modelId="{325D409F-C5AD-436C-AF60-D1BAAF29617D}" type="presParOf" srcId="{80374177-C54A-41C8-B4F9-8738DEAC1BDA}" destId="{DF20E266-CE91-4F9C-AE17-F765D1313F1D}" srcOrd="0" destOrd="0" presId="urn:microsoft.com/office/officeart/2005/8/layout/bProcess4"/>
    <dgm:cxn modelId="{51137A99-A6A4-4ABA-A45F-C34567839C2A}" type="presParOf" srcId="{80374177-C54A-41C8-B4F9-8738DEAC1BDA}" destId="{9E6DCF3C-E034-421B-80C4-69F6EEDD2B39}" srcOrd="1" destOrd="0" presId="urn:microsoft.com/office/officeart/2005/8/layout/bProcess4"/>
    <dgm:cxn modelId="{B17BFDF5-BD8E-4B61-9C0F-1CECB2D9434F}" type="presParOf" srcId="{247033D5-A1CC-4329-8A6B-F37127F49F71}" destId="{08D3B980-1B26-44CB-9AD1-C6936D259D39}" srcOrd="13" destOrd="0" presId="urn:microsoft.com/office/officeart/2005/8/layout/bProcess4"/>
    <dgm:cxn modelId="{17833383-3515-4091-897A-C02C8B3F72FA}" type="presParOf" srcId="{247033D5-A1CC-4329-8A6B-F37127F49F71}" destId="{EDE679CA-4DF5-4419-82BF-8D8F0C3F7BA8}" srcOrd="14" destOrd="0" presId="urn:microsoft.com/office/officeart/2005/8/layout/bProcess4"/>
    <dgm:cxn modelId="{AF0D85A5-95C3-4CD1-BE6F-038CA9FBD6E2}" type="presParOf" srcId="{EDE679CA-4DF5-4419-82BF-8D8F0C3F7BA8}" destId="{E67E6C71-0291-436C-B13A-05A98AF3DAC6}" srcOrd="0" destOrd="0" presId="urn:microsoft.com/office/officeart/2005/8/layout/bProcess4"/>
    <dgm:cxn modelId="{CA749ABF-3319-4656-B6DE-1672EEA5706A}" type="presParOf" srcId="{EDE679CA-4DF5-4419-82BF-8D8F0C3F7BA8}" destId="{D65BD431-6FEB-43F2-B4C5-AB5F215FD7D6}" srcOrd="1" destOrd="0" presId="urn:microsoft.com/office/officeart/2005/8/layout/b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407B4A10-A2AA-4F4A-AB0E-BA9B44226DFB}" type="doc">
      <dgm:prSet loTypeId="urn:microsoft.com/office/officeart/2005/8/layout/venn2" loCatId="relationship" qsTypeId="urn:microsoft.com/office/officeart/2005/8/quickstyle/simple1" qsCatId="simple" csTypeId="urn:microsoft.com/office/officeart/2005/8/colors/colorful1" csCatId="colorful" phldr="1"/>
      <dgm:spPr/>
    </dgm:pt>
    <dgm:pt modelId="{2C85BD07-EFAE-4F73-BBC7-9EB322FD574B}">
      <dgm:prSet phldrT="[Text]"/>
      <dgm:spPr/>
      <dgm:t>
        <a:bodyPr/>
        <a:lstStyle/>
        <a:p>
          <a:r>
            <a:rPr lang="en-US"/>
            <a:t>Robotics </a:t>
          </a:r>
          <a:endParaRPr lang="en-US" dirty="0"/>
        </a:p>
      </dgm:t>
    </dgm:pt>
    <dgm:pt modelId="{E7FBE729-F175-4F13-83B0-C65D44D61215}" type="parTrans" cxnId="{62603E09-42B7-48C9-923A-24638AB971F4}">
      <dgm:prSet/>
      <dgm:spPr/>
      <dgm:t>
        <a:bodyPr/>
        <a:lstStyle/>
        <a:p>
          <a:endParaRPr lang="en-US">
            <a:solidFill>
              <a:schemeClr val="bg1"/>
            </a:solidFill>
          </a:endParaRPr>
        </a:p>
      </dgm:t>
    </dgm:pt>
    <dgm:pt modelId="{871C5C88-CD6E-41FA-9DE5-94085F887C83}" type="sibTrans" cxnId="{62603E09-42B7-48C9-923A-24638AB971F4}">
      <dgm:prSet/>
      <dgm:spPr/>
      <dgm:t>
        <a:bodyPr/>
        <a:lstStyle/>
        <a:p>
          <a:endParaRPr lang="en-US">
            <a:solidFill>
              <a:schemeClr val="bg1"/>
            </a:solidFill>
          </a:endParaRPr>
        </a:p>
      </dgm:t>
    </dgm:pt>
    <dgm:pt modelId="{CC662088-C529-40DF-B225-DCD6B049892D}">
      <dgm:prSet phldrT="[Text]"/>
      <dgm:spPr/>
      <dgm:t>
        <a:bodyPr/>
        <a:lstStyle/>
        <a:p>
          <a:r>
            <a:rPr lang="en-US"/>
            <a:t>Artificial Intelligence</a:t>
          </a:r>
          <a:endParaRPr lang="en-US" dirty="0"/>
        </a:p>
      </dgm:t>
    </dgm:pt>
    <dgm:pt modelId="{2BAA835A-382A-486A-BA32-381DC02352D4}" type="parTrans" cxnId="{93B9BA5E-32EC-4455-874F-2DA3A7EEB039}">
      <dgm:prSet/>
      <dgm:spPr/>
      <dgm:t>
        <a:bodyPr/>
        <a:lstStyle/>
        <a:p>
          <a:endParaRPr lang="en-US">
            <a:solidFill>
              <a:schemeClr val="bg1"/>
            </a:solidFill>
          </a:endParaRPr>
        </a:p>
      </dgm:t>
    </dgm:pt>
    <dgm:pt modelId="{47263C23-1597-41C5-9849-AC462BC9982A}" type="sibTrans" cxnId="{93B9BA5E-32EC-4455-874F-2DA3A7EEB039}">
      <dgm:prSet/>
      <dgm:spPr/>
      <dgm:t>
        <a:bodyPr/>
        <a:lstStyle/>
        <a:p>
          <a:endParaRPr lang="en-US">
            <a:solidFill>
              <a:schemeClr val="bg1"/>
            </a:solidFill>
          </a:endParaRPr>
        </a:p>
      </dgm:t>
    </dgm:pt>
    <dgm:pt modelId="{BD111B67-DC74-4F86-9948-18C7AB8B74A7}" type="pres">
      <dgm:prSet presAssocID="{407B4A10-A2AA-4F4A-AB0E-BA9B44226DFB}" presName="Name0" presStyleCnt="0">
        <dgm:presLayoutVars>
          <dgm:chMax val="7"/>
          <dgm:resizeHandles val="exact"/>
        </dgm:presLayoutVars>
      </dgm:prSet>
      <dgm:spPr/>
    </dgm:pt>
    <dgm:pt modelId="{852F097D-963E-4ED7-B675-FFFBD4E8F935}" type="pres">
      <dgm:prSet presAssocID="{407B4A10-A2AA-4F4A-AB0E-BA9B44226DFB}" presName="comp1" presStyleCnt="0"/>
      <dgm:spPr/>
    </dgm:pt>
    <dgm:pt modelId="{0D0BAE95-D2E4-4776-882B-A1649C7C41CB}" type="pres">
      <dgm:prSet presAssocID="{407B4A10-A2AA-4F4A-AB0E-BA9B44226DFB}" presName="circle1" presStyleLbl="node1" presStyleIdx="0" presStyleCnt="2"/>
      <dgm:spPr/>
    </dgm:pt>
    <dgm:pt modelId="{045D6FA2-A8AF-49B2-883E-58D4D3E84BF5}" type="pres">
      <dgm:prSet presAssocID="{407B4A10-A2AA-4F4A-AB0E-BA9B44226DFB}" presName="c1text" presStyleLbl="node1" presStyleIdx="0" presStyleCnt="2">
        <dgm:presLayoutVars>
          <dgm:bulletEnabled val="1"/>
        </dgm:presLayoutVars>
      </dgm:prSet>
      <dgm:spPr/>
    </dgm:pt>
    <dgm:pt modelId="{BE653F32-258D-4FE7-92AA-40F678ADF94B}" type="pres">
      <dgm:prSet presAssocID="{407B4A10-A2AA-4F4A-AB0E-BA9B44226DFB}" presName="comp2" presStyleCnt="0"/>
      <dgm:spPr/>
    </dgm:pt>
    <dgm:pt modelId="{27EC16FB-5451-43F9-A96F-9C1D680633C4}" type="pres">
      <dgm:prSet presAssocID="{407B4A10-A2AA-4F4A-AB0E-BA9B44226DFB}" presName="circle2" presStyleLbl="node1" presStyleIdx="1" presStyleCnt="2"/>
      <dgm:spPr/>
    </dgm:pt>
    <dgm:pt modelId="{A28C5456-1DDA-41C7-AF6B-2D61FAAFA662}" type="pres">
      <dgm:prSet presAssocID="{407B4A10-A2AA-4F4A-AB0E-BA9B44226DFB}" presName="c2text" presStyleLbl="node1" presStyleIdx="1" presStyleCnt="2">
        <dgm:presLayoutVars>
          <dgm:bulletEnabled val="1"/>
        </dgm:presLayoutVars>
      </dgm:prSet>
      <dgm:spPr/>
    </dgm:pt>
  </dgm:ptLst>
  <dgm:cxnLst>
    <dgm:cxn modelId="{62603E09-42B7-48C9-923A-24638AB971F4}" srcId="{407B4A10-A2AA-4F4A-AB0E-BA9B44226DFB}" destId="{2C85BD07-EFAE-4F73-BBC7-9EB322FD574B}" srcOrd="0" destOrd="0" parTransId="{E7FBE729-F175-4F13-83B0-C65D44D61215}" sibTransId="{871C5C88-CD6E-41FA-9DE5-94085F887C83}"/>
    <dgm:cxn modelId="{93B9BA5E-32EC-4455-874F-2DA3A7EEB039}" srcId="{407B4A10-A2AA-4F4A-AB0E-BA9B44226DFB}" destId="{CC662088-C529-40DF-B225-DCD6B049892D}" srcOrd="1" destOrd="0" parTransId="{2BAA835A-382A-486A-BA32-381DC02352D4}" sibTransId="{47263C23-1597-41C5-9849-AC462BC9982A}"/>
    <dgm:cxn modelId="{93D8AF61-B3B0-4BEF-8FF6-5312D707F0F3}" type="presOf" srcId="{2C85BD07-EFAE-4F73-BBC7-9EB322FD574B}" destId="{045D6FA2-A8AF-49B2-883E-58D4D3E84BF5}" srcOrd="1" destOrd="0" presId="urn:microsoft.com/office/officeart/2005/8/layout/venn2"/>
    <dgm:cxn modelId="{85B27BA3-1BB8-4A20-AC43-5C3BF78F37E4}" type="presOf" srcId="{2C85BD07-EFAE-4F73-BBC7-9EB322FD574B}" destId="{0D0BAE95-D2E4-4776-882B-A1649C7C41CB}" srcOrd="0" destOrd="0" presId="urn:microsoft.com/office/officeart/2005/8/layout/venn2"/>
    <dgm:cxn modelId="{2B713FA5-74E9-41A2-81A6-62E3EEE010A2}" type="presOf" srcId="{CC662088-C529-40DF-B225-DCD6B049892D}" destId="{27EC16FB-5451-43F9-A96F-9C1D680633C4}" srcOrd="0" destOrd="0" presId="urn:microsoft.com/office/officeart/2005/8/layout/venn2"/>
    <dgm:cxn modelId="{625F25A6-247C-425A-994D-9C369282A835}" type="presOf" srcId="{407B4A10-A2AA-4F4A-AB0E-BA9B44226DFB}" destId="{BD111B67-DC74-4F86-9948-18C7AB8B74A7}" srcOrd="0" destOrd="0" presId="urn:microsoft.com/office/officeart/2005/8/layout/venn2"/>
    <dgm:cxn modelId="{99D1F6C8-5F27-4B68-830D-BA7341C5B3DF}" type="presOf" srcId="{CC662088-C529-40DF-B225-DCD6B049892D}" destId="{A28C5456-1DDA-41C7-AF6B-2D61FAAFA662}" srcOrd="1" destOrd="0" presId="urn:microsoft.com/office/officeart/2005/8/layout/venn2"/>
    <dgm:cxn modelId="{FD8F3D7C-F732-415D-95A6-F7610AEAE1FA}" type="presParOf" srcId="{BD111B67-DC74-4F86-9948-18C7AB8B74A7}" destId="{852F097D-963E-4ED7-B675-FFFBD4E8F935}" srcOrd="0" destOrd="0" presId="urn:microsoft.com/office/officeart/2005/8/layout/venn2"/>
    <dgm:cxn modelId="{5354BD99-0200-4D6B-8338-93D1DBA6CD8D}" type="presParOf" srcId="{852F097D-963E-4ED7-B675-FFFBD4E8F935}" destId="{0D0BAE95-D2E4-4776-882B-A1649C7C41CB}" srcOrd="0" destOrd="0" presId="urn:microsoft.com/office/officeart/2005/8/layout/venn2"/>
    <dgm:cxn modelId="{BEC0B56E-206E-455C-9C92-502C33F4ED45}" type="presParOf" srcId="{852F097D-963E-4ED7-B675-FFFBD4E8F935}" destId="{045D6FA2-A8AF-49B2-883E-58D4D3E84BF5}" srcOrd="1" destOrd="0" presId="urn:microsoft.com/office/officeart/2005/8/layout/venn2"/>
    <dgm:cxn modelId="{9057FD03-4F23-4E9A-B03D-68D3F929C2A8}" type="presParOf" srcId="{BD111B67-DC74-4F86-9948-18C7AB8B74A7}" destId="{BE653F32-258D-4FE7-92AA-40F678ADF94B}" srcOrd="1" destOrd="0" presId="urn:microsoft.com/office/officeart/2005/8/layout/venn2"/>
    <dgm:cxn modelId="{84420BB6-DDDD-4EB9-93CD-29E3FB76BFE3}" type="presParOf" srcId="{BE653F32-258D-4FE7-92AA-40F678ADF94B}" destId="{27EC16FB-5451-43F9-A96F-9C1D680633C4}" srcOrd="0" destOrd="0" presId="urn:microsoft.com/office/officeart/2005/8/layout/venn2"/>
    <dgm:cxn modelId="{A1D4927A-82C8-45EB-ADB3-F9F5FF8F6407}" type="presParOf" srcId="{BE653F32-258D-4FE7-92AA-40F678ADF94B}" destId="{A28C5456-1DDA-41C7-AF6B-2D61FAAFA662}" srcOrd="1" destOrd="0" presId="urn:microsoft.com/office/officeart/2005/8/layout/ven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5EEA2ECA-F655-443C-96C7-89668519FFE1}" type="doc">
      <dgm:prSet loTypeId="urn:microsoft.com/office/officeart/2009/3/layout/SnapshotPictureList" loCatId="picture" qsTypeId="urn:microsoft.com/office/officeart/2005/8/quickstyle/simple1" qsCatId="simple" csTypeId="urn:microsoft.com/office/officeart/2005/8/colors/accent2_1" csCatId="accent2" phldr="1"/>
      <dgm:spPr/>
      <dgm:t>
        <a:bodyPr/>
        <a:lstStyle/>
        <a:p>
          <a:endParaRPr lang="en-US"/>
        </a:p>
      </dgm:t>
    </dgm:pt>
    <dgm:pt modelId="{39A92B37-AFB4-4A4F-80CF-B3A5A7A54DE5}">
      <dgm:prSet phldrT="[Text]" custT="1"/>
      <dgm:spPr/>
      <dgm:t>
        <a:bodyPr/>
        <a:lstStyle/>
        <a:p>
          <a:endParaRPr lang="en-US" sz="4400" dirty="0"/>
        </a:p>
      </dgm:t>
    </dgm:pt>
    <dgm:pt modelId="{CE41FD71-632E-4473-9ABF-F02517B3437A}" type="parTrans" cxnId="{B0C38E57-B9F7-4F32-8702-EC9433EF1062}">
      <dgm:prSet/>
      <dgm:spPr/>
      <dgm:t>
        <a:bodyPr/>
        <a:lstStyle/>
        <a:p>
          <a:endParaRPr lang="en-US" sz="3200"/>
        </a:p>
      </dgm:t>
    </dgm:pt>
    <dgm:pt modelId="{B5672954-6FCD-4711-97BB-80D28AB011E2}" type="sibTrans" cxnId="{B0C38E57-B9F7-4F32-8702-EC9433EF1062}">
      <dgm:prSet/>
      <dgm:spPr/>
      <dgm:t>
        <a:bodyPr/>
        <a:lstStyle/>
        <a:p>
          <a:endParaRPr lang="en-US" sz="3200"/>
        </a:p>
      </dgm:t>
    </dgm:pt>
    <dgm:pt modelId="{ABC69971-5A46-4E42-997C-FFA2093B7101}">
      <dgm:prSet phldrT="[Text]" custT="1"/>
      <dgm:spPr/>
      <dgm:t>
        <a:bodyPr/>
        <a:lstStyle/>
        <a:p>
          <a:pPr algn="l"/>
          <a:r>
            <a:rPr lang="en-US" sz="4000" dirty="0"/>
            <a:t>Robotics is the intersection of science, engineering and technology that produces machines, called robots, that substitute for (or replicate) human actions. </a:t>
          </a:r>
        </a:p>
      </dgm:t>
    </dgm:pt>
    <dgm:pt modelId="{377613CD-15F3-4D58-87CD-EEB85B3D4843}" type="parTrans" cxnId="{2614672F-706C-4332-8FA3-A79CD22C889E}">
      <dgm:prSet/>
      <dgm:spPr/>
      <dgm:t>
        <a:bodyPr/>
        <a:lstStyle/>
        <a:p>
          <a:endParaRPr lang="en-US" sz="3200"/>
        </a:p>
      </dgm:t>
    </dgm:pt>
    <dgm:pt modelId="{B55055EE-1F84-43A9-ABC7-7866B7DB268F}" type="sibTrans" cxnId="{2614672F-706C-4332-8FA3-A79CD22C889E}">
      <dgm:prSet/>
      <dgm:spPr/>
      <dgm:t>
        <a:bodyPr/>
        <a:lstStyle/>
        <a:p>
          <a:endParaRPr lang="en-US" sz="3200"/>
        </a:p>
      </dgm:t>
    </dgm:pt>
    <dgm:pt modelId="{23AE2A7F-2247-43EC-9561-BDB92D419BE9}">
      <dgm:prSet phldrT="[Text]" custT="1"/>
      <dgm:spPr/>
      <dgm:t>
        <a:bodyPr/>
        <a:lstStyle/>
        <a:p>
          <a:pPr algn="l"/>
          <a:endParaRPr lang="en-US" sz="4000" dirty="0"/>
        </a:p>
      </dgm:t>
    </dgm:pt>
    <dgm:pt modelId="{EF05C358-7CDA-4134-B648-EE22326AAE21}" type="parTrans" cxnId="{C1A7F597-173F-4A99-A479-54386735D2A0}">
      <dgm:prSet/>
      <dgm:spPr/>
      <dgm:t>
        <a:bodyPr/>
        <a:lstStyle/>
        <a:p>
          <a:endParaRPr lang="en-US" sz="3200"/>
        </a:p>
      </dgm:t>
    </dgm:pt>
    <dgm:pt modelId="{DA2FCBF6-B4B5-409D-B568-04D0925D5E1C}" type="sibTrans" cxnId="{C1A7F597-173F-4A99-A479-54386735D2A0}">
      <dgm:prSet/>
      <dgm:spPr/>
      <dgm:t>
        <a:bodyPr/>
        <a:lstStyle/>
        <a:p>
          <a:endParaRPr lang="en-US" sz="3200"/>
        </a:p>
      </dgm:t>
    </dgm:pt>
    <dgm:pt modelId="{1D67DB81-C1B8-4050-BAF6-890F9945EB3B}" type="pres">
      <dgm:prSet presAssocID="{5EEA2ECA-F655-443C-96C7-89668519FFE1}" presName="Name0" presStyleCnt="0">
        <dgm:presLayoutVars>
          <dgm:chMax/>
          <dgm:chPref/>
          <dgm:dir/>
          <dgm:animLvl val="lvl"/>
        </dgm:presLayoutVars>
      </dgm:prSet>
      <dgm:spPr/>
    </dgm:pt>
    <dgm:pt modelId="{7AF59187-BB28-4A9E-9E18-B95267BC17B6}" type="pres">
      <dgm:prSet presAssocID="{39A92B37-AFB4-4A4F-80CF-B3A5A7A54DE5}" presName="composite" presStyleCnt="0"/>
      <dgm:spPr/>
    </dgm:pt>
    <dgm:pt modelId="{6D733559-23A7-49B6-98A2-8D2B6F35F3B9}" type="pres">
      <dgm:prSet presAssocID="{39A92B37-AFB4-4A4F-80CF-B3A5A7A54DE5}" presName="ParentAccentShape" presStyleLbl="trBgShp" presStyleIdx="0" presStyleCnt="2" custLinFactNeighborX="-11451" custLinFactNeighborY="54"/>
      <dgm:spPr/>
    </dgm:pt>
    <dgm:pt modelId="{3CE800E3-7D7B-4628-8F17-B90F1030BC39}" type="pres">
      <dgm:prSet presAssocID="{39A92B37-AFB4-4A4F-80CF-B3A5A7A54DE5}" presName="ParentText" presStyleLbl="revTx" presStyleIdx="0" presStyleCnt="2">
        <dgm:presLayoutVars>
          <dgm:chMax val="1"/>
          <dgm:chPref val="1"/>
          <dgm:bulletEnabled val="1"/>
        </dgm:presLayoutVars>
      </dgm:prSet>
      <dgm:spPr/>
    </dgm:pt>
    <dgm:pt modelId="{60AE551E-2C63-4292-88F8-3E4CD2FCE363}" type="pres">
      <dgm:prSet presAssocID="{39A92B37-AFB4-4A4F-80CF-B3A5A7A54DE5}" presName="ChildText" presStyleLbl="revTx" presStyleIdx="1" presStyleCnt="2" custScaleX="171847" custScaleY="87755" custLinFactNeighborX="8622" custLinFactNeighborY="-6504">
        <dgm:presLayoutVars>
          <dgm:chMax val="0"/>
          <dgm:chPref val="0"/>
        </dgm:presLayoutVars>
      </dgm:prSet>
      <dgm:spPr/>
    </dgm:pt>
    <dgm:pt modelId="{552BFD53-7CB7-43CB-AD0F-7D4FF2777148}" type="pres">
      <dgm:prSet presAssocID="{39A92B37-AFB4-4A4F-80CF-B3A5A7A54DE5}" presName="ChildAccentShape" presStyleLbl="trBgShp" presStyleIdx="1" presStyleCnt="2" custLinFactX="200000" custLinFactNeighborX="295534" custLinFactNeighborY="-602"/>
      <dgm:spPr/>
    </dgm:pt>
    <dgm:pt modelId="{275D190F-A19A-4AFB-8BB3-EC7064DA0A1C}" type="pres">
      <dgm:prSet presAssocID="{39A92B37-AFB4-4A4F-80CF-B3A5A7A54DE5}" presName="Image" presStyleLbl="alignImgPlace1" presStyleIdx="0" presStyleCnt="1" custLinFactNeighborX="-11908" custLinFactNeighborY="181"/>
      <dgm:spPr>
        <a:blipFill>
          <a:blip xmlns:r="http://schemas.openxmlformats.org/officeDocument/2006/relationships" r:embed="rId1">
            <a:extLst>
              <a:ext uri="{28A0092B-C50C-407E-A947-70E740481C1C}">
                <a14:useLocalDpi xmlns:a14="http://schemas.microsoft.com/office/drawing/2010/main" val="0"/>
              </a:ext>
            </a:extLst>
          </a:blip>
          <a:srcRect/>
          <a:stretch>
            <a:fillRect l="-17000" r="-17000"/>
          </a:stretch>
        </a:blipFill>
      </dgm:spPr>
    </dgm:pt>
  </dgm:ptLst>
  <dgm:cxnLst>
    <dgm:cxn modelId="{5E035718-AF8B-4C75-80A5-B654272731C9}" type="presOf" srcId="{39A92B37-AFB4-4A4F-80CF-B3A5A7A54DE5}" destId="{3CE800E3-7D7B-4628-8F17-B90F1030BC39}" srcOrd="0" destOrd="0" presId="urn:microsoft.com/office/officeart/2009/3/layout/SnapshotPictureList"/>
    <dgm:cxn modelId="{2614672F-706C-4332-8FA3-A79CD22C889E}" srcId="{39A92B37-AFB4-4A4F-80CF-B3A5A7A54DE5}" destId="{ABC69971-5A46-4E42-997C-FFA2093B7101}" srcOrd="0" destOrd="0" parTransId="{377613CD-15F3-4D58-87CD-EEB85B3D4843}" sibTransId="{B55055EE-1F84-43A9-ABC7-7866B7DB268F}"/>
    <dgm:cxn modelId="{B0C38E57-B9F7-4F32-8702-EC9433EF1062}" srcId="{5EEA2ECA-F655-443C-96C7-89668519FFE1}" destId="{39A92B37-AFB4-4A4F-80CF-B3A5A7A54DE5}" srcOrd="0" destOrd="0" parTransId="{CE41FD71-632E-4473-9ABF-F02517B3437A}" sibTransId="{B5672954-6FCD-4711-97BB-80D28AB011E2}"/>
    <dgm:cxn modelId="{58F88459-6A70-42F4-954C-AE1150698C19}" type="presOf" srcId="{23AE2A7F-2247-43EC-9561-BDB92D419BE9}" destId="{60AE551E-2C63-4292-88F8-3E4CD2FCE363}" srcOrd="0" destOrd="1" presId="urn:microsoft.com/office/officeart/2009/3/layout/SnapshotPictureList"/>
    <dgm:cxn modelId="{C1A7F597-173F-4A99-A479-54386735D2A0}" srcId="{39A92B37-AFB4-4A4F-80CF-B3A5A7A54DE5}" destId="{23AE2A7F-2247-43EC-9561-BDB92D419BE9}" srcOrd="1" destOrd="0" parTransId="{EF05C358-7CDA-4134-B648-EE22326AAE21}" sibTransId="{DA2FCBF6-B4B5-409D-B568-04D0925D5E1C}"/>
    <dgm:cxn modelId="{BC7856A4-942D-48C2-987D-C0211B3831C2}" type="presOf" srcId="{5EEA2ECA-F655-443C-96C7-89668519FFE1}" destId="{1D67DB81-C1B8-4050-BAF6-890F9945EB3B}" srcOrd="0" destOrd="0" presId="urn:microsoft.com/office/officeart/2009/3/layout/SnapshotPictureList"/>
    <dgm:cxn modelId="{798CEDC6-1350-4492-8405-9ECEAFE7E3D5}" type="presOf" srcId="{ABC69971-5A46-4E42-997C-FFA2093B7101}" destId="{60AE551E-2C63-4292-88F8-3E4CD2FCE363}" srcOrd="0" destOrd="0" presId="urn:microsoft.com/office/officeart/2009/3/layout/SnapshotPictureList"/>
    <dgm:cxn modelId="{4B58338B-FC34-4637-BE35-D31BC5BA63B2}" type="presParOf" srcId="{1D67DB81-C1B8-4050-BAF6-890F9945EB3B}" destId="{7AF59187-BB28-4A9E-9E18-B95267BC17B6}" srcOrd="0" destOrd="0" presId="urn:microsoft.com/office/officeart/2009/3/layout/SnapshotPictureList"/>
    <dgm:cxn modelId="{6E96067F-F26F-4CB5-8C4C-8375177AAEA4}" type="presParOf" srcId="{7AF59187-BB28-4A9E-9E18-B95267BC17B6}" destId="{6D733559-23A7-49B6-98A2-8D2B6F35F3B9}" srcOrd="0" destOrd="0" presId="urn:microsoft.com/office/officeart/2009/3/layout/SnapshotPictureList"/>
    <dgm:cxn modelId="{E4507541-03F0-41C7-BA65-8C0B7F6F1428}" type="presParOf" srcId="{7AF59187-BB28-4A9E-9E18-B95267BC17B6}" destId="{3CE800E3-7D7B-4628-8F17-B90F1030BC39}" srcOrd="1" destOrd="0" presId="urn:microsoft.com/office/officeart/2009/3/layout/SnapshotPictureList"/>
    <dgm:cxn modelId="{8FEC36C0-BBC5-4A22-99AF-FB05BE8B6C2D}" type="presParOf" srcId="{7AF59187-BB28-4A9E-9E18-B95267BC17B6}" destId="{60AE551E-2C63-4292-88F8-3E4CD2FCE363}" srcOrd="2" destOrd="0" presId="urn:microsoft.com/office/officeart/2009/3/layout/SnapshotPictureList"/>
    <dgm:cxn modelId="{7E4BE382-7DD5-4649-8A3A-1FDEE9E27456}" type="presParOf" srcId="{7AF59187-BB28-4A9E-9E18-B95267BC17B6}" destId="{552BFD53-7CB7-43CB-AD0F-7D4FF2777148}" srcOrd="3" destOrd="0" presId="urn:microsoft.com/office/officeart/2009/3/layout/SnapshotPictureList"/>
    <dgm:cxn modelId="{2A2357BD-473A-49DC-AC4C-36F93B9E482C}" type="presParOf" srcId="{7AF59187-BB28-4A9E-9E18-B95267BC17B6}" destId="{275D190F-A19A-4AFB-8BB3-EC7064DA0A1C}" srcOrd="4" destOrd="0" presId="urn:microsoft.com/office/officeart/2009/3/layout/SnapshotPictur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3.xml><?xml version="1.0" encoding="utf-8"?>
<dgm:dataModel xmlns:dgm="http://schemas.openxmlformats.org/drawingml/2006/diagram" xmlns:a="http://schemas.openxmlformats.org/drawingml/2006/main">
  <dgm:ptLst>
    <dgm:pt modelId="{ED35D1CB-25A3-4E51-83DD-DCBF80985314}" type="doc">
      <dgm:prSet loTypeId="urn:microsoft.com/office/officeart/2005/8/layout/vList2" loCatId="list" qsTypeId="urn:microsoft.com/office/officeart/2005/8/quickstyle/simple2" qsCatId="simple" csTypeId="urn:microsoft.com/office/officeart/2005/8/colors/colorful1" csCatId="colorful" phldr="1"/>
      <dgm:spPr/>
      <dgm:t>
        <a:bodyPr/>
        <a:lstStyle/>
        <a:p>
          <a:endParaRPr lang="en-US"/>
        </a:p>
      </dgm:t>
    </dgm:pt>
    <dgm:pt modelId="{7380B8CF-453B-4EF7-AF9D-53199C8EB186}">
      <dgm:prSet phldrT="[Text]"/>
      <dgm:spPr/>
      <dgm:t>
        <a:bodyPr/>
        <a:lstStyle/>
        <a:p>
          <a:r>
            <a:rPr lang="en-US" dirty="0"/>
            <a:t>Robotics involves design, construction, operation, and use of robots. </a:t>
          </a:r>
        </a:p>
      </dgm:t>
    </dgm:pt>
    <dgm:pt modelId="{819B3CE7-5D6E-45A6-A25F-173F7095298E}" type="parTrans" cxnId="{9FEA6B34-D17A-4AAB-9F08-258689164AC7}">
      <dgm:prSet/>
      <dgm:spPr/>
      <dgm:t>
        <a:bodyPr/>
        <a:lstStyle/>
        <a:p>
          <a:endParaRPr lang="en-US">
            <a:solidFill>
              <a:schemeClr val="bg1"/>
            </a:solidFill>
          </a:endParaRPr>
        </a:p>
      </dgm:t>
    </dgm:pt>
    <dgm:pt modelId="{B8310677-EE1F-48DE-9F93-115A71D41646}" type="sibTrans" cxnId="{9FEA6B34-D17A-4AAB-9F08-258689164AC7}">
      <dgm:prSet/>
      <dgm:spPr/>
      <dgm:t>
        <a:bodyPr/>
        <a:lstStyle/>
        <a:p>
          <a:endParaRPr lang="en-US">
            <a:solidFill>
              <a:schemeClr val="bg1"/>
            </a:solidFill>
          </a:endParaRPr>
        </a:p>
      </dgm:t>
    </dgm:pt>
    <dgm:pt modelId="{1AD00158-0FBF-4B6C-960C-ED06E8077AD8}">
      <dgm:prSet phldrT="[Text]"/>
      <dgm:spPr/>
      <dgm:t>
        <a:bodyPr/>
        <a:lstStyle/>
        <a:p>
          <a:r>
            <a:rPr lang="en-US" dirty="0"/>
            <a:t>The goal of robotics is to design intelligent machines that can help and assist humans in their day-to-day lives and keep everyone safe.</a:t>
          </a:r>
        </a:p>
      </dgm:t>
    </dgm:pt>
    <dgm:pt modelId="{1C8C2D1E-5FE7-4B33-92E6-BF5428A05B41}" type="parTrans" cxnId="{D2286630-D17B-4C17-A481-FA093F242B46}">
      <dgm:prSet/>
      <dgm:spPr/>
      <dgm:t>
        <a:bodyPr/>
        <a:lstStyle/>
        <a:p>
          <a:endParaRPr lang="en-US">
            <a:solidFill>
              <a:schemeClr val="bg1"/>
            </a:solidFill>
          </a:endParaRPr>
        </a:p>
      </dgm:t>
    </dgm:pt>
    <dgm:pt modelId="{068F887A-C950-4827-B620-2ECBB454C20F}" type="sibTrans" cxnId="{D2286630-D17B-4C17-A481-FA093F242B46}">
      <dgm:prSet/>
      <dgm:spPr/>
      <dgm:t>
        <a:bodyPr/>
        <a:lstStyle/>
        <a:p>
          <a:endParaRPr lang="en-US">
            <a:solidFill>
              <a:schemeClr val="bg1"/>
            </a:solidFill>
          </a:endParaRPr>
        </a:p>
      </dgm:t>
    </dgm:pt>
    <dgm:pt modelId="{AFBE5BEB-6C93-41F7-9E68-F606C5E96740}">
      <dgm:prSet phldrT="[Text]"/>
      <dgm:spPr/>
      <dgm:t>
        <a:bodyPr/>
        <a:lstStyle/>
        <a:p>
          <a:r>
            <a:rPr lang="en-US" dirty="0">
              <a:cs typeface="Segoe UI Semilight" panose="020B0402040204020203" pitchFamily="34" charset="0"/>
            </a:rPr>
            <a:t>Robots are programmable machines that are usually able to carry out a series of actions autonomously, or semi-autonomously.</a:t>
          </a:r>
          <a:endParaRPr lang="en-US" dirty="0"/>
        </a:p>
      </dgm:t>
    </dgm:pt>
    <dgm:pt modelId="{913874FA-68EE-47FE-A1A3-8B8F1AE087A4}" type="parTrans" cxnId="{DF67FF57-1B58-433A-AEBC-CF9F90A9A29F}">
      <dgm:prSet/>
      <dgm:spPr/>
      <dgm:t>
        <a:bodyPr/>
        <a:lstStyle/>
        <a:p>
          <a:endParaRPr lang="en-US">
            <a:solidFill>
              <a:schemeClr val="bg1"/>
            </a:solidFill>
          </a:endParaRPr>
        </a:p>
      </dgm:t>
    </dgm:pt>
    <dgm:pt modelId="{13EAEDFF-AF93-487D-BCC0-ACD29EC3C81F}" type="sibTrans" cxnId="{DF67FF57-1B58-433A-AEBC-CF9F90A9A29F}">
      <dgm:prSet/>
      <dgm:spPr/>
      <dgm:t>
        <a:bodyPr/>
        <a:lstStyle/>
        <a:p>
          <a:endParaRPr lang="en-US">
            <a:solidFill>
              <a:schemeClr val="bg1"/>
            </a:solidFill>
          </a:endParaRPr>
        </a:p>
      </dgm:t>
    </dgm:pt>
    <dgm:pt modelId="{8926E389-EF37-42A6-87E1-5A197E5FEF16}" type="pres">
      <dgm:prSet presAssocID="{ED35D1CB-25A3-4E51-83DD-DCBF80985314}" presName="linear" presStyleCnt="0">
        <dgm:presLayoutVars>
          <dgm:animLvl val="lvl"/>
          <dgm:resizeHandles val="exact"/>
        </dgm:presLayoutVars>
      </dgm:prSet>
      <dgm:spPr/>
    </dgm:pt>
    <dgm:pt modelId="{A14AA19E-4CA8-4722-8E74-6456BA74EC66}" type="pres">
      <dgm:prSet presAssocID="{7380B8CF-453B-4EF7-AF9D-53199C8EB186}" presName="parentText" presStyleLbl="node1" presStyleIdx="0" presStyleCnt="3">
        <dgm:presLayoutVars>
          <dgm:chMax val="0"/>
          <dgm:bulletEnabled val="1"/>
        </dgm:presLayoutVars>
      </dgm:prSet>
      <dgm:spPr/>
    </dgm:pt>
    <dgm:pt modelId="{07BB5D48-28DA-4FDA-B774-5EE7EC0FF109}" type="pres">
      <dgm:prSet presAssocID="{B8310677-EE1F-48DE-9F93-115A71D41646}" presName="spacer" presStyleCnt="0"/>
      <dgm:spPr/>
    </dgm:pt>
    <dgm:pt modelId="{A8F98469-C2F5-4D7B-B5D9-302EC159B40F}" type="pres">
      <dgm:prSet presAssocID="{1AD00158-0FBF-4B6C-960C-ED06E8077AD8}" presName="parentText" presStyleLbl="node1" presStyleIdx="1" presStyleCnt="3">
        <dgm:presLayoutVars>
          <dgm:chMax val="0"/>
          <dgm:bulletEnabled val="1"/>
        </dgm:presLayoutVars>
      </dgm:prSet>
      <dgm:spPr/>
    </dgm:pt>
    <dgm:pt modelId="{6602B36A-3389-41C1-8BCD-DD41267B858F}" type="pres">
      <dgm:prSet presAssocID="{068F887A-C950-4827-B620-2ECBB454C20F}" presName="spacer" presStyleCnt="0"/>
      <dgm:spPr/>
    </dgm:pt>
    <dgm:pt modelId="{E4BE2949-D72C-40DE-B23F-B8415CF2A0BD}" type="pres">
      <dgm:prSet presAssocID="{AFBE5BEB-6C93-41F7-9E68-F606C5E96740}" presName="parentText" presStyleLbl="node1" presStyleIdx="2" presStyleCnt="3">
        <dgm:presLayoutVars>
          <dgm:chMax val="0"/>
          <dgm:bulletEnabled val="1"/>
        </dgm:presLayoutVars>
      </dgm:prSet>
      <dgm:spPr/>
    </dgm:pt>
  </dgm:ptLst>
  <dgm:cxnLst>
    <dgm:cxn modelId="{A2D34529-36BF-4888-BD28-AD991941D520}" type="presOf" srcId="{7380B8CF-453B-4EF7-AF9D-53199C8EB186}" destId="{A14AA19E-4CA8-4722-8E74-6456BA74EC66}" srcOrd="0" destOrd="0" presId="urn:microsoft.com/office/officeart/2005/8/layout/vList2"/>
    <dgm:cxn modelId="{C8E85C2D-3B04-48F9-B29B-7FC09C789234}" type="presOf" srcId="{AFBE5BEB-6C93-41F7-9E68-F606C5E96740}" destId="{E4BE2949-D72C-40DE-B23F-B8415CF2A0BD}" srcOrd="0" destOrd="0" presId="urn:microsoft.com/office/officeart/2005/8/layout/vList2"/>
    <dgm:cxn modelId="{D2286630-D17B-4C17-A481-FA093F242B46}" srcId="{ED35D1CB-25A3-4E51-83DD-DCBF80985314}" destId="{1AD00158-0FBF-4B6C-960C-ED06E8077AD8}" srcOrd="1" destOrd="0" parTransId="{1C8C2D1E-5FE7-4B33-92E6-BF5428A05B41}" sibTransId="{068F887A-C950-4827-B620-2ECBB454C20F}"/>
    <dgm:cxn modelId="{9FEA6B34-D17A-4AAB-9F08-258689164AC7}" srcId="{ED35D1CB-25A3-4E51-83DD-DCBF80985314}" destId="{7380B8CF-453B-4EF7-AF9D-53199C8EB186}" srcOrd="0" destOrd="0" parTransId="{819B3CE7-5D6E-45A6-A25F-173F7095298E}" sibTransId="{B8310677-EE1F-48DE-9F93-115A71D41646}"/>
    <dgm:cxn modelId="{DF67FF57-1B58-433A-AEBC-CF9F90A9A29F}" srcId="{ED35D1CB-25A3-4E51-83DD-DCBF80985314}" destId="{AFBE5BEB-6C93-41F7-9E68-F606C5E96740}" srcOrd="2" destOrd="0" parTransId="{913874FA-68EE-47FE-A1A3-8B8F1AE087A4}" sibTransId="{13EAEDFF-AF93-487D-BCC0-ACD29EC3C81F}"/>
    <dgm:cxn modelId="{3A3E7790-C4EF-4546-B83E-2039AB23B712}" type="presOf" srcId="{1AD00158-0FBF-4B6C-960C-ED06E8077AD8}" destId="{A8F98469-C2F5-4D7B-B5D9-302EC159B40F}" srcOrd="0" destOrd="0" presId="urn:microsoft.com/office/officeart/2005/8/layout/vList2"/>
    <dgm:cxn modelId="{C0685EA9-86B0-457B-B793-A669AB18F5E5}" type="presOf" srcId="{ED35D1CB-25A3-4E51-83DD-DCBF80985314}" destId="{8926E389-EF37-42A6-87E1-5A197E5FEF16}" srcOrd="0" destOrd="0" presId="urn:microsoft.com/office/officeart/2005/8/layout/vList2"/>
    <dgm:cxn modelId="{7632E724-0707-483F-A388-A2B29034DC37}" type="presParOf" srcId="{8926E389-EF37-42A6-87E1-5A197E5FEF16}" destId="{A14AA19E-4CA8-4722-8E74-6456BA74EC66}" srcOrd="0" destOrd="0" presId="urn:microsoft.com/office/officeart/2005/8/layout/vList2"/>
    <dgm:cxn modelId="{E2156FAE-EF4C-4F15-9531-BD622200872A}" type="presParOf" srcId="{8926E389-EF37-42A6-87E1-5A197E5FEF16}" destId="{07BB5D48-28DA-4FDA-B774-5EE7EC0FF109}" srcOrd="1" destOrd="0" presId="urn:microsoft.com/office/officeart/2005/8/layout/vList2"/>
    <dgm:cxn modelId="{FFF9208D-7CDB-4437-A16F-3F8A56BEBEB0}" type="presParOf" srcId="{8926E389-EF37-42A6-87E1-5A197E5FEF16}" destId="{A8F98469-C2F5-4D7B-B5D9-302EC159B40F}" srcOrd="2" destOrd="0" presId="urn:microsoft.com/office/officeart/2005/8/layout/vList2"/>
    <dgm:cxn modelId="{EC9F8E47-E50E-42B5-BEB3-32A73B48C79E}" type="presParOf" srcId="{8926E389-EF37-42A6-87E1-5A197E5FEF16}" destId="{6602B36A-3389-41C1-8BCD-DD41267B858F}" srcOrd="3" destOrd="0" presId="urn:microsoft.com/office/officeart/2005/8/layout/vList2"/>
    <dgm:cxn modelId="{07960D75-EF22-4813-A0BE-FBD06C8EB936}" type="presParOf" srcId="{8926E389-EF37-42A6-87E1-5A197E5FEF16}" destId="{E4BE2949-D72C-40DE-B23F-B8415CF2A0BD}" srcOrd="4" destOrd="0" presId="urn:microsoft.com/office/officeart/2005/8/layout/vList2"/>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24.xml><?xml version="1.0" encoding="utf-8"?>
<dgm:dataModel xmlns:dgm="http://schemas.openxmlformats.org/drawingml/2006/diagram" xmlns:a="http://schemas.openxmlformats.org/drawingml/2006/main">
  <dgm:ptLst>
    <dgm:pt modelId="{53514614-4888-450C-858E-9F60A750AB5A}" type="doc">
      <dgm:prSet loTypeId="urn:microsoft.com/office/officeart/2005/8/layout/vList6" loCatId="list" qsTypeId="urn:microsoft.com/office/officeart/2005/8/quickstyle/simple2" qsCatId="simple" csTypeId="urn:microsoft.com/office/officeart/2005/8/colors/colorful1" csCatId="colorful" phldr="1"/>
      <dgm:spPr/>
      <dgm:t>
        <a:bodyPr/>
        <a:lstStyle/>
        <a:p>
          <a:endParaRPr lang="en-US"/>
        </a:p>
      </dgm:t>
    </dgm:pt>
    <dgm:pt modelId="{388BFEDE-906E-4E30-A8BF-F79AFDCEF714}">
      <dgm:prSet custT="1"/>
      <dgm:spPr/>
      <dgm:t>
        <a:bodyPr/>
        <a:lstStyle/>
        <a:p>
          <a:r>
            <a:rPr lang="en-US" sz="2800" b="0" i="0" dirty="0"/>
            <a:t>Robots consist of some sort of mechanical construction. </a:t>
          </a:r>
          <a:endParaRPr lang="en-US" sz="2800" dirty="0"/>
        </a:p>
      </dgm:t>
    </dgm:pt>
    <dgm:pt modelId="{D912221C-4DE8-428D-9022-FFF1FC35BCB7}" type="parTrans" cxnId="{539D18B8-19F6-4A86-B5E7-A16A8F9B50E6}">
      <dgm:prSet/>
      <dgm:spPr/>
      <dgm:t>
        <a:bodyPr/>
        <a:lstStyle/>
        <a:p>
          <a:endParaRPr lang="en-US" sz="2400"/>
        </a:p>
      </dgm:t>
    </dgm:pt>
    <dgm:pt modelId="{A90F4FD4-1299-40A0-AFA6-6D1A758F2FE9}" type="sibTrans" cxnId="{539D18B8-19F6-4A86-B5E7-A16A8F9B50E6}">
      <dgm:prSet/>
      <dgm:spPr/>
      <dgm:t>
        <a:bodyPr/>
        <a:lstStyle/>
        <a:p>
          <a:endParaRPr lang="en-US" sz="2400"/>
        </a:p>
      </dgm:t>
    </dgm:pt>
    <dgm:pt modelId="{60741FD4-4A01-43C4-AFC3-0A121834A41F}">
      <dgm:prSet custT="1"/>
      <dgm:spPr/>
      <dgm:t>
        <a:bodyPr/>
        <a:lstStyle/>
        <a:p>
          <a:r>
            <a:rPr lang="en-US" sz="2800" b="0" i="0" dirty="0"/>
            <a:t>The mechanical aspect of a robot helps it complete tasks in the environment for which it’s designed.</a:t>
          </a:r>
          <a:endParaRPr lang="en-US" sz="2800" dirty="0"/>
        </a:p>
      </dgm:t>
    </dgm:pt>
    <dgm:pt modelId="{1A87FD1A-1F7A-4964-93D2-4CC7C0C47095}" type="parTrans" cxnId="{632BEBC3-37E3-4B7A-BC6F-F84D5E63787E}">
      <dgm:prSet/>
      <dgm:spPr/>
      <dgm:t>
        <a:bodyPr/>
        <a:lstStyle/>
        <a:p>
          <a:endParaRPr lang="en-US" sz="2400"/>
        </a:p>
      </dgm:t>
    </dgm:pt>
    <dgm:pt modelId="{A5513F3D-52DF-4906-96F0-F27C2AAA271A}" type="sibTrans" cxnId="{632BEBC3-37E3-4B7A-BC6F-F84D5E63787E}">
      <dgm:prSet/>
      <dgm:spPr/>
      <dgm:t>
        <a:bodyPr/>
        <a:lstStyle/>
        <a:p>
          <a:endParaRPr lang="en-US" sz="2400"/>
        </a:p>
      </dgm:t>
    </dgm:pt>
    <dgm:pt modelId="{F7B9DD37-4484-4CC3-A599-B2CEFCBAEFCD}">
      <dgm:prSet custT="1"/>
      <dgm:spPr/>
      <dgm:t>
        <a:bodyPr/>
        <a:lstStyle/>
        <a:p>
          <a:r>
            <a:rPr lang="en-US" sz="2800" b="0" i="0" dirty="0"/>
            <a:t>Robots need electrical components that control and power the machinery. </a:t>
          </a:r>
          <a:endParaRPr lang="en-US" sz="2800" dirty="0"/>
        </a:p>
      </dgm:t>
    </dgm:pt>
    <dgm:pt modelId="{4F73AB52-C35E-48CB-891C-C7E41B0D85ED}" type="parTrans" cxnId="{74E1A972-545F-41DE-A4A4-5AA9ED2B6DF1}">
      <dgm:prSet/>
      <dgm:spPr/>
      <dgm:t>
        <a:bodyPr/>
        <a:lstStyle/>
        <a:p>
          <a:endParaRPr lang="en-US" sz="2400"/>
        </a:p>
      </dgm:t>
    </dgm:pt>
    <dgm:pt modelId="{0A045C64-CD11-4DBE-ABAB-F9D1421AC4A5}" type="sibTrans" cxnId="{74E1A972-545F-41DE-A4A4-5AA9ED2B6DF1}">
      <dgm:prSet/>
      <dgm:spPr/>
      <dgm:t>
        <a:bodyPr/>
        <a:lstStyle/>
        <a:p>
          <a:endParaRPr lang="en-US" sz="2400"/>
        </a:p>
      </dgm:t>
    </dgm:pt>
    <dgm:pt modelId="{225BEE9C-DA3C-4D67-B955-3B7DE64DEC23}">
      <dgm:prSet custT="1"/>
      <dgm:spPr/>
      <dgm:t>
        <a:bodyPr/>
        <a:lstStyle/>
        <a:p>
          <a:r>
            <a:rPr lang="en-US" sz="2800" b="0" i="0" dirty="0"/>
            <a:t>An electric current ( e.g., a battery) is needed to power a large majority of robots.</a:t>
          </a:r>
          <a:endParaRPr lang="en-US" sz="2800" dirty="0"/>
        </a:p>
      </dgm:t>
    </dgm:pt>
    <dgm:pt modelId="{DC8D5AD6-C981-45A2-8658-C064BA70A82B}" type="parTrans" cxnId="{6A4F48B5-609D-4ACF-B745-5F899AB6BAD6}">
      <dgm:prSet/>
      <dgm:spPr/>
      <dgm:t>
        <a:bodyPr/>
        <a:lstStyle/>
        <a:p>
          <a:endParaRPr lang="en-US" sz="2400"/>
        </a:p>
      </dgm:t>
    </dgm:pt>
    <dgm:pt modelId="{1610F7A2-67A8-4708-A23F-1C3595F92627}" type="sibTrans" cxnId="{6A4F48B5-609D-4ACF-B745-5F899AB6BAD6}">
      <dgm:prSet/>
      <dgm:spPr/>
      <dgm:t>
        <a:bodyPr/>
        <a:lstStyle/>
        <a:p>
          <a:endParaRPr lang="en-US" sz="2400"/>
        </a:p>
      </dgm:t>
    </dgm:pt>
    <dgm:pt modelId="{AC69CA39-5308-411D-9911-DD0C8752762F}">
      <dgm:prSet custT="1"/>
      <dgm:spPr/>
      <dgm:t>
        <a:bodyPr/>
        <a:lstStyle/>
        <a:p>
          <a:r>
            <a:rPr lang="en-US" sz="2800" b="0" i="0" dirty="0"/>
            <a:t>Robots contain at least some level of computer programming.</a:t>
          </a:r>
          <a:endParaRPr lang="en-US" sz="2800" dirty="0"/>
        </a:p>
      </dgm:t>
    </dgm:pt>
    <dgm:pt modelId="{4BE9D2B4-AFDC-46DD-8AC4-A59FA289612A}" type="parTrans" cxnId="{37E9C076-D79E-41C1-8977-EF995D3AE663}">
      <dgm:prSet/>
      <dgm:spPr/>
      <dgm:t>
        <a:bodyPr/>
        <a:lstStyle/>
        <a:p>
          <a:endParaRPr lang="en-US" sz="2400"/>
        </a:p>
      </dgm:t>
    </dgm:pt>
    <dgm:pt modelId="{7A5861E8-1E51-4DAE-ADB0-5F81272AF397}" type="sibTrans" cxnId="{37E9C076-D79E-41C1-8977-EF995D3AE663}">
      <dgm:prSet/>
      <dgm:spPr/>
      <dgm:t>
        <a:bodyPr/>
        <a:lstStyle/>
        <a:p>
          <a:endParaRPr lang="en-US" sz="2400"/>
        </a:p>
      </dgm:t>
    </dgm:pt>
    <dgm:pt modelId="{A0703D32-1ED6-4C64-AA8A-1CB854BE6B22}">
      <dgm:prSet custT="1"/>
      <dgm:spPr/>
      <dgm:t>
        <a:bodyPr/>
        <a:lstStyle/>
        <a:p>
          <a:r>
            <a:rPr lang="en-US" sz="2800" b="0" i="0" dirty="0"/>
            <a:t>Without a set of code telling it what to do, a robot would just be another piece of simple machinery. </a:t>
          </a:r>
          <a:endParaRPr lang="en-US" sz="2800" dirty="0"/>
        </a:p>
      </dgm:t>
    </dgm:pt>
    <dgm:pt modelId="{3EC9DCBC-EBA8-4BD7-A524-5C8C3AAF502A}" type="parTrans" cxnId="{3221E7D7-16A1-4725-8E23-84531E3EF531}">
      <dgm:prSet/>
      <dgm:spPr/>
      <dgm:t>
        <a:bodyPr/>
        <a:lstStyle/>
        <a:p>
          <a:endParaRPr lang="en-US" sz="2400"/>
        </a:p>
      </dgm:t>
    </dgm:pt>
    <dgm:pt modelId="{E93B72D8-12C3-46A8-BE69-D268CCC525C1}" type="sibTrans" cxnId="{3221E7D7-16A1-4725-8E23-84531E3EF531}">
      <dgm:prSet/>
      <dgm:spPr/>
      <dgm:t>
        <a:bodyPr/>
        <a:lstStyle/>
        <a:p>
          <a:endParaRPr lang="en-US" sz="2400"/>
        </a:p>
      </dgm:t>
    </dgm:pt>
    <dgm:pt modelId="{9301ECA7-08E7-48CD-A5F7-F087B4558E24}" type="pres">
      <dgm:prSet presAssocID="{53514614-4888-450C-858E-9F60A750AB5A}" presName="Name0" presStyleCnt="0">
        <dgm:presLayoutVars>
          <dgm:dir/>
          <dgm:animLvl val="lvl"/>
          <dgm:resizeHandles/>
        </dgm:presLayoutVars>
      </dgm:prSet>
      <dgm:spPr/>
    </dgm:pt>
    <dgm:pt modelId="{45570BD8-554E-4741-8035-2C11D48CABAA}" type="pres">
      <dgm:prSet presAssocID="{388BFEDE-906E-4E30-A8BF-F79AFDCEF714}" presName="linNode" presStyleCnt="0"/>
      <dgm:spPr/>
    </dgm:pt>
    <dgm:pt modelId="{ADFF3E87-9D69-4E10-A4AE-DB5E20B1421E}" type="pres">
      <dgm:prSet presAssocID="{388BFEDE-906E-4E30-A8BF-F79AFDCEF714}" presName="parentShp" presStyleLbl="node1" presStyleIdx="0" presStyleCnt="3">
        <dgm:presLayoutVars>
          <dgm:bulletEnabled val="1"/>
        </dgm:presLayoutVars>
      </dgm:prSet>
      <dgm:spPr/>
    </dgm:pt>
    <dgm:pt modelId="{91767E98-B47E-45C0-AE9A-F072019E2184}" type="pres">
      <dgm:prSet presAssocID="{388BFEDE-906E-4E30-A8BF-F79AFDCEF714}" presName="childShp" presStyleLbl="bgAccFollowNode1" presStyleIdx="0" presStyleCnt="3">
        <dgm:presLayoutVars>
          <dgm:bulletEnabled val="1"/>
        </dgm:presLayoutVars>
      </dgm:prSet>
      <dgm:spPr/>
    </dgm:pt>
    <dgm:pt modelId="{84B37B20-D3A7-42D9-B881-786D0DA75925}" type="pres">
      <dgm:prSet presAssocID="{A90F4FD4-1299-40A0-AFA6-6D1A758F2FE9}" presName="spacing" presStyleCnt="0"/>
      <dgm:spPr/>
    </dgm:pt>
    <dgm:pt modelId="{AF0E53AB-7313-4005-8903-3AC90C2648B7}" type="pres">
      <dgm:prSet presAssocID="{F7B9DD37-4484-4CC3-A599-B2CEFCBAEFCD}" presName="linNode" presStyleCnt="0"/>
      <dgm:spPr/>
    </dgm:pt>
    <dgm:pt modelId="{48068FF0-345E-4DE8-899B-0FEDF58704FC}" type="pres">
      <dgm:prSet presAssocID="{F7B9DD37-4484-4CC3-A599-B2CEFCBAEFCD}" presName="parentShp" presStyleLbl="node1" presStyleIdx="1" presStyleCnt="3">
        <dgm:presLayoutVars>
          <dgm:bulletEnabled val="1"/>
        </dgm:presLayoutVars>
      </dgm:prSet>
      <dgm:spPr/>
    </dgm:pt>
    <dgm:pt modelId="{74F6524E-43DF-4855-AACD-D24931CF8385}" type="pres">
      <dgm:prSet presAssocID="{F7B9DD37-4484-4CC3-A599-B2CEFCBAEFCD}" presName="childShp" presStyleLbl="bgAccFollowNode1" presStyleIdx="1" presStyleCnt="3">
        <dgm:presLayoutVars>
          <dgm:bulletEnabled val="1"/>
        </dgm:presLayoutVars>
      </dgm:prSet>
      <dgm:spPr/>
    </dgm:pt>
    <dgm:pt modelId="{419BDE5C-9A6E-4A00-A162-E60CAF4724C2}" type="pres">
      <dgm:prSet presAssocID="{0A045C64-CD11-4DBE-ABAB-F9D1421AC4A5}" presName="spacing" presStyleCnt="0"/>
      <dgm:spPr/>
    </dgm:pt>
    <dgm:pt modelId="{192C9CBC-9A04-4E80-8900-8EF3C7E61C1F}" type="pres">
      <dgm:prSet presAssocID="{AC69CA39-5308-411D-9911-DD0C8752762F}" presName="linNode" presStyleCnt="0"/>
      <dgm:spPr/>
    </dgm:pt>
    <dgm:pt modelId="{691AEBCD-6507-4752-8422-8C7CCAA14269}" type="pres">
      <dgm:prSet presAssocID="{AC69CA39-5308-411D-9911-DD0C8752762F}" presName="parentShp" presStyleLbl="node1" presStyleIdx="2" presStyleCnt="3">
        <dgm:presLayoutVars>
          <dgm:bulletEnabled val="1"/>
        </dgm:presLayoutVars>
      </dgm:prSet>
      <dgm:spPr/>
    </dgm:pt>
    <dgm:pt modelId="{86AA553D-52FD-460D-BB75-3D4584C6CAC8}" type="pres">
      <dgm:prSet presAssocID="{AC69CA39-5308-411D-9911-DD0C8752762F}" presName="childShp" presStyleLbl="bgAccFollowNode1" presStyleIdx="2" presStyleCnt="3">
        <dgm:presLayoutVars>
          <dgm:bulletEnabled val="1"/>
        </dgm:presLayoutVars>
      </dgm:prSet>
      <dgm:spPr/>
    </dgm:pt>
  </dgm:ptLst>
  <dgm:cxnLst>
    <dgm:cxn modelId="{D3D6AD12-ADAF-41E1-A3A2-0ADCF7E5C217}" type="presOf" srcId="{53514614-4888-450C-858E-9F60A750AB5A}" destId="{9301ECA7-08E7-48CD-A5F7-F087B4558E24}" srcOrd="0" destOrd="0" presId="urn:microsoft.com/office/officeart/2005/8/layout/vList6"/>
    <dgm:cxn modelId="{844A8B3B-FA7F-4F57-8D72-8DC3766D3F2C}" type="presOf" srcId="{F7B9DD37-4484-4CC3-A599-B2CEFCBAEFCD}" destId="{48068FF0-345E-4DE8-899B-0FEDF58704FC}" srcOrd="0" destOrd="0" presId="urn:microsoft.com/office/officeart/2005/8/layout/vList6"/>
    <dgm:cxn modelId="{AEABD850-F3F8-4C58-8784-337AB92CE6E1}" type="presOf" srcId="{388BFEDE-906E-4E30-A8BF-F79AFDCEF714}" destId="{ADFF3E87-9D69-4E10-A4AE-DB5E20B1421E}" srcOrd="0" destOrd="0" presId="urn:microsoft.com/office/officeart/2005/8/layout/vList6"/>
    <dgm:cxn modelId="{74E1A972-545F-41DE-A4A4-5AA9ED2B6DF1}" srcId="{53514614-4888-450C-858E-9F60A750AB5A}" destId="{F7B9DD37-4484-4CC3-A599-B2CEFCBAEFCD}" srcOrd="1" destOrd="0" parTransId="{4F73AB52-C35E-48CB-891C-C7E41B0D85ED}" sibTransId="{0A045C64-CD11-4DBE-ABAB-F9D1421AC4A5}"/>
    <dgm:cxn modelId="{37E9C076-D79E-41C1-8977-EF995D3AE663}" srcId="{53514614-4888-450C-858E-9F60A750AB5A}" destId="{AC69CA39-5308-411D-9911-DD0C8752762F}" srcOrd="2" destOrd="0" parTransId="{4BE9D2B4-AFDC-46DD-8AC4-A59FA289612A}" sibTransId="{7A5861E8-1E51-4DAE-ADB0-5F81272AF397}"/>
    <dgm:cxn modelId="{07190F78-36B1-4475-ABA8-711572D94109}" type="presOf" srcId="{A0703D32-1ED6-4C64-AA8A-1CB854BE6B22}" destId="{86AA553D-52FD-460D-BB75-3D4584C6CAC8}" srcOrd="0" destOrd="0" presId="urn:microsoft.com/office/officeart/2005/8/layout/vList6"/>
    <dgm:cxn modelId="{2E21B09B-149D-4310-A4BE-34C0EF911B01}" type="presOf" srcId="{60741FD4-4A01-43C4-AFC3-0A121834A41F}" destId="{91767E98-B47E-45C0-AE9A-F072019E2184}" srcOrd="0" destOrd="0" presId="urn:microsoft.com/office/officeart/2005/8/layout/vList6"/>
    <dgm:cxn modelId="{6A4F48B5-609D-4ACF-B745-5F899AB6BAD6}" srcId="{F7B9DD37-4484-4CC3-A599-B2CEFCBAEFCD}" destId="{225BEE9C-DA3C-4D67-B955-3B7DE64DEC23}" srcOrd="0" destOrd="0" parTransId="{DC8D5AD6-C981-45A2-8658-C064BA70A82B}" sibTransId="{1610F7A2-67A8-4708-A23F-1C3595F92627}"/>
    <dgm:cxn modelId="{539D18B8-19F6-4A86-B5E7-A16A8F9B50E6}" srcId="{53514614-4888-450C-858E-9F60A750AB5A}" destId="{388BFEDE-906E-4E30-A8BF-F79AFDCEF714}" srcOrd="0" destOrd="0" parTransId="{D912221C-4DE8-428D-9022-FFF1FC35BCB7}" sibTransId="{A90F4FD4-1299-40A0-AFA6-6D1A758F2FE9}"/>
    <dgm:cxn modelId="{632BEBC3-37E3-4B7A-BC6F-F84D5E63787E}" srcId="{388BFEDE-906E-4E30-A8BF-F79AFDCEF714}" destId="{60741FD4-4A01-43C4-AFC3-0A121834A41F}" srcOrd="0" destOrd="0" parTransId="{1A87FD1A-1F7A-4964-93D2-4CC7C0C47095}" sibTransId="{A5513F3D-52DF-4906-96F0-F27C2AAA271A}"/>
    <dgm:cxn modelId="{5BD426C7-37FB-49DA-8523-70325F70A3E7}" type="presOf" srcId="{225BEE9C-DA3C-4D67-B955-3B7DE64DEC23}" destId="{74F6524E-43DF-4855-AACD-D24931CF8385}" srcOrd="0" destOrd="0" presId="urn:microsoft.com/office/officeart/2005/8/layout/vList6"/>
    <dgm:cxn modelId="{3221E7D7-16A1-4725-8E23-84531E3EF531}" srcId="{AC69CA39-5308-411D-9911-DD0C8752762F}" destId="{A0703D32-1ED6-4C64-AA8A-1CB854BE6B22}" srcOrd="0" destOrd="0" parTransId="{3EC9DCBC-EBA8-4BD7-A524-5C8C3AAF502A}" sibTransId="{E93B72D8-12C3-46A8-BE69-D268CCC525C1}"/>
    <dgm:cxn modelId="{08B0C4F4-2418-4AD1-A691-9B03C1CB4AB0}" type="presOf" srcId="{AC69CA39-5308-411D-9911-DD0C8752762F}" destId="{691AEBCD-6507-4752-8422-8C7CCAA14269}" srcOrd="0" destOrd="0" presId="urn:microsoft.com/office/officeart/2005/8/layout/vList6"/>
    <dgm:cxn modelId="{A8E6A55E-BB93-409F-8F2F-7E112704C69C}" type="presParOf" srcId="{9301ECA7-08E7-48CD-A5F7-F087B4558E24}" destId="{45570BD8-554E-4741-8035-2C11D48CABAA}" srcOrd="0" destOrd="0" presId="urn:microsoft.com/office/officeart/2005/8/layout/vList6"/>
    <dgm:cxn modelId="{C08DB2EC-BFE0-4DDC-ACC9-0BBF49018351}" type="presParOf" srcId="{45570BD8-554E-4741-8035-2C11D48CABAA}" destId="{ADFF3E87-9D69-4E10-A4AE-DB5E20B1421E}" srcOrd="0" destOrd="0" presId="urn:microsoft.com/office/officeart/2005/8/layout/vList6"/>
    <dgm:cxn modelId="{B7A01555-E688-4E98-A65C-48C8DE2ABF56}" type="presParOf" srcId="{45570BD8-554E-4741-8035-2C11D48CABAA}" destId="{91767E98-B47E-45C0-AE9A-F072019E2184}" srcOrd="1" destOrd="0" presId="urn:microsoft.com/office/officeart/2005/8/layout/vList6"/>
    <dgm:cxn modelId="{99F1BCD4-AA15-4689-AC68-C12969E1D563}" type="presParOf" srcId="{9301ECA7-08E7-48CD-A5F7-F087B4558E24}" destId="{84B37B20-D3A7-42D9-B881-786D0DA75925}" srcOrd="1" destOrd="0" presId="urn:microsoft.com/office/officeart/2005/8/layout/vList6"/>
    <dgm:cxn modelId="{5DB02D32-FDB7-45A9-A5D2-5E0B05544FBC}" type="presParOf" srcId="{9301ECA7-08E7-48CD-A5F7-F087B4558E24}" destId="{AF0E53AB-7313-4005-8903-3AC90C2648B7}" srcOrd="2" destOrd="0" presId="urn:microsoft.com/office/officeart/2005/8/layout/vList6"/>
    <dgm:cxn modelId="{3F9F2147-9B25-492A-AE86-D241DE2C3872}" type="presParOf" srcId="{AF0E53AB-7313-4005-8903-3AC90C2648B7}" destId="{48068FF0-345E-4DE8-899B-0FEDF58704FC}" srcOrd="0" destOrd="0" presId="urn:microsoft.com/office/officeart/2005/8/layout/vList6"/>
    <dgm:cxn modelId="{41C6F389-5D78-4AAA-8E51-DA1840627DF0}" type="presParOf" srcId="{AF0E53AB-7313-4005-8903-3AC90C2648B7}" destId="{74F6524E-43DF-4855-AACD-D24931CF8385}" srcOrd="1" destOrd="0" presId="urn:microsoft.com/office/officeart/2005/8/layout/vList6"/>
    <dgm:cxn modelId="{0F8CEEC0-9DB2-4B47-8810-CF461373C58C}" type="presParOf" srcId="{9301ECA7-08E7-48CD-A5F7-F087B4558E24}" destId="{419BDE5C-9A6E-4A00-A162-E60CAF4724C2}" srcOrd="3" destOrd="0" presId="urn:microsoft.com/office/officeart/2005/8/layout/vList6"/>
    <dgm:cxn modelId="{9B9E3C59-1CA6-4612-B79C-B0676EDDD12A}" type="presParOf" srcId="{9301ECA7-08E7-48CD-A5F7-F087B4558E24}" destId="{192C9CBC-9A04-4E80-8900-8EF3C7E61C1F}" srcOrd="4" destOrd="0" presId="urn:microsoft.com/office/officeart/2005/8/layout/vList6"/>
    <dgm:cxn modelId="{A060DE49-1CE7-44A8-954F-DB29E6E3263F}" type="presParOf" srcId="{192C9CBC-9A04-4E80-8900-8EF3C7E61C1F}" destId="{691AEBCD-6507-4752-8422-8C7CCAA14269}" srcOrd="0" destOrd="0" presId="urn:microsoft.com/office/officeart/2005/8/layout/vList6"/>
    <dgm:cxn modelId="{F20CC967-42A3-48E9-B5AB-47500CFB9C9F}" type="presParOf" srcId="{192C9CBC-9A04-4E80-8900-8EF3C7E61C1F}" destId="{86AA553D-52FD-460D-BB75-3D4584C6CAC8}" srcOrd="1" destOrd="0" presId="urn:microsoft.com/office/officeart/2005/8/layout/vList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5.xml><?xml version="1.0" encoding="utf-8"?>
<dgm:dataModel xmlns:dgm="http://schemas.openxmlformats.org/drawingml/2006/diagram" xmlns:a="http://schemas.openxmlformats.org/drawingml/2006/main">
  <dgm:ptLst>
    <dgm:pt modelId="{53514614-4888-450C-858E-9F60A750AB5A}" type="doc">
      <dgm:prSet loTypeId="urn:microsoft.com/office/officeart/2005/8/layout/vList6" loCatId="list" qsTypeId="urn:microsoft.com/office/officeart/2005/8/quickstyle/simple2" qsCatId="simple" csTypeId="urn:microsoft.com/office/officeart/2005/8/colors/colorful1" csCatId="colorful" phldr="1"/>
      <dgm:spPr/>
      <dgm:t>
        <a:bodyPr/>
        <a:lstStyle/>
        <a:p>
          <a:endParaRPr lang="en-US"/>
        </a:p>
      </dgm:t>
    </dgm:pt>
    <dgm:pt modelId="{A2BB8130-1DC0-49CA-A334-C3DBABE4B7C1}">
      <dgm:prSet custT="1"/>
      <dgm:spPr/>
      <dgm:t>
        <a:bodyPr/>
        <a:lstStyle/>
        <a:p>
          <a:r>
            <a:rPr lang="en-US" sz="4000" b="0" i="0" dirty="0"/>
            <a:t>Pre-Programmed Robots</a:t>
          </a:r>
        </a:p>
      </dgm:t>
    </dgm:pt>
    <dgm:pt modelId="{51F100C5-3D3E-4536-9304-A4840FB06C32}" type="parTrans" cxnId="{36BF9349-DBD5-46DD-8FEF-5350FEA384BC}">
      <dgm:prSet/>
      <dgm:spPr/>
      <dgm:t>
        <a:bodyPr/>
        <a:lstStyle/>
        <a:p>
          <a:endParaRPr lang="en-US"/>
        </a:p>
      </dgm:t>
    </dgm:pt>
    <dgm:pt modelId="{7ACEF465-3C0B-4413-968C-153E3E7D688E}" type="sibTrans" cxnId="{36BF9349-DBD5-46DD-8FEF-5350FEA384BC}">
      <dgm:prSet/>
      <dgm:spPr/>
      <dgm:t>
        <a:bodyPr/>
        <a:lstStyle/>
        <a:p>
          <a:endParaRPr lang="en-US"/>
        </a:p>
      </dgm:t>
    </dgm:pt>
    <dgm:pt modelId="{1BE45589-4362-4BA6-B55E-0C461CA0D9D7}">
      <dgm:prSet custT="1"/>
      <dgm:spPr/>
      <dgm:t>
        <a:bodyPr/>
        <a:lstStyle/>
        <a:p>
          <a:r>
            <a:rPr lang="en-US" sz="4000" b="0" i="0" dirty="0"/>
            <a:t>Humanoid Robots</a:t>
          </a:r>
        </a:p>
      </dgm:t>
    </dgm:pt>
    <dgm:pt modelId="{14EB6046-580E-47EC-9F3F-C75B20419BBD}" type="parTrans" cxnId="{C29B872D-6287-420F-8272-DF6A88770321}">
      <dgm:prSet/>
      <dgm:spPr/>
      <dgm:t>
        <a:bodyPr/>
        <a:lstStyle/>
        <a:p>
          <a:endParaRPr lang="en-US"/>
        </a:p>
      </dgm:t>
    </dgm:pt>
    <dgm:pt modelId="{04F70942-E9FD-4E8A-89C8-3EC5C67317B7}" type="sibTrans" cxnId="{C29B872D-6287-420F-8272-DF6A88770321}">
      <dgm:prSet/>
      <dgm:spPr/>
      <dgm:t>
        <a:bodyPr/>
        <a:lstStyle/>
        <a:p>
          <a:endParaRPr lang="en-US"/>
        </a:p>
      </dgm:t>
    </dgm:pt>
    <dgm:pt modelId="{E27DE23F-20C1-407C-AA82-6FEF8D5011BE}">
      <dgm:prSet/>
      <dgm:spPr/>
      <dgm:t>
        <a:bodyPr/>
        <a:lstStyle/>
        <a:p>
          <a:r>
            <a:rPr lang="en-US" b="0" i="0" dirty="0"/>
            <a:t>Pre-programmed robots operate in a controlled environment where they do simple, monotonous tasks. An example of a pre-programmed robot would be a mechanical arm on an automotive assembly line.</a:t>
          </a:r>
        </a:p>
      </dgm:t>
    </dgm:pt>
    <dgm:pt modelId="{C77FEDE2-E691-4B5D-BD66-6D75C00D906D}" type="parTrans" cxnId="{E5191911-D068-4616-9F37-D29769D3FD9D}">
      <dgm:prSet/>
      <dgm:spPr/>
      <dgm:t>
        <a:bodyPr/>
        <a:lstStyle/>
        <a:p>
          <a:endParaRPr lang="en-US"/>
        </a:p>
      </dgm:t>
    </dgm:pt>
    <dgm:pt modelId="{A0602866-5289-4CF1-8281-79943C7C6771}" type="sibTrans" cxnId="{E5191911-D068-4616-9F37-D29769D3FD9D}">
      <dgm:prSet/>
      <dgm:spPr/>
      <dgm:t>
        <a:bodyPr/>
        <a:lstStyle/>
        <a:p>
          <a:endParaRPr lang="en-US"/>
        </a:p>
      </dgm:t>
    </dgm:pt>
    <dgm:pt modelId="{6BAFAD33-4C8B-478F-BB79-5C89D7F552E4}">
      <dgm:prSet/>
      <dgm:spPr/>
      <dgm:t>
        <a:bodyPr/>
        <a:lstStyle/>
        <a:p>
          <a:r>
            <a:rPr lang="en-US" b="0" i="0" dirty="0"/>
            <a:t>Humanoid robots are robots that look like and/or mimic human behavior. These robots usually perform human-like activities (like running, jumping and carrying objects), and are sometimes designed to look like us, even having human faces and expressions. </a:t>
          </a:r>
        </a:p>
      </dgm:t>
    </dgm:pt>
    <dgm:pt modelId="{02533C0E-3FDB-42C7-86D7-C787199EE091}" type="parTrans" cxnId="{F2788888-DABA-42E8-B293-5579CD0C0B69}">
      <dgm:prSet/>
      <dgm:spPr/>
      <dgm:t>
        <a:bodyPr/>
        <a:lstStyle/>
        <a:p>
          <a:endParaRPr lang="en-US"/>
        </a:p>
      </dgm:t>
    </dgm:pt>
    <dgm:pt modelId="{DDBCE60B-1F85-4A88-96CB-97496ABFA3DB}" type="sibTrans" cxnId="{F2788888-DABA-42E8-B293-5579CD0C0B69}">
      <dgm:prSet/>
      <dgm:spPr/>
      <dgm:t>
        <a:bodyPr/>
        <a:lstStyle/>
        <a:p>
          <a:endParaRPr lang="en-US"/>
        </a:p>
      </dgm:t>
    </dgm:pt>
    <dgm:pt modelId="{139B0875-66C2-4B9F-88B2-8E1A309CA45A}" type="pres">
      <dgm:prSet presAssocID="{53514614-4888-450C-858E-9F60A750AB5A}" presName="Name0" presStyleCnt="0">
        <dgm:presLayoutVars>
          <dgm:dir/>
          <dgm:animLvl val="lvl"/>
          <dgm:resizeHandles/>
        </dgm:presLayoutVars>
      </dgm:prSet>
      <dgm:spPr/>
    </dgm:pt>
    <dgm:pt modelId="{6517604F-0DB3-45F0-8C30-45B334F13EB1}" type="pres">
      <dgm:prSet presAssocID="{A2BB8130-1DC0-49CA-A334-C3DBABE4B7C1}" presName="linNode" presStyleCnt="0"/>
      <dgm:spPr/>
    </dgm:pt>
    <dgm:pt modelId="{0D3C5BB1-2109-49FB-81C3-05917E62464F}" type="pres">
      <dgm:prSet presAssocID="{A2BB8130-1DC0-49CA-A334-C3DBABE4B7C1}" presName="parentShp" presStyleLbl="node1" presStyleIdx="0" presStyleCnt="2" custScaleX="70404">
        <dgm:presLayoutVars>
          <dgm:bulletEnabled val="1"/>
        </dgm:presLayoutVars>
      </dgm:prSet>
      <dgm:spPr/>
    </dgm:pt>
    <dgm:pt modelId="{073CCFA4-DE09-4B93-A8F4-11AFD6B740C8}" type="pres">
      <dgm:prSet presAssocID="{A2BB8130-1DC0-49CA-A334-C3DBABE4B7C1}" presName="childShp" presStyleLbl="bgAccFollowNode1" presStyleIdx="0" presStyleCnt="2">
        <dgm:presLayoutVars>
          <dgm:bulletEnabled val="1"/>
        </dgm:presLayoutVars>
      </dgm:prSet>
      <dgm:spPr/>
    </dgm:pt>
    <dgm:pt modelId="{A545B428-A7F8-45BC-ACBB-A68362740548}" type="pres">
      <dgm:prSet presAssocID="{7ACEF465-3C0B-4413-968C-153E3E7D688E}" presName="spacing" presStyleCnt="0"/>
      <dgm:spPr/>
    </dgm:pt>
    <dgm:pt modelId="{1342618F-1042-46B9-A82E-BCFF624C7860}" type="pres">
      <dgm:prSet presAssocID="{1BE45589-4362-4BA6-B55E-0C461CA0D9D7}" presName="linNode" presStyleCnt="0"/>
      <dgm:spPr/>
    </dgm:pt>
    <dgm:pt modelId="{AC00F8A4-CC18-43E7-82C6-A2AB76EDC2E9}" type="pres">
      <dgm:prSet presAssocID="{1BE45589-4362-4BA6-B55E-0C461CA0D9D7}" presName="parentShp" presStyleLbl="node1" presStyleIdx="1" presStyleCnt="2" custScaleX="72646">
        <dgm:presLayoutVars>
          <dgm:bulletEnabled val="1"/>
        </dgm:presLayoutVars>
      </dgm:prSet>
      <dgm:spPr/>
    </dgm:pt>
    <dgm:pt modelId="{01A63A65-A3B8-4856-BBDC-110EAD43240D}" type="pres">
      <dgm:prSet presAssocID="{1BE45589-4362-4BA6-B55E-0C461CA0D9D7}" presName="childShp" presStyleLbl="bgAccFollowNode1" presStyleIdx="1" presStyleCnt="2">
        <dgm:presLayoutVars>
          <dgm:bulletEnabled val="1"/>
        </dgm:presLayoutVars>
      </dgm:prSet>
      <dgm:spPr/>
    </dgm:pt>
  </dgm:ptLst>
  <dgm:cxnLst>
    <dgm:cxn modelId="{E5191911-D068-4616-9F37-D29769D3FD9D}" srcId="{A2BB8130-1DC0-49CA-A334-C3DBABE4B7C1}" destId="{E27DE23F-20C1-407C-AA82-6FEF8D5011BE}" srcOrd="0" destOrd="0" parTransId="{C77FEDE2-E691-4B5D-BD66-6D75C00D906D}" sibTransId="{A0602866-5289-4CF1-8281-79943C7C6771}"/>
    <dgm:cxn modelId="{970EE01C-9373-4FA4-8C29-1F34C82B2EA8}" type="presOf" srcId="{E27DE23F-20C1-407C-AA82-6FEF8D5011BE}" destId="{073CCFA4-DE09-4B93-A8F4-11AFD6B740C8}" srcOrd="0" destOrd="0" presId="urn:microsoft.com/office/officeart/2005/8/layout/vList6"/>
    <dgm:cxn modelId="{C29B872D-6287-420F-8272-DF6A88770321}" srcId="{53514614-4888-450C-858E-9F60A750AB5A}" destId="{1BE45589-4362-4BA6-B55E-0C461CA0D9D7}" srcOrd="1" destOrd="0" parTransId="{14EB6046-580E-47EC-9F3F-C75B20419BBD}" sibTransId="{04F70942-E9FD-4E8A-89C8-3EC5C67317B7}"/>
    <dgm:cxn modelId="{E2921762-4E1E-40F4-99CA-AC8C9DE144CD}" type="presOf" srcId="{6BAFAD33-4C8B-478F-BB79-5C89D7F552E4}" destId="{01A63A65-A3B8-4856-BBDC-110EAD43240D}" srcOrd="0" destOrd="0" presId="urn:microsoft.com/office/officeart/2005/8/layout/vList6"/>
    <dgm:cxn modelId="{C41A7662-3129-4595-A72D-181EA5AC7732}" type="presOf" srcId="{53514614-4888-450C-858E-9F60A750AB5A}" destId="{139B0875-66C2-4B9F-88B2-8E1A309CA45A}" srcOrd="0" destOrd="0" presId="urn:microsoft.com/office/officeart/2005/8/layout/vList6"/>
    <dgm:cxn modelId="{36BF9349-DBD5-46DD-8FEF-5350FEA384BC}" srcId="{53514614-4888-450C-858E-9F60A750AB5A}" destId="{A2BB8130-1DC0-49CA-A334-C3DBABE4B7C1}" srcOrd="0" destOrd="0" parTransId="{51F100C5-3D3E-4536-9304-A4840FB06C32}" sibTransId="{7ACEF465-3C0B-4413-968C-153E3E7D688E}"/>
    <dgm:cxn modelId="{F2788888-DABA-42E8-B293-5579CD0C0B69}" srcId="{1BE45589-4362-4BA6-B55E-0C461CA0D9D7}" destId="{6BAFAD33-4C8B-478F-BB79-5C89D7F552E4}" srcOrd="0" destOrd="0" parTransId="{02533C0E-3FDB-42C7-86D7-C787199EE091}" sibTransId="{DDBCE60B-1F85-4A88-96CB-97496ABFA3DB}"/>
    <dgm:cxn modelId="{1D379E8D-0814-4B35-8D35-EC537FDFB997}" type="presOf" srcId="{1BE45589-4362-4BA6-B55E-0C461CA0D9D7}" destId="{AC00F8A4-CC18-43E7-82C6-A2AB76EDC2E9}" srcOrd="0" destOrd="0" presId="urn:microsoft.com/office/officeart/2005/8/layout/vList6"/>
    <dgm:cxn modelId="{118446A2-CAD1-44D3-B158-5AF903E77A14}" type="presOf" srcId="{A2BB8130-1DC0-49CA-A334-C3DBABE4B7C1}" destId="{0D3C5BB1-2109-49FB-81C3-05917E62464F}" srcOrd="0" destOrd="0" presId="urn:microsoft.com/office/officeart/2005/8/layout/vList6"/>
    <dgm:cxn modelId="{DFE75CDA-2A7D-4D9E-A6F0-5C4C04395C5D}" type="presParOf" srcId="{139B0875-66C2-4B9F-88B2-8E1A309CA45A}" destId="{6517604F-0DB3-45F0-8C30-45B334F13EB1}" srcOrd="0" destOrd="0" presId="urn:microsoft.com/office/officeart/2005/8/layout/vList6"/>
    <dgm:cxn modelId="{2062723C-14FE-4C24-A467-3B02AF73D416}" type="presParOf" srcId="{6517604F-0DB3-45F0-8C30-45B334F13EB1}" destId="{0D3C5BB1-2109-49FB-81C3-05917E62464F}" srcOrd="0" destOrd="0" presId="urn:microsoft.com/office/officeart/2005/8/layout/vList6"/>
    <dgm:cxn modelId="{03F3D307-7421-4BBA-93BC-BE86821BD201}" type="presParOf" srcId="{6517604F-0DB3-45F0-8C30-45B334F13EB1}" destId="{073CCFA4-DE09-4B93-A8F4-11AFD6B740C8}" srcOrd="1" destOrd="0" presId="urn:microsoft.com/office/officeart/2005/8/layout/vList6"/>
    <dgm:cxn modelId="{C66141E6-751A-448A-97E5-F5080C870AB7}" type="presParOf" srcId="{139B0875-66C2-4B9F-88B2-8E1A309CA45A}" destId="{A545B428-A7F8-45BC-ACBB-A68362740548}" srcOrd="1" destOrd="0" presId="urn:microsoft.com/office/officeart/2005/8/layout/vList6"/>
    <dgm:cxn modelId="{F05300F6-A83C-4603-B706-A389CCE740BF}" type="presParOf" srcId="{139B0875-66C2-4B9F-88B2-8E1A309CA45A}" destId="{1342618F-1042-46B9-A82E-BCFF624C7860}" srcOrd="2" destOrd="0" presId="urn:microsoft.com/office/officeart/2005/8/layout/vList6"/>
    <dgm:cxn modelId="{BCC14047-78B1-44AC-853F-CD0D4350D251}" type="presParOf" srcId="{1342618F-1042-46B9-A82E-BCFF624C7860}" destId="{AC00F8A4-CC18-43E7-82C6-A2AB76EDC2E9}" srcOrd="0" destOrd="0" presId="urn:microsoft.com/office/officeart/2005/8/layout/vList6"/>
    <dgm:cxn modelId="{3A85BBBF-125E-46F6-B681-EB3BEC3B33D8}" type="presParOf" srcId="{1342618F-1042-46B9-A82E-BCFF624C7860}" destId="{01A63A65-A3B8-4856-BBDC-110EAD43240D}" srcOrd="1" destOrd="0" presId="urn:microsoft.com/office/officeart/2005/8/layout/vList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6.xml><?xml version="1.0" encoding="utf-8"?>
<dgm:dataModel xmlns:dgm="http://schemas.openxmlformats.org/drawingml/2006/diagram" xmlns:a="http://schemas.openxmlformats.org/drawingml/2006/main">
  <dgm:ptLst>
    <dgm:pt modelId="{53514614-4888-450C-858E-9F60A750AB5A}" type="doc">
      <dgm:prSet loTypeId="urn:microsoft.com/office/officeart/2005/8/layout/vList6" loCatId="list" qsTypeId="urn:microsoft.com/office/officeart/2005/8/quickstyle/simple2" qsCatId="simple" csTypeId="urn:microsoft.com/office/officeart/2005/8/colors/colorful1" csCatId="colorful" phldr="1"/>
      <dgm:spPr/>
      <dgm:t>
        <a:bodyPr/>
        <a:lstStyle/>
        <a:p>
          <a:endParaRPr lang="en-US"/>
        </a:p>
      </dgm:t>
    </dgm:pt>
    <dgm:pt modelId="{C27BE9C4-23D1-40DF-AB92-7BEB3BFE554B}">
      <dgm:prSet custT="1"/>
      <dgm:spPr/>
      <dgm:t>
        <a:bodyPr/>
        <a:lstStyle/>
        <a:p>
          <a:r>
            <a:rPr lang="en-US" sz="4000" b="0" i="0" dirty="0"/>
            <a:t>Autonomous Robots</a:t>
          </a:r>
        </a:p>
      </dgm:t>
    </dgm:pt>
    <dgm:pt modelId="{0D8610FA-4D6B-4643-A4C4-B7D40A20B4C7}" type="parTrans" cxnId="{60CB55F2-CFB6-46FD-A0AB-43087DEBF3AF}">
      <dgm:prSet/>
      <dgm:spPr/>
      <dgm:t>
        <a:bodyPr/>
        <a:lstStyle/>
        <a:p>
          <a:endParaRPr lang="en-US"/>
        </a:p>
      </dgm:t>
    </dgm:pt>
    <dgm:pt modelId="{A3ADA992-4859-418C-A1B4-E212A4A5B4ED}" type="sibTrans" cxnId="{60CB55F2-CFB6-46FD-A0AB-43087DEBF3AF}">
      <dgm:prSet/>
      <dgm:spPr/>
      <dgm:t>
        <a:bodyPr/>
        <a:lstStyle/>
        <a:p>
          <a:endParaRPr lang="en-US"/>
        </a:p>
      </dgm:t>
    </dgm:pt>
    <dgm:pt modelId="{5403410E-FEA6-4A88-86AD-5D3A243E6BEF}">
      <dgm:prSet custT="1"/>
      <dgm:spPr/>
      <dgm:t>
        <a:bodyPr/>
        <a:lstStyle/>
        <a:p>
          <a:r>
            <a:rPr lang="en-US" sz="4000" b="0" i="0" dirty="0" err="1"/>
            <a:t>Teleoperated</a:t>
          </a:r>
          <a:r>
            <a:rPr lang="en-US" sz="4000" b="0" i="0" dirty="0"/>
            <a:t> Robots</a:t>
          </a:r>
        </a:p>
      </dgm:t>
    </dgm:pt>
    <dgm:pt modelId="{851788F9-7615-47B3-BBF8-7E0E17145B74}" type="parTrans" cxnId="{6647953E-D7BB-4163-AB7C-8BE951B76D8E}">
      <dgm:prSet/>
      <dgm:spPr/>
      <dgm:t>
        <a:bodyPr/>
        <a:lstStyle/>
        <a:p>
          <a:endParaRPr lang="en-US"/>
        </a:p>
      </dgm:t>
    </dgm:pt>
    <dgm:pt modelId="{13124F41-654A-4A6C-BBAA-A02409125EA8}" type="sibTrans" cxnId="{6647953E-D7BB-4163-AB7C-8BE951B76D8E}">
      <dgm:prSet/>
      <dgm:spPr/>
      <dgm:t>
        <a:bodyPr/>
        <a:lstStyle/>
        <a:p>
          <a:endParaRPr lang="en-US"/>
        </a:p>
      </dgm:t>
    </dgm:pt>
    <dgm:pt modelId="{1DE3E243-3B5D-4A75-8459-E427E2500A68}">
      <dgm:prSet custT="1"/>
      <dgm:spPr/>
      <dgm:t>
        <a:bodyPr/>
        <a:lstStyle/>
        <a:p>
          <a:r>
            <a:rPr lang="en-US" sz="4000" b="0" i="0" dirty="0"/>
            <a:t>Augmenting Robots</a:t>
          </a:r>
        </a:p>
      </dgm:t>
    </dgm:pt>
    <dgm:pt modelId="{F8420D17-198C-4154-9BED-CA1E3AB88FF6}" type="parTrans" cxnId="{EC629804-0FB4-4142-9338-9FE8838E4DF9}">
      <dgm:prSet/>
      <dgm:spPr/>
      <dgm:t>
        <a:bodyPr/>
        <a:lstStyle/>
        <a:p>
          <a:endParaRPr lang="en-US"/>
        </a:p>
      </dgm:t>
    </dgm:pt>
    <dgm:pt modelId="{5BA9DF7D-B761-419C-A9EB-6A059D539402}" type="sibTrans" cxnId="{EC629804-0FB4-4142-9338-9FE8838E4DF9}">
      <dgm:prSet/>
      <dgm:spPr/>
      <dgm:t>
        <a:bodyPr/>
        <a:lstStyle/>
        <a:p>
          <a:endParaRPr lang="en-US"/>
        </a:p>
      </dgm:t>
    </dgm:pt>
    <dgm:pt modelId="{BB6D9930-4F28-47C1-8F76-AE82727D9804}">
      <dgm:prSet/>
      <dgm:spPr/>
      <dgm:t>
        <a:bodyPr/>
        <a:lstStyle/>
        <a:p>
          <a:r>
            <a:rPr lang="en-US" b="0" i="0" dirty="0"/>
            <a:t>Autonomous robots operate independently of human operators. These robots are usually designed to carry out tasks in open environments that do not require human supervision.</a:t>
          </a:r>
        </a:p>
      </dgm:t>
    </dgm:pt>
    <dgm:pt modelId="{A3F446F3-AF72-4144-AA16-5C758855F064}" type="parTrans" cxnId="{1A6A067F-8D0E-40DF-B5CB-CB0590491699}">
      <dgm:prSet/>
      <dgm:spPr/>
      <dgm:t>
        <a:bodyPr/>
        <a:lstStyle/>
        <a:p>
          <a:endParaRPr lang="en-US"/>
        </a:p>
      </dgm:t>
    </dgm:pt>
    <dgm:pt modelId="{0266E237-D353-4C02-A72B-986145874834}" type="sibTrans" cxnId="{1A6A067F-8D0E-40DF-B5CB-CB0590491699}">
      <dgm:prSet/>
      <dgm:spPr/>
      <dgm:t>
        <a:bodyPr/>
        <a:lstStyle/>
        <a:p>
          <a:endParaRPr lang="en-US"/>
        </a:p>
      </dgm:t>
    </dgm:pt>
    <dgm:pt modelId="{6DCDBA0C-C585-40AE-A36A-294EA7A39600}">
      <dgm:prSet/>
      <dgm:spPr/>
      <dgm:t>
        <a:bodyPr/>
        <a:lstStyle/>
        <a:p>
          <a:r>
            <a:rPr lang="en-US" b="0" i="0" dirty="0" err="1"/>
            <a:t>Teleoperated</a:t>
          </a:r>
          <a:r>
            <a:rPr lang="en-US" b="0" i="0" dirty="0"/>
            <a:t> robots are mechanical bots controlled by humans. These robots usually work in extreme geographical conditions, weather and circumstances.</a:t>
          </a:r>
        </a:p>
      </dgm:t>
    </dgm:pt>
    <dgm:pt modelId="{EEBDA9A0-3BF5-4F1F-B37C-0A3D9C3F124B}" type="parTrans" cxnId="{8494D0F1-AEB8-48D8-943C-E2669E4CE6D6}">
      <dgm:prSet/>
      <dgm:spPr/>
      <dgm:t>
        <a:bodyPr/>
        <a:lstStyle/>
        <a:p>
          <a:endParaRPr lang="en-US"/>
        </a:p>
      </dgm:t>
    </dgm:pt>
    <dgm:pt modelId="{3499F5A2-7B2D-4E68-ACAC-104C9212CCED}" type="sibTrans" cxnId="{8494D0F1-AEB8-48D8-943C-E2669E4CE6D6}">
      <dgm:prSet/>
      <dgm:spPr/>
      <dgm:t>
        <a:bodyPr/>
        <a:lstStyle/>
        <a:p>
          <a:endParaRPr lang="en-US"/>
        </a:p>
      </dgm:t>
    </dgm:pt>
    <dgm:pt modelId="{878192DC-2647-4EF5-B1FA-BA45360B84F7}">
      <dgm:prSet/>
      <dgm:spPr/>
      <dgm:t>
        <a:bodyPr/>
        <a:lstStyle/>
        <a:p>
          <a:r>
            <a:rPr lang="en-US" b="0" i="0"/>
            <a:t>Augmenting robots either enhance current human capabilities or replace the capabilities a human may have lost.</a:t>
          </a:r>
          <a:endParaRPr lang="en-US" b="0" i="0" dirty="0"/>
        </a:p>
      </dgm:t>
    </dgm:pt>
    <dgm:pt modelId="{672705E0-3395-4959-8D01-0744BAA36003}" type="parTrans" cxnId="{3CD4254F-9AED-4086-90C3-2229B98E10C5}">
      <dgm:prSet/>
      <dgm:spPr/>
      <dgm:t>
        <a:bodyPr/>
        <a:lstStyle/>
        <a:p>
          <a:endParaRPr lang="en-US"/>
        </a:p>
      </dgm:t>
    </dgm:pt>
    <dgm:pt modelId="{22371C77-6777-4E46-9FBB-AA21F549C6BE}" type="sibTrans" cxnId="{3CD4254F-9AED-4086-90C3-2229B98E10C5}">
      <dgm:prSet/>
      <dgm:spPr/>
      <dgm:t>
        <a:bodyPr/>
        <a:lstStyle/>
        <a:p>
          <a:endParaRPr lang="en-US"/>
        </a:p>
      </dgm:t>
    </dgm:pt>
    <dgm:pt modelId="{74B03AFC-45E1-47D5-B804-08565A3CD53F}" type="pres">
      <dgm:prSet presAssocID="{53514614-4888-450C-858E-9F60A750AB5A}" presName="Name0" presStyleCnt="0">
        <dgm:presLayoutVars>
          <dgm:dir/>
          <dgm:animLvl val="lvl"/>
          <dgm:resizeHandles/>
        </dgm:presLayoutVars>
      </dgm:prSet>
      <dgm:spPr/>
    </dgm:pt>
    <dgm:pt modelId="{FFCF1B11-8E3B-455C-962A-10EE76C4F2A7}" type="pres">
      <dgm:prSet presAssocID="{C27BE9C4-23D1-40DF-AB92-7BEB3BFE554B}" presName="linNode" presStyleCnt="0"/>
      <dgm:spPr/>
    </dgm:pt>
    <dgm:pt modelId="{B6075981-84DB-40F8-A94D-9C34013675D3}" type="pres">
      <dgm:prSet presAssocID="{C27BE9C4-23D1-40DF-AB92-7BEB3BFE554B}" presName="parentShp" presStyleLbl="node1" presStyleIdx="0" presStyleCnt="3" custScaleX="62651">
        <dgm:presLayoutVars>
          <dgm:bulletEnabled val="1"/>
        </dgm:presLayoutVars>
      </dgm:prSet>
      <dgm:spPr/>
    </dgm:pt>
    <dgm:pt modelId="{5093E8FC-F80A-41E4-854C-51F19715938B}" type="pres">
      <dgm:prSet presAssocID="{C27BE9C4-23D1-40DF-AB92-7BEB3BFE554B}" presName="childShp" presStyleLbl="bgAccFollowNode1" presStyleIdx="0" presStyleCnt="3">
        <dgm:presLayoutVars>
          <dgm:bulletEnabled val="1"/>
        </dgm:presLayoutVars>
      </dgm:prSet>
      <dgm:spPr/>
    </dgm:pt>
    <dgm:pt modelId="{17CD6F99-7B9C-48B6-87FE-4C0149A827B1}" type="pres">
      <dgm:prSet presAssocID="{A3ADA992-4859-418C-A1B4-E212A4A5B4ED}" presName="spacing" presStyleCnt="0"/>
      <dgm:spPr/>
    </dgm:pt>
    <dgm:pt modelId="{A677C84E-93F8-47BA-B876-9A0EDEE9418A}" type="pres">
      <dgm:prSet presAssocID="{5403410E-FEA6-4A88-86AD-5D3A243E6BEF}" presName="linNode" presStyleCnt="0"/>
      <dgm:spPr/>
    </dgm:pt>
    <dgm:pt modelId="{E49AEEC4-A21C-4656-838E-9943FB8DD657}" type="pres">
      <dgm:prSet presAssocID="{5403410E-FEA6-4A88-86AD-5D3A243E6BEF}" presName="parentShp" presStyleLbl="node1" presStyleIdx="1" presStyleCnt="3" custScaleX="62651">
        <dgm:presLayoutVars>
          <dgm:bulletEnabled val="1"/>
        </dgm:presLayoutVars>
      </dgm:prSet>
      <dgm:spPr/>
    </dgm:pt>
    <dgm:pt modelId="{52ACB906-C428-404B-B966-D1E960EBB468}" type="pres">
      <dgm:prSet presAssocID="{5403410E-FEA6-4A88-86AD-5D3A243E6BEF}" presName="childShp" presStyleLbl="bgAccFollowNode1" presStyleIdx="1" presStyleCnt="3">
        <dgm:presLayoutVars>
          <dgm:bulletEnabled val="1"/>
        </dgm:presLayoutVars>
      </dgm:prSet>
      <dgm:spPr/>
    </dgm:pt>
    <dgm:pt modelId="{F02F298B-C303-4B06-93D7-9DEDE2415575}" type="pres">
      <dgm:prSet presAssocID="{13124F41-654A-4A6C-BBAA-A02409125EA8}" presName="spacing" presStyleCnt="0"/>
      <dgm:spPr/>
    </dgm:pt>
    <dgm:pt modelId="{920DBA60-9B2E-4EE9-A8CD-26BD0B0378EC}" type="pres">
      <dgm:prSet presAssocID="{1DE3E243-3B5D-4A75-8459-E427E2500A68}" presName="linNode" presStyleCnt="0"/>
      <dgm:spPr/>
    </dgm:pt>
    <dgm:pt modelId="{7BC88DC3-C5FC-43BB-95F6-85F5D4085824}" type="pres">
      <dgm:prSet presAssocID="{1DE3E243-3B5D-4A75-8459-E427E2500A68}" presName="parentShp" presStyleLbl="node1" presStyleIdx="2" presStyleCnt="3" custScaleX="62651">
        <dgm:presLayoutVars>
          <dgm:bulletEnabled val="1"/>
        </dgm:presLayoutVars>
      </dgm:prSet>
      <dgm:spPr/>
    </dgm:pt>
    <dgm:pt modelId="{6DA73CB8-DD0E-4E87-A58D-B71372ADEA1B}" type="pres">
      <dgm:prSet presAssocID="{1DE3E243-3B5D-4A75-8459-E427E2500A68}" presName="childShp" presStyleLbl="bgAccFollowNode1" presStyleIdx="2" presStyleCnt="3">
        <dgm:presLayoutVars>
          <dgm:bulletEnabled val="1"/>
        </dgm:presLayoutVars>
      </dgm:prSet>
      <dgm:spPr/>
    </dgm:pt>
  </dgm:ptLst>
  <dgm:cxnLst>
    <dgm:cxn modelId="{EC629804-0FB4-4142-9338-9FE8838E4DF9}" srcId="{53514614-4888-450C-858E-9F60A750AB5A}" destId="{1DE3E243-3B5D-4A75-8459-E427E2500A68}" srcOrd="2" destOrd="0" parTransId="{F8420D17-198C-4154-9BED-CA1E3AB88FF6}" sibTransId="{5BA9DF7D-B761-419C-A9EB-6A059D539402}"/>
    <dgm:cxn modelId="{732AAE0C-E317-49BB-A8AC-C8F3258D7D39}" type="presOf" srcId="{6DCDBA0C-C585-40AE-A36A-294EA7A39600}" destId="{52ACB906-C428-404B-B966-D1E960EBB468}" srcOrd="0" destOrd="0" presId="urn:microsoft.com/office/officeart/2005/8/layout/vList6"/>
    <dgm:cxn modelId="{A6E7F91D-B597-4283-A85F-136431B46ECF}" type="presOf" srcId="{1DE3E243-3B5D-4A75-8459-E427E2500A68}" destId="{7BC88DC3-C5FC-43BB-95F6-85F5D4085824}" srcOrd="0" destOrd="0" presId="urn:microsoft.com/office/officeart/2005/8/layout/vList6"/>
    <dgm:cxn modelId="{CC0EA922-51DC-4EAB-9971-5A6F0B4F29E4}" type="presOf" srcId="{C27BE9C4-23D1-40DF-AB92-7BEB3BFE554B}" destId="{B6075981-84DB-40F8-A94D-9C34013675D3}" srcOrd="0" destOrd="0" presId="urn:microsoft.com/office/officeart/2005/8/layout/vList6"/>
    <dgm:cxn modelId="{6647953E-D7BB-4163-AB7C-8BE951B76D8E}" srcId="{53514614-4888-450C-858E-9F60A750AB5A}" destId="{5403410E-FEA6-4A88-86AD-5D3A243E6BEF}" srcOrd="1" destOrd="0" parTransId="{851788F9-7615-47B3-BBF8-7E0E17145B74}" sibTransId="{13124F41-654A-4A6C-BBAA-A02409125EA8}"/>
    <dgm:cxn modelId="{C00FF56D-0CEA-4351-87BB-659A3D809744}" type="presOf" srcId="{5403410E-FEA6-4A88-86AD-5D3A243E6BEF}" destId="{E49AEEC4-A21C-4656-838E-9943FB8DD657}" srcOrd="0" destOrd="0" presId="urn:microsoft.com/office/officeart/2005/8/layout/vList6"/>
    <dgm:cxn modelId="{3CD4254F-9AED-4086-90C3-2229B98E10C5}" srcId="{1DE3E243-3B5D-4A75-8459-E427E2500A68}" destId="{878192DC-2647-4EF5-B1FA-BA45360B84F7}" srcOrd="0" destOrd="0" parTransId="{672705E0-3395-4959-8D01-0744BAA36003}" sibTransId="{22371C77-6777-4E46-9FBB-AA21F549C6BE}"/>
    <dgm:cxn modelId="{1A6A067F-8D0E-40DF-B5CB-CB0590491699}" srcId="{C27BE9C4-23D1-40DF-AB92-7BEB3BFE554B}" destId="{BB6D9930-4F28-47C1-8F76-AE82727D9804}" srcOrd="0" destOrd="0" parTransId="{A3F446F3-AF72-4144-AA16-5C758855F064}" sibTransId="{0266E237-D353-4C02-A72B-986145874834}"/>
    <dgm:cxn modelId="{A0F42C96-C287-44FE-85D9-35CA27FC1B89}" type="presOf" srcId="{BB6D9930-4F28-47C1-8F76-AE82727D9804}" destId="{5093E8FC-F80A-41E4-854C-51F19715938B}" srcOrd="0" destOrd="0" presId="urn:microsoft.com/office/officeart/2005/8/layout/vList6"/>
    <dgm:cxn modelId="{2DC600DA-7475-4001-9A5F-70DE4E76A8BA}" type="presOf" srcId="{53514614-4888-450C-858E-9F60A750AB5A}" destId="{74B03AFC-45E1-47D5-B804-08565A3CD53F}" srcOrd="0" destOrd="0" presId="urn:microsoft.com/office/officeart/2005/8/layout/vList6"/>
    <dgm:cxn modelId="{8494D0F1-AEB8-48D8-943C-E2669E4CE6D6}" srcId="{5403410E-FEA6-4A88-86AD-5D3A243E6BEF}" destId="{6DCDBA0C-C585-40AE-A36A-294EA7A39600}" srcOrd="0" destOrd="0" parTransId="{EEBDA9A0-3BF5-4F1F-B37C-0A3D9C3F124B}" sibTransId="{3499F5A2-7B2D-4E68-ACAC-104C9212CCED}"/>
    <dgm:cxn modelId="{60CB55F2-CFB6-46FD-A0AB-43087DEBF3AF}" srcId="{53514614-4888-450C-858E-9F60A750AB5A}" destId="{C27BE9C4-23D1-40DF-AB92-7BEB3BFE554B}" srcOrd="0" destOrd="0" parTransId="{0D8610FA-4D6B-4643-A4C4-B7D40A20B4C7}" sibTransId="{A3ADA992-4859-418C-A1B4-E212A4A5B4ED}"/>
    <dgm:cxn modelId="{9E9485FD-FC4F-4640-AC48-4E01F393BFE3}" type="presOf" srcId="{878192DC-2647-4EF5-B1FA-BA45360B84F7}" destId="{6DA73CB8-DD0E-4E87-A58D-B71372ADEA1B}" srcOrd="0" destOrd="0" presId="urn:microsoft.com/office/officeart/2005/8/layout/vList6"/>
    <dgm:cxn modelId="{326BD5EB-D230-4366-935B-461F105DDB0E}" type="presParOf" srcId="{74B03AFC-45E1-47D5-B804-08565A3CD53F}" destId="{FFCF1B11-8E3B-455C-962A-10EE76C4F2A7}" srcOrd="0" destOrd="0" presId="urn:microsoft.com/office/officeart/2005/8/layout/vList6"/>
    <dgm:cxn modelId="{05DAA7E7-BEDD-4142-89B5-EC4625FE3456}" type="presParOf" srcId="{FFCF1B11-8E3B-455C-962A-10EE76C4F2A7}" destId="{B6075981-84DB-40F8-A94D-9C34013675D3}" srcOrd="0" destOrd="0" presId="urn:microsoft.com/office/officeart/2005/8/layout/vList6"/>
    <dgm:cxn modelId="{00F8E445-AE09-4BFB-9DCD-8750503E3FC7}" type="presParOf" srcId="{FFCF1B11-8E3B-455C-962A-10EE76C4F2A7}" destId="{5093E8FC-F80A-41E4-854C-51F19715938B}" srcOrd="1" destOrd="0" presId="urn:microsoft.com/office/officeart/2005/8/layout/vList6"/>
    <dgm:cxn modelId="{2D553C9D-96F5-4BDA-859E-ADB398C98AD0}" type="presParOf" srcId="{74B03AFC-45E1-47D5-B804-08565A3CD53F}" destId="{17CD6F99-7B9C-48B6-87FE-4C0149A827B1}" srcOrd="1" destOrd="0" presId="urn:microsoft.com/office/officeart/2005/8/layout/vList6"/>
    <dgm:cxn modelId="{50922E1C-BAFC-4893-8742-CABA41712D9F}" type="presParOf" srcId="{74B03AFC-45E1-47D5-B804-08565A3CD53F}" destId="{A677C84E-93F8-47BA-B876-9A0EDEE9418A}" srcOrd="2" destOrd="0" presId="urn:microsoft.com/office/officeart/2005/8/layout/vList6"/>
    <dgm:cxn modelId="{62E84F27-5C54-46D9-AD12-DCBC21B28366}" type="presParOf" srcId="{A677C84E-93F8-47BA-B876-9A0EDEE9418A}" destId="{E49AEEC4-A21C-4656-838E-9943FB8DD657}" srcOrd="0" destOrd="0" presId="urn:microsoft.com/office/officeart/2005/8/layout/vList6"/>
    <dgm:cxn modelId="{C737BF32-87A9-4092-BE52-23F82E18803C}" type="presParOf" srcId="{A677C84E-93F8-47BA-B876-9A0EDEE9418A}" destId="{52ACB906-C428-404B-B966-D1E960EBB468}" srcOrd="1" destOrd="0" presId="urn:microsoft.com/office/officeart/2005/8/layout/vList6"/>
    <dgm:cxn modelId="{E0A32BAA-EDA0-4415-9CC5-117663E49185}" type="presParOf" srcId="{74B03AFC-45E1-47D5-B804-08565A3CD53F}" destId="{F02F298B-C303-4B06-93D7-9DEDE2415575}" srcOrd="3" destOrd="0" presId="urn:microsoft.com/office/officeart/2005/8/layout/vList6"/>
    <dgm:cxn modelId="{3D27F49D-A878-40F1-8673-698B779F4AC2}" type="presParOf" srcId="{74B03AFC-45E1-47D5-B804-08565A3CD53F}" destId="{920DBA60-9B2E-4EE9-A8CD-26BD0B0378EC}" srcOrd="4" destOrd="0" presId="urn:microsoft.com/office/officeart/2005/8/layout/vList6"/>
    <dgm:cxn modelId="{BFB0E840-6AF7-4F12-972E-431BD87A1556}" type="presParOf" srcId="{920DBA60-9B2E-4EE9-A8CD-26BD0B0378EC}" destId="{7BC88DC3-C5FC-43BB-95F6-85F5D4085824}" srcOrd="0" destOrd="0" presId="urn:microsoft.com/office/officeart/2005/8/layout/vList6"/>
    <dgm:cxn modelId="{2A00BB61-CE07-4F83-A470-39630B904D9F}" type="presParOf" srcId="{920DBA60-9B2E-4EE9-A8CD-26BD0B0378EC}" destId="{6DA73CB8-DD0E-4E87-A58D-B71372ADEA1B}" srcOrd="1" destOrd="0" presId="urn:microsoft.com/office/officeart/2005/8/layout/vList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7.xml><?xml version="1.0" encoding="utf-8"?>
<dgm:dataModel xmlns:dgm="http://schemas.openxmlformats.org/drawingml/2006/diagram" xmlns:a="http://schemas.openxmlformats.org/drawingml/2006/main">
  <dgm:ptLst>
    <dgm:pt modelId="{53514614-4888-450C-858E-9F60A750AB5A}" type="doc">
      <dgm:prSet loTypeId="urn:microsoft.com/office/officeart/2011/layout/Picture Frame" loCatId="picture" qsTypeId="urn:microsoft.com/office/officeart/2005/8/quickstyle/3d4" qsCatId="3D" csTypeId="urn:microsoft.com/office/officeart/2005/8/colors/accent1_2" csCatId="accent1" phldr="1"/>
      <dgm:spPr/>
      <dgm:t>
        <a:bodyPr/>
        <a:lstStyle/>
        <a:p>
          <a:endParaRPr lang="en-US"/>
        </a:p>
      </dgm:t>
    </dgm:pt>
    <dgm:pt modelId="{ED706CE2-0C54-4686-8340-2697B17CD947}">
      <dgm:prSet/>
      <dgm:spPr/>
      <dgm:t>
        <a:bodyPr/>
        <a:lstStyle/>
        <a:p>
          <a:r>
            <a:rPr lang="en-US" dirty="0"/>
            <a:t>Manufacturing</a:t>
          </a:r>
        </a:p>
      </dgm:t>
    </dgm:pt>
    <dgm:pt modelId="{88B391FD-F0B7-4965-AED8-B10A0D5AFEAB}" type="parTrans" cxnId="{08927467-10CD-4154-8412-CC72ADDAA9E3}">
      <dgm:prSet/>
      <dgm:spPr/>
      <dgm:t>
        <a:bodyPr/>
        <a:lstStyle/>
        <a:p>
          <a:endParaRPr lang="en-US"/>
        </a:p>
      </dgm:t>
    </dgm:pt>
    <dgm:pt modelId="{55CAF869-6ADA-44AD-BA55-1B7C0FB480A8}" type="sibTrans" cxnId="{08927467-10CD-4154-8412-CC72ADDAA9E3}">
      <dgm:prSet/>
      <dgm:spPr/>
      <dgm:t>
        <a:bodyPr/>
        <a:lstStyle/>
        <a:p>
          <a:endParaRPr lang="en-US"/>
        </a:p>
      </dgm:t>
    </dgm:pt>
    <dgm:pt modelId="{F0CEB92B-A19A-40FE-BB59-B08955DD4D66}">
      <dgm:prSet/>
      <dgm:spPr/>
      <dgm:t>
        <a:bodyPr/>
        <a:lstStyle/>
        <a:p>
          <a:r>
            <a:rPr lang="en-US" dirty="0"/>
            <a:t>Logistics</a:t>
          </a:r>
        </a:p>
      </dgm:t>
    </dgm:pt>
    <dgm:pt modelId="{7A62CE55-057A-459D-9D88-69700560CD72}" type="parTrans" cxnId="{9A9D1074-E421-4788-9B00-13F1ECB203BF}">
      <dgm:prSet/>
      <dgm:spPr/>
      <dgm:t>
        <a:bodyPr/>
        <a:lstStyle/>
        <a:p>
          <a:endParaRPr lang="en-US"/>
        </a:p>
      </dgm:t>
    </dgm:pt>
    <dgm:pt modelId="{4FED19CA-34F7-48A1-9E11-2F8BB396E14F}" type="sibTrans" cxnId="{9A9D1074-E421-4788-9B00-13F1ECB203BF}">
      <dgm:prSet/>
      <dgm:spPr/>
      <dgm:t>
        <a:bodyPr/>
        <a:lstStyle/>
        <a:p>
          <a:endParaRPr lang="en-US"/>
        </a:p>
      </dgm:t>
    </dgm:pt>
    <dgm:pt modelId="{099772A3-FAF7-4546-BA87-087FFB8A6B8A}">
      <dgm:prSet/>
      <dgm:spPr/>
      <dgm:t>
        <a:bodyPr/>
        <a:lstStyle/>
        <a:p>
          <a:r>
            <a:rPr lang="en-US" dirty="0"/>
            <a:t>Home</a:t>
          </a:r>
        </a:p>
      </dgm:t>
    </dgm:pt>
    <dgm:pt modelId="{6998B392-6F0E-49C4-999F-A04EB34787A5}" type="parTrans" cxnId="{DA660A29-7292-4BB5-834F-48998CF1EA30}">
      <dgm:prSet/>
      <dgm:spPr/>
      <dgm:t>
        <a:bodyPr/>
        <a:lstStyle/>
        <a:p>
          <a:endParaRPr lang="en-US"/>
        </a:p>
      </dgm:t>
    </dgm:pt>
    <dgm:pt modelId="{9EB35EC1-1D90-4EA9-B73B-F0673683991F}" type="sibTrans" cxnId="{DA660A29-7292-4BB5-834F-48998CF1EA30}">
      <dgm:prSet/>
      <dgm:spPr/>
      <dgm:t>
        <a:bodyPr/>
        <a:lstStyle/>
        <a:p>
          <a:endParaRPr lang="en-US"/>
        </a:p>
      </dgm:t>
    </dgm:pt>
    <dgm:pt modelId="{AB5C6F34-BBF2-4CDE-AFFD-89633B09E2F8}">
      <dgm:prSet/>
      <dgm:spPr/>
      <dgm:t>
        <a:bodyPr/>
        <a:lstStyle/>
        <a:p>
          <a:r>
            <a:rPr lang="en-US" dirty="0"/>
            <a:t>Travel</a:t>
          </a:r>
        </a:p>
      </dgm:t>
    </dgm:pt>
    <dgm:pt modelId="{CDE4A937-18E5-4F79-AB87-B469013CBD04}" type="parTrans" cxnId="{BE70860B-2358-4A3C-8378-AFD63E1BE0F4}">
      <dgm:prSet/>
      <dgm:spPr/>
      <dgm:t>
        <a:bodyPr/>
        <a:lstStyle/>
        <a:p>
          <a:endParaRPr lang="en-US"/>
        </a:p>
      </dgm:t>
    </dgm:pt>
    <dgm:pt modelId="{00F59F2D-5BD0-4024-9237-CF0AFAFE0769}" type="sibTrans" cxnId="{BE70860B-2358-4A3C-8378-AFD63E1BE0F4}">
      <dgm:prSet/>
      <dgm:spPr/>
      <dgm:t>
        <a:bodyPr/>
        <a:lstStyle/>
        <a:p>
          <a:endParaRPr lang="en-US"/>
        </a:p>
      </dgm:t>
    </dgm:pt>
    <dgm:pt modelId="{B2CB46F3-AEA0-45D1-ACBB-0CC90844FACA}">
      <dgm:prSet/>
      <dgm:spPr/>
      <dgm:t>
        <a:bodyPr/>
        <a:lstStyle/>
        <a:p>
          <a:r>
            <a:rPr lang="en-US" dirty="0"/>
            <a:t>Healthcare</a:t>
          </a:r>
        </a:p>
      </dgm:t>
    </dgm:pt>
    <dgm:pt modelId="{18020A9D-9CA6-4EE2-AD83-40243CA97757}" type="parTrans" cxnId="{52E44049-C286-4E25-B4F3-A8D436A86993}">
      <dgm:prSet/>
      <dgm:spPr/>
      <dgm:t>
        <a:bodyPr/>
        <a:lstStyle/>
        <a:p>
          <a:endParaRPr lang="en-US"/>
        </a:p>
      </dgm:t>
    </dgm:pt>
    <dgm:pt modelId="{AA0D5C14-A181-4289-8116-5E9C22BE63EF}" type="sibTrans" cxnId="{52E44049-C286-4E25-B4F3-A8D436A86993}">
      <dgm:prSet/>
      <dgm:spPr/>
      <dgm:t>
        <a:bodyPr/>
        <a:lstStyle/>
        <a:p>
          <a:endParaRPr lang="en-US"/>
        </a:p>
      </dgm:t>
    </dgm:pt>
    <dgm:pt modelId="{D0F151CA-21BA-4D10-B55E-0432E5EA276A}" type="pres">
      <dgm:prSet presAssocID="{53514614-4888-450C-858E-9F60A750AB5A}" presName="Name0" presStyleCnt="0">
        <dgm:presLayoutVars>
          <dgm:chMax/>
          <dgm:chPref/>
          <dgm:dir/>
        </dgm:presLayoutVars>
      </dgm:prSet>
      <dgm:spPr/>
    </dgm:pt>
    <dgm:pt modelId="{6A1A7940-31C2-4D79-A260-88C45E0B7F0C}" type="pres">
      <dgm:prSet presAssocID="{ED706CE2-0C54-4686-8340-2697B17CD947}" presName="composite" presStyleCnt="0"/>
      <dgm:spPr/>
    </dgm:pt>
    <dgm:pt modelId="{A10359BC-EEE5-44FA-AE52-6891ECCE3DE8}" type="pres">
      <dgm:prSet presAssocID="{ED706CE2-0C54-4686-8340-2697B17CD947}" presName="ParentText" presStyleLbl="revTx" presStyleIdx="0" presStyleCnt="5">
        <dgm:presLayoutVars>
          <dgm:chMax val="0"/>
          <dgm:chPref val="0"/>
          <dgm:bulletEnabled val="1"/>
        </dgm:presLayoutVars>
      </dgm:prSet>
      <dgm:spPr/>
    </dgm:pt>
    <dgm:pt modelId="{F2941090-B8EC-4EC2-B71D-B203B39CEB81}" type="pres">
      <dgm:prSet presAssocID="{ED706CE2-0C54-4686-8340-2697B17CD947}" presName="Accent1" presStyleLbl="parChTrans1D1" presStyleIdx="0" presStyleCnt="5"/>
      <dgm:spPr/>
    </dgm:pt>
    <dgm:pt modelId="{672FEC50-1F64-447D-8FA5-2691F9A87954}" type="pres">
      <dgm:prSet presAssocID="{ED706CE2-0C54-4686-8340-2697B17CD947}" presName="Image" presStyleLbl="alignImgPlace1" presStyleIdx="0" presStyleCnt="5" custLinFactNeighborY="-5628"/>
      <dgm:spPr>
        <a:blipFill>
          <a:blip xmlns:r="http://schemas.openxmlformats.org/officeDocument/2006/relationships" r:embed="rId1">
            <a:extLst>
              <a:ext uri="{28A0092B-C50C-407E-A947-70E740481C1C}">
                <a14:useLocalDpi xmlns:a14="http://schemas.microsoft.com/office/drawing/2010/main" val="0"/>
              </a:ext>
            </a:extLst>
          </a:blip>
          <a:srcRect/>
          <a:stretch>
            <a:fillRect t="-1000" b="-1000"/>
          </a:stretch>
        </a:blipFill>
      </dgm:spPr>
    </dgm:pt>
    <dgm:pt modelId="{AFAC7EE7-64CE-424F-840C-3E46FC5A99FF}" type="pres">
      <dgm:prSet presAssocID="{55CAF869-6ADA-44AD-BA55-1B7C0FB480A8}" presName="sibTrans" presStyleCnt="0"/>
      <dgm:spPr/>
    </dgm:pt>
    <dgm:pt modelId="{A0C3C380-58D3-4B6F-9D33-7605D72CD027}" type="pres">
      <dgm:prSet presAssocID="{F0CEB92B-A19A-40FE-BB59-B08955DD4D66}" presName="composite" presStyleCnt="0"/>
      <dgm:spPr/>
    </dgm:pt>
    <dgm:pt modelId="{A6EE20FB-EA64-4A4E-AF8F-8BFD64D41B64}" type="pres">
      <dgm:prSet presAssocID="{F0CEB92B-A19A-40FE-BB59-B08955DD4D66}" presName="ParentText" presStyleLbl="revTx" presStyleIdx="1" presStyleCnt="5">
        <dgm:presLayoutVars>
          <dgm:chMax val="0"/>
          <dgm:chPref val="0"/>
          <dgm:bulletEnabled val="1"/>
        </dgm:presLayoutVars>
      </dgm:prSet>
      <dgm:spPr/>
    </dgm:pt>
    <dgm:pt modelId="{8EC8EF8D-943E-4756-A087-01ED62AF1F84}" type="pres">
      <dgm:prSet presAssocID="{F0CEB92B-A19A-40FE-BB59-B08955DD4D66}" presName="Accent1" presStyleLbl="parChTrans1D1" presStyleIdx="1" presStyleCnt="5"/>
      <dgm:spPr/>
    </dgm:pt>
    <dgm:pt modelId="{6912FF58-2308-4A69-841C-5AE4B59206AE}" type="pres">
      <dgm:prSet presAssocID="{F0CEB92B-A19A-40FE-BB59-B08955DD4D66}" presName="Image" presStyleLbl="alignImgPlace1" presStyleIdx="1" presStyleCnt="5" custLinFactNeighborY="-5628"/>
      <dgm:spPr>
        <a:blipFill>
          <a:blip xmlns:r="http://schemas.openxmlformats.org/officeDocument/2006/relationships" r:embed="rId2" cstate="print">
            <a:extLst>
              <a:ext uri="{28A0092B-C50C-407E-A947-70E740481C1C}">
                <a14:useLocalDpi xmlns:a14="http://schemas.microsoft.com/office/drawing/2010/main" val="0"/>
              </a:ext>
            </a:extLst>
          </a:blip>
          <a:srcRect/>
          <a:stretch>
            <a:fillRect t="-4000" b="-4000"/>
          </a:stretch>
        </a:blipFill>
      </dgm:spPr>
    </dgm:pt>
    <dgm:pt modelId="{B4F94392-B249-4169-A835-D3A54D22B4EC}" type="pres">
      <dgm:prSet presAssocID="{4FED19CA-34F7-48A1-9E11-2F8BB396E14F}" presName="sibTrans" presStyleCnt="0"/>
      <dgm:spPr/>
    </dgm:pt>
    <dgm:pt modelId="{4D5F2666-86C7-4075-A566-6BA1ACE2AE57}" type="pres">
      <dgm:prSet presAssocID="{099772A3-FAF7-4546-BA87-087FFB8A6B8A}" presName="composite" presStyleCnt="0"/>
      <dgm:spPr/>
    </dgm:pt>
    <dgm:pt modelId="{BDFB5311-A732-4785-AC87-970E76A47078}" type="pres">
      <dgm:prSet presAssocID="{099772A3-FAF7-4546-BA87-087FFB8A6B8A}" presName="ParentText" presStyleLbl="revTx" presStyleIdx="2" presStyleCnt="5">
        <dgm:presLayoutVars>
          <dgm:chMax val="0"/>
          <dgm:chPref val="0"/>
          <dgm:bulletEnabled val="1"/>
        </dgm:presLayoutVars>
      </dgm:prSet>
      <dgm:spPr/>
    </dgm:pt>
    <dgm:pt modelId="{564D6381-40D9-40A8-90F9-FD34E1CE1B52}" type="pres">
      <dgm:prSet presAssocID="{099772A3-FAF7-4546-BA87-087FFB8A6B8A}" presName="Accent1" presStyleLbl="parChTrans1D1" presStyleIdx="2" presStyleCnt="5"/>
      <dgm:spPr/>
    </dgm:pt>
    <dgm:pt modelId="{C4A1F25F-2AFE-47D1-8D1C-D311F68899D8}" type="pres">
      <dgm:prSet presAssocID="{099772A3-FAF7-4546-BA87-087FFB8A6B8A}" presName="Image" presStyleLbl="alignImgPlace1" presStyleIdx="2" presStyleCnt="5" custLinFactNeighborY="-5628"/>
      <dgm:spPr>
        <a:blipFill>
          <a:blip xmlns:r="http://schemas.openxmlformats.org/officeDocument/2006/relationships" r:embed="rId3" cstate="print">
            <a:extLst>
              <a:ext uri="{28A0092B-C50C-407E-A947-70E740481C1C}">
                <a14:useLocalDpi xmlns:a14="http://schemas.microsoft.com/office/drawing/2010/main" val="0"/>
              </a:ext>
            </a:extLst>
          </a:blip>
          <a:srcRect/>
          <a:stretch>
            <a:fillRect t="-4000" b="-4000"/>
          </a:stretch>
        </a:blipFill>
      </dgm:spPr>
    </dgm:pt>
    <dgm:pt modelId="{C4A19F02-CED0-44C8-8688-46FD99990680}" type="pres">
      <dgm:prSet presAssocID="{9EB35EC1-1D90-4EA9-B73B-F0673683991F}" presName="sibTrans" presStyleCnt="0"/>
      <dgm:spPr/>
    </dgm:pt>
    <dgm:pt modelId="{DC39BFAB-C8AA-4A14-BB2A-5A33180D0FCF}" type="pres">
      <dgm:prSet presAssocID="{AB5C6F34-BBF2-4CDE-AFFD-89633B09E2F8}" presName="composite" presStyleCnt="0"/>
      <dgm:spPr/>
    </dgm:pt>
    <dgm:pt modelId="{1503DCE2-5D19-4015-831D-EF613FE2A0DC}" type="pres">
      <dgm:prSet presAssocID="{AB5C6F34-BBF2-4CDE-AFFD-89633B09E2F8}" presName="ParentText" presStyleLbl="revTx" presStyleIdx="3" presStyleCnt="5">
        <dgm:presLayoutVars>
          <dgm:chMax val="0"/>
          <dgm:chPref val="0"/>
          <dgm:bulletEnabled val="1"/>
        </dgm:presLayoutVars>
      </dgm:prSet>
      <dgm:spPr/>
    </dgm:pt>
    <dgm:pt modelId="{86798A4D-3D11-425C-9FC4-28B3126FB7B1}" type="pres">
      <dgm:prSet presAssocID="{AB5C6F34-BBF2-4CDE-AFFD-89633B09E2F8}" presName="Accent1" presStyleLbl="parChTrans1D1" presStyleIdx="3" presStyleCnt="5"/>
      <dgm:spPr/>
    </dgm:pt>
    <dgm:pt modelId="{6D0092CF-E793-457D-8FA1-305CE5B1EAA9}" type="pres">
      <dgm:prSet presAssocID="{AB5C6F34-BBF2-4CDE-AFFD-89633B09E2F8}" presName="Image" presStyleLbl="alignImgPlace1" presStyleIdx="3" presStyleCnt="5" custLinFactNeighborY="-5628"/>
      <dgm:spPr>
        <a:blipFill>
          <a:blip xmlns:r="http://schemas.openxmlformats.org/officeDocument/2006/relationships" r:embed="rId4">
            <a:extLst>
              <a:ext uri="{28A0092B-C50C-407E-A947-70E740481C1C}">
                <a14:useLocalDpi xmlns:a14="http://schemas.microsoft.com/office/drawing/2010/main" val="0"/>
              </a:ext>
            </a:extLst>
          </a:blip>
          <a:srcRect/>
          <a:stretch>
            <a:fillRect l="-9000" r="-9000"/>
          </a:stretch>
        </a:blipFill>
      </dgm:spPr>
    </dgm:pt>
    <dgm:pt modelId="{C23A8B4C-035A-40F9-9123-1C7AC6737D8B}" type="pres">
      <dgm:prSet presAssocID="{00F59F2D-5BD0-4024-9237-CF0AFAFE0769}" presName="sibTrans" presStyleCnt="0"/>
      <dgm:spPr/>
    </dgm:pt>
    <dgm:pt modelId="{B354FBD0-9C99-4ADD-B91D-527CC951DF4C}" type="pres">
      <dgm:prSet presAssocID="{B2CB46F3-AEA0-45D1-ACBB-0CC90844FACA}" presName="composite" presStyleCnt="0"/>
      <dgm:spPr/>
    </dgm:pt>
    <dgm:pt modelId="{04A7BD90-1E46-4539-863D-50299F91898B}" type="pres">
      <dgm:prSet presAssocID="{B2CB46F3-AEA0-45D1-ACBB-0CC90844FACA}" presName="ParentText" presStyleLbl="revTx" presStyleIdx="4" presStyleCnt="5">
        <dgm:presLayoutVars>
          <dgm:chMax val="0"/>
          <dgm:chPref val="0"/>
          <dgm:bulletEnabled val="1"/>
        </dgm:presLayoutVars>
      </dgm:prSet>
      <dgm:spPr/>
    </dgm:pt>
    <dgm:pt modelId="{5D610624-FF31-4917-AB05-24416D46F971}" type="pres">
      <dgm:prSet presAssocID="{B2CB46F3-AEA0-45D1-ACBB-0CC90844FACA}" presName="Accent1" presStyleLbl="parChTrans1D1" presStyleIdx="4" presStyleCnt="5"/>
      <dgm:spPr/>
    </dgm:pt>
    <dgm:pt modelId="{5BCFE1FC-0B5E-4296-9A9A-8131EE936BAE}" type="pres">
      <dgm:prSet presAssocID="{B2CB46F3-AEA0-45D1-ACBB-0CC90844FACA}" presName="Image" presStyleLbl="alignImgPlace1" presStyleIdx="4" presStyleCnt="5" custLinFactNeighborY="-5628"/>
      <dgm:spPr>
        <a:blipFill>
          <a:blip xmlns:r="http://schemas.openxmlformats.org/officeDocument/2006/relationships" r:embed="rId5">
            <a:extLst>
              <a:ext uri="{28A0092B-C50C-407E-A947-70E740481C1C}">
                <a14:useLocalDpi xmlns:a14="http://schemas.microsoft.com/office/drawing/2010/main" val="0"/>
              </a:ext>
            </a:extLst>
          </a:blip>
          <a:srcRect/>
          <a:stretch>
            <a:fillRect l="-10000" r="-10000"/>
          </a:stretch>
        </a:blipFill>
      </dgm:spPr>
    </dgm:pt>
  </dgm:ptLst>
  <dgm:cxnLst>
    <dgm:cxn modelId="{4119E800-895F-42FF-8D98-43970B67AD8D}" type="presOf" srcId="{53514614-4888-450C-858E-9F60A750AB5A}" destId="{D0F151CA-21BA-4D10-B55E-0432E5EA276A}" srcOrd="0" destOrd="0" presId="urn:microsoft.com/office/officeart/2011/layout/Picture Frame"/>
    <dgm:cxn modelId="{BE70860B-2358-4A3C-8378-AFD63E1BE0F4}" srcId="{53514614-4888-450C-858E-9F60A750AB5A}" destId="{AB5C6F34-BBF2-4CDE-AFFD-89633B09E2F8}" srcOrd="3" destOrd="0" parTransId="{CDE4A937-18E5-4F79-AB87-B469013CBD04}" sibTransId="{00F59F2D-5BD0-4024-9237-CF0AFAFE0769}"/>
    <dgm:cxn modelId="{C8AC791A-B444-490E-961E-2B3E1405F9E1}" type="presOf" srcId="{F0CEB92B-A19A-40FE-BB59-B08955DD4D66}" destId="{A6EE20FB-EA64-4A4E-AF8F-8BFD64D41B64}" srcOrd="0" destOrd="0" presId="urn:microsoft.com/office/officeart/2011/layout/Picture Frame"/>
    <dgm:cxn modelId="{DA660A29-7292-4BB5-834F-48998CF1EA30}" srcId="{53514614-4888-450C-858E-9F60A750AB5A}" destId="{099772A3-FAF7-4546-BA87-087FFB8A6B8A}" srcOrd="2" destOrd="0" parTransId="{6998B392-6F0E-49C4-999F-A04EB34787A5}" sibTransId="{9EB35EC1-1D90-4EA9-B73B-F0673683991F}"/>
    <dgm:cxn modelId="{C79F5931-83D8-4774-BA78-FA2D1A40A6B8}" type="presOf" srcId="{099772A3-FAF7-4546-BA87-087FFB8A6B8A}" destId="{BDFB5311-A732-4785-AC87-970E76A47078}" srcOrd="0" destOrd="0" presId="urn:microsoft.com/office/officeart/2011/layout/Picture Frame"/>
    <dgm:cxn modelId="{F1E6065F-7D73-4579-94F5-AA6339B78931}" type="presOf" srcId="{B2CB46F3-AEA0-45D1-ACBB-0CC90844FACA}" destId="{04A7BD90-1E46-4539-863D-50299F91898B}" srcOrd="0" destOrd="0" presId="urn:microsoft.com/office/officeart/2011/layout/Picture Frame"/>
    <dgm:cxn modelId="{08927467-10CD-4154-8412-CC72ADDAA9E3}" srcId="{53514614-4888-450C-858E-9F60A750AB5A}" destId="{ED706CE2-0C54-4686-8340-2697B17CD947}" srcOrd="0" destOrd="0" parTransId="{88B391FD-F0B7-4965-AED8-B10A0D5AFEAB}" sibTransId="{55CAF869-6ADA-44AD-BA55-1B7C0FB480A8}"/>
    <dgm:cxn modelId="{52E44049-C286-4E25-B4F3-A8D436A86993}" srcId="{53514614-4888-450C-858E-9F60A750AB5A}" destId="{B2CB46F3-AEA0-45D1-ACBB-0CC90844FACA}" srcOrd="4" destOrd="0" parTransId="{18020A9D-9CA6-4EE2-AD83-40243CA97757}" sibTransId="{AA0D5C14-A181-4289-8116-5E9C22BE63EF}"/>
    <dgm:cxn modelId="{9A9D1074-E421-4788-9B00-13F1ECB203BF}" srcId="{53514614-4888-450C-858E-9F60A750AB5A}" destId="{F0CEB92B-A19A-40FE-BB59-B08955DD4D66}" srcOrd="1" destOrd="0" parTransId="{7A62CE55-057A-459D-9D88-69700560CD72}" sibTransId="{4FED19CA-34F7-48A1-9E11-2F8BB396E14F}"/>
    <dgm:cxn modelId="{D9263EA0-E0C2-4306-B970-32030028FB95}" type="presOf" srcId="{AB5C6F34-BBF2-4CDE-AFFD-89633B09E2F8}" destId="{1503DCE2-5D19-4015-831D-EF613FE2A0DC}" srcOrd="0" destOrd="0" presId="urn:microsoft.com/office/officeart/2011/layout/Picture Frame"/>
    <dgm:cxn modelId="{409982FB-532A-470C-AF49-54413E1D9024}" type="presOf" srcId="{ED706CE2-0C54-4686-8340-2697B17CD947}" destId="{A10359BC-EEE5-44FA-AE52-6891ECCE3DE8}" srcOrd="0" destOrd="0" presId="urn:microsoft.com/office/officeart/2011/layout/Picture Frame"/>
    <dgm:cxn modelId="{B30E15BE-A680-4B6D-A588-20044EBC2812}" type="presParOf" srcId="{D0F151CA-21BA-4D10-B55E-0432E5EA276A}" destId="{6A1A7940-31C2-4D79-A260-88C45E0B7F0C}" srcOrd="0" destOrd="0" presId="urn:microsoft.com/office/officeart/2011/layout/Picture Frame"/>
    <dgm:cxn modelId="{A72D2BB6-CA40-4970-853A-7F8134356FE3}" type="presParOf" srcId="{6A1A7940-31C2-4D79-A260-88C45E0B7F0C}" destId="{A10359BC-EEE5-44FA-AE52-6891ECCE3DE8}" srcOrd="0" destOrd="0" presId="urn:microsoft.com/office/officeart/2011/layout/Picture Frame"/>
    <dgm:cxn modelId="{17D26BC5-71F5-42B4-826B-F2F06C8F6070}" type="presParOf" srcId="{6A1A7940-31C2-4D79-A260-88C45E0B7F0C}" destId="{F2941090-B8EC-4EC2-B71D-B203B39CEB81}" srcOrd="1" destOrd="0" presId="urn:microsoft.com/office/officeart/2011/layout/Picture Frame"/>
    <dgm:cxn modelId="{39862C50-3878-4DD4-9D8E-6758D3AA0D2D}" type="presParOf" srcId="{6A1A7940-31C2-4D79-A260-88C45E0B7F0C}" destId="{672FEC50-1F64-447D-8FA5-2691F9A87954}" srcOrd="2" destOrd="0" presId="urn:microsoft.com/office/officeart/2011/layout/Picture Frame"/>
    <dgm:cxn modelId="{36D8D851-8ECD-4564-B881-B60769E2BFB7}" type="presParOf" srcId="{D0F151CA-21BA-4D10-B55E-0432E5EA276A}" destId="{AFAC7EE7-64CE-424F-840C-3E46FC5A99FF}" srcOrd="1" destOrd="0" presId="urn:microsoft.com/office/officeart/2011/layout/Picture Frame"/>
    <dgm:cxn modelId="{B8BE0A9F-F6B4-41E0-AB6D-DFBE067AFF96}" type="presParOf" srcId="{D0F151CA-21BA-4D10-B55E-0432E5EA276A}" destId="{A0C3C380-58D3-4B6F-9D33-7605D72CD027}" srcOrd="2" destOrd="0" presId="urn:microsoft.com/office/officeart/2011/layout/Picture Frame"/>
    <dgm:cxn modelId="{00B121E1-C905-4C40-A4F2-FA71FBD9FD35}" type="presParOf" srcId="{A0C3C380-58D3-4B6F-9D33-7605D72CD027}" destId="{A6EE20FB-EA64-4A4E-AF8F-8BFD64D41B64}" srcOrd="0" destOrd="0" presId="urn:microsoft.com/office/officeart/2011/layout/Picture Frame"/>
    <dgm:cxn modelId="{E7C64EB6-068F-42F3-AF7E-5E5160422763}" type="presParOf" srcId="{A0C3C380-58D3-4B6F-9D33-7605D72CD027}" destId="{8EC8EF8D-943E-4756-A087-01ED62AF1F84}" srcOrd="1" destOrd="0" presId="urn:microsoft.com/office/officeart/2011/layout/Picture Frame"/>
    <dgm:cxn modelId="{8B4AB60C-4A4C-49B0-94A5-EC35D775D4B6}" type="presParOf" srcId="{A0C3C380-58D3-4B6F-9D33-7605D72CD027}" destId="{6912FF58-2308-4A69-841C-5AE4B59206AE}" srcOrd="2" destOrd="0" presId="urn:microsoft.com/office/officeart/2011/layout/Picture Frame"/>
    <dgm:cxn modelId="{64C5CED6-DB11-456D-BB3B-9249F2F1B20D}" type="presParOf" srcId="{D0F151CA-21BA-4D10-B55E-0432E5EA276A}" destId="{B4F94392-B249-4169-A835-D3A54D22B4EC}" srcOrd="3" destOrd="0" presId="urn:microsoft.com/office/officeart/2011/layout/Picture Frame"/>
    <dgm:cxn modelId="{2D1D829A-13BA-40A1-A5B3-5DB32D18CEB5}" type="presParOf" srcId="{D0F151CA-21BA-4D10-B55E-0432E5EA276A}" destId="{4D5F2666-86C7-4075-A566-6BA1ACE2AE57}" srcOrd="4" destOrd="0" presId="urn:microsoft.com/office/officeart/2011/layout/Picture Frame"/>
    <dgm:cxn modelId="{A004CE10-3D8A-40CD-923B-D89F232B11C9}" type="presParOf" srcId="{4D5F2666-86C7-4075-A566-6BA1ACE2AE57}" destId="{BDFB5311-A732-4785-AC87-970E76A47078}" srcOrd="0" destOrd="0" presId="urn:microsoft.com/office/officeart/2011/layout/Picture Frame"/>
    <dgm:cxn modelId="{8C47FE11-0E9E-4870-A1C2-705FC263B092}" type="presParOf" srcId="{4D5F2666-86C7-4075-A566-6BA1ACE2AE57}" destId="{564D6381-40D9-40A8-90F9-FD34E1CE1B52}" srcOrd="1" destOrd="0" presId="urn:microsoft.com/office/officeart/2011/layout/Picture Frame"/>
    <dgm:cxn modelId="{846B2812-D4DF-494C-BBC4-8A3EEAAA96D3}" type="presParOf" srcId="{4D5F2666-86C7-4075-A566-6BA1ACE2AE57}" destId="{C4A1F25F-2AFE-47D1-8D1C-D311F68899D8}" srcOrd="2" destOrd="0" presId="urn:microsoft.com/office/officeart/2011/layout/Picture Frame"/>
    <dgm:cxn modelId="{9CC3B9D6-BB3C-46C7-A812-2F5737FAC734}" type="presParOf" srcId="{D0F151CA-21BA-4D10-B55E-0432E5EA276A}" destId="{C4A19F02-CED0-44C8-8688-46FD99990680}" srcOrd="5" destOrd="0" presId="urn:microsoft.com/office/officeart/2011/layout/Picture Frame"/>
    <dgm:cxn modelId="{194A87A9-51AB-4DF4-B3B3-7F9D3FF856C1}" type="presParOf" srcId="{D0F151CA-21BA-4D10-B55E-0432E5EA276A}" destId="{DC39BFAB-C8AA-4A14-BB2A-5A33180D0FCF}" srcOrd="6" destOrd="0" presId="urn:microsoft.com/office/officeart/2011/layout/Picture Frame"/>
    <dgm:cxn modelId="{75DB2185-7F1C-4D17-B861-43A2F80B59F4}" type="presParOf" srcId="{DC39BFAB-C8AA-4A14-BB2A-5A33180D0FCF}" destId="{1503DCE2-5D19-4015-831D-EF613FE2A0DC}" srcOrd="0" destOrd="0" presId="urn:microsoft.com/office/officeart/2011/layout/Picture Frame"/>
    <dgm:cxn modelId="{3337CD44-7EF6-4782-B0E7-73F0FC36F181}" type="presParOf" srcId="{DC39BFAB-C8AA-4A14-BB2A-5A33180D0FCF}" destId="{86798A4D-3D11-425C-9FC4-28B3126FB7B1}" srcOrd="1" destOrd="0" presId="urn:microsoft.com/office/officeart/2011/layout/Picture Frame"/>
    <dgm:cxn modelId="{C0FC52BA-28A1-4962-A4CB-90CC2FA7F21D}" type="presParOf" srcId="{DC39BFAB-C8AA-4A14-BB2A-5A33180D0FCF}" destId="{6D0092CF-E793-457D-8FA1-305CE5B1EAA9}" srcOrd="2" destOrd="0" presId="urn:microsoft.com/office/officeart/2011/layout/Picture Frame"/>
    <dgm:cxn modelId="{EBDE0A76-1BF8-4303-AA32-CA74B4112713}" type="presParOf" srcId="{D0F151CA-21BA-4D10-B55E-0432E5EA276A}" destId="{C23A8B4C-035A-40F9-9123-1C7AC6737D8B}" srcOrd="7" destOrd="0" presId="urn:microsoft.com/office/officeart/2011/layout/Picture Frame"/>
    <dgm:cxn modelId="{6627BCDE-5E92-4126-A1B5-57E248B2B08C}" type="presParOf" srcId="{D0F151CA-21BA-4D10-B55E-0432E5EA276A}" destId="{B354FBD0-9C99-4ADD-B91D-527CC951DF4C}" srcOrd="8" destOrd="0" presId="urn:microsoft.com/office/officeart/2011/layout/Picture Frame"/>
    <dgm:cxn modelId="{BDC3C215-23C5-468F-9FDC-17E503B61C48}" type="presParOf" srcId="{B354FBD0-9C99-4ADD-B91D-527CC951DF4C}" destId="{04A7BD90-1E46-4539-863D-50299F91898B}" srcOrd="0" destOrd="0" presId="urn:microsoft.com/office/officeart/2011/layout/Picture Frame"/>
    <dgm:cxn modelId="{0240516F-AF73-4A5D-B27B-2C4270F8C648}" type="presParOf" srcId="{B354FBD0-9C99-4ADD-B91D-527CC951DF4C}" destId="{5D610624-FF31-4917-AB05-24416D46F971}" srcOrd="1" destOrd="0" presId="urn:microsoft.com/office/officeart/2011/layout/Picture Frame"/>
    <dgm:cxn modelId="{F7AE3740-C48D-49C0-8C97-71AE5618F3E6}" type="presParOf" srcId="{B354FBD0-9C99-4ADD-B91D-527CC951DF4C}" destId="{5BCFE1FC-0B5E-4296-9A9A-8131EE936BAE}" srcOrd="2" destOrd="0" presId="urn:microsoft.com/office/officeart/2011/layout/Picture Frame"/>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8.xml><?xml version="1.0" encoding="utf-8"?>
<dgm:dataModel xmlns:dgm="http://schemas.openxmlformats.org/drawingml/2006/diagram" xmlns:a="http://schemas.openxmlformats.org/drawingml/2006/main">
  <dgm:ptLst>
    <dgm:pt modelId="{CA7B58D9-F067-451B-83B8-25B0F835CDB6}" type="doc">
      <dgm:prSet loTypeId="urn:microsoft.com/office/officeart/2005/8/layout/vList2" loCatId="list" qsTypeId="urn:microsoft.com/office/officeart/2005/8/quickstyle/simple2" qsCatId="simple" csTypeId="urn:microsoft.com/office/officeart/2005/8/colors/colorful1" csCatId="colorful" phldr="1"/>
      <dgm:spPr/>
      <dgm:t>
        <a:bodyPr/>
        <a:lstStyle/>
        <a:p>
          <a:endParaRPr lang="en-US"/>
        </a:p>
      </dgm:t>
    </dgm:pt>
    <dgm:pt modelId="{F9CF23AA-9BC9-4918-B887-784303DA6D32}">
      <dgm:prSet phldrT="[Text]" custT="1"/>
      <dgm:spPr/>
      <dgm:t>
        <a:bodyPr/>
        <a:lstStyle/>
        <a:p>
          <a:r>
            <a:rPr lang="en-US" sz="4000" dirty="0"/>
            <a:t>Artificial intelligence (AI) is a branch of computer science that involves developing computer programs to complete tasks that would otherwise require human intelligence.</a:t>
          </a:r>
        </a:p>
      </dgm:t>
    </dgm:pt>
    <dgm:pt modelId="{C9F4C80D-9F4E-4537-985C-357AB9B67514}" type="parTrans" cxnId="{76E43FDE-0687-4E8F-90E7-8FCE779EA2A5}">
      <dgm:prSet/>
      <dgm:spPr/>
      <dgm:t>
        <a:bodyPr/>
        <a:lstStyle/>
        <a:p>
          <a:endParaRPr lang="en-US" sz="4400"/>
        </a:p>
      </dgm:t>
    </dgm:pt>
    <dgm:pt modelId="{374D9BFD-3342-4E7E-B5D9-6CE19635890B}" type="sibTrans" cxnId="{76E43FDE-0687-4E8F-90E7-8FCE779EA2A5}">
      <dgm:prSet/>
      <dgm:spPr/>
      <dgm:t>
        <a:bodyPr/>
        <a:lstStyle/>
        <a:p>
          <a:endParaRPr lang="en-US" sz="4400"/>
        </a:p>
      </dgm:t>
    </dgm:pt>
    <dgm:pt modelId="{6E988EC3-D251-4CB3-9D18-0D0B25CD186D}">
      <dgm:prSet phldrT="[Text]" custT="1"/>
      <dgm:spPr/>
      <dgm:t>
        <a:bodyPr/>
        <a:lstStyle/>
        <a:p>
          <a:r>
            <a:rPr lang="en-US" sz="4000" dirty="0"/>
            <a:t>AI algorithms can tackle:</a:t>
          </a:r>
        </a:p>
      </dgm:t>
    </dgm:pt>
    <dgm:pt modelId="{55731956-FD1C-4F70-B320-D7EBDEC73B96}" type="parTrans" cxnId="{F4D14645-4DA3-45F8-BFDA-B4EB49305804}">
      <dgm:prSet/>
      <dgm:spPr/>
      <dgm:t>
        <a:bodyPr/>
        <a:lstStyle/>
        <a:p>
          <a:endParaRPr lang="en-US" sz="4400"/>
        </a:p>
      </dgm:t>
    </dgm:pt>
    <dgm:pt modelId="{CDEBE6CE-8692-4C70-BD67-0E9A236B75BD}" type="sibTrans" cxnId="{F4D14645-4DA3-45F8-BFDA-B4EB49305804}">
      <dgm:prSet/>
      <dgm:spPr/>
      <dgm:t>
        <a:bodyPr/>
        <a:lstStyle/>
        <a:p>
          <a:endParaRPr lang="en-US" sz="4400"/>
        </a:p>
      </dgm:t>
    </dgm:pt>
    <dgm:pt modelId="{F372A4E5-B289-4256-BE0F-A4D6D3A7DC56}">
      <dgm:prSet phldrT="[Text]" custT="1"/>
      <dgm:spPr/>
      <dgm:t>
        <a:bodyPr/>
        <a:lstStyle/>
        <a:p>
          <a:r>
            <a:rPr lang="en-US" sz="3600" dirty="0"/>
            <a:t>Perception</a:t>
          </a:r>
        </a:p>
      </dgm:t>
    </dgm:pt>
    <dgm:pt modelId="{3A01537B-8A44-4CDD-ADAC-A11AFD6339E8}" type="parTrans" cxnId="{D8FCF700-3D7F-4F08-881D-436846322379}">
      <dgm:prSet/>
      <dgm:spPr/>
      <dgm:t>
        <a:bodyPr/>
        <a:lstStyle/>
        <a:p>
          <a:endParaRPr lang="en-US" sz="4400"/>
        </a:p>
      </dgm:t>
    </dgm:pt>
    <dgm:pt modelId="{3B3D7D58-2D5B-4F9B-AA2E-925288FC9535}" type="sibTrans" cxnId="{D8FCF700-3D7F-4F08-881D-436846322379}">
      <dgm:prSet/>
      <dgm:spPr/>
      <dgm:t>
        <a:bodyPr/>
        <a:lstStyle/>
        <a:p>
          <a:endParaRPr lang="en-US" sz="4400"/>
        </a:p>
      </dgm:t>
    </dgm:pt>
    <dgm:pt modelId="{A4E9C27B-3907-40BA-AA65-88A0BAFEE313}">
      <dgm:prSet phldrT="[Text]" custT="1"/>
      <dgm:spPr/>
      <dgm:t>
        <a:bodyPr/>
        <a:lstStyle/>
        <a:p>
          <a:r>
            <a:rPr lang="en-US" sz="3600" dirty="0"/>
            <a:t>Learning</a:t>
          </a:r>
        </a:p>
      </dgm:t>
    </dgm:pt>
    <dgm:pt modelId="{F03EEFF8-2E21-4523-8799-443C3119398E}" type="parTrans" cxnId="{065E0482-988E-4970-BE42-06A9CFF1E6CB}">
      <dgm:prSet/>
      <dgm:spPr/>
      <dgm:t>
        <a:bodyPr/>
        <a:lstStyle/>
        <a:p>
          <a:endParaRPr lang="en-US" sz="4400"/>
        </a:p>
      </dgm:t>
    </dgm:pt>
    <dgm:pt modelId="{6CB73BEF-0206-433D-B857-50ED2D39EB89}" type="sibTrans" cxnId="{065E0482-988E-4970-BE42-06A9CFF1E6CB}">
      <dgm:prSet/>
      <dgm:spPr/>
      <dgm:t>
        <a:bodyPr/>
        <a:lstStyle/>
        <a:p>
          <a:endParaRPr lang="en-US" sz="4400"/>
        </a:p>
      </dgm:t>
    </dgm:pt>
    <dgm:pt modelId="{96AF68EF-AE03-4041-90FA-D27107DFC45E}">
      <dgm:prSet phldrT="[Text]" custT="1"/>
      <dgm:spPr/>
      <dgm:t>
        <a:bodyPr/>
        <a:lstStyle/>
        <a:p>
          <a:r>
            <a:rPr lang="en-US" sz="3600" dirty="0"/>
            <a:t>Problem Solving</a:t>
          </a:r>
        </a:p>
      </dgm:t>
    </dgm:pt>
    <dgm:pt modelId="{B79509C8-7D62-43FC-8E31-763E75E68E91}" type="parTrans" cxnId="{8EAB476E-DDCD-41E2-8A53-5558D1A1A2DD}">
      <dgm:prSet/>
      <dgm:spPr/>
      <dgm:t>
        <a:bodyPr/>
        <a:lstStyle/>
        <a:p>
          <a:endParaRPr lang="en-US" sz="4400"/>
        </a:p>
      </dgm:t>
    </dgm:pt>
    <dgm:pt modelId="{AD59ADC8-0FBF-45BC-B76D-A1FDF71FB1D8}" type="sibTrans" cxnId="{8EAB476E-DDCD-41E2-8A53-5558D1A1A2DD}">
      <dgm:prSet/>
      <dgm:spPr/>
      <dgm:t>
        <a:bodyPr/>
        <a:lstStyle/>
        <a:p>
          <a:endParaRPr lang="en-US" sz="4400"/>
        </a:p>
      </dgm:t>
    </dgm:pt>
    <dgm:pt modelId="{744A30D9-B248-4244-8B57-F1E80F645125}">
      <dgm:prSet phldrT="[Text]" custT="1"/>
      <dgm:spPr/>
      <dgm:t>
        <a:bodyPr/>
        <a:lstStyle/>
        <a:p>
          <a:r>
            <a:rPr lang="en-US" sz="3600" dirty="0"/>
            <a:t>Language Understanding</a:t>
          </a:r>
        </a:p>
      </dgm:t>
    </dgm:pt>
    <dgm:pt modelId="{737F2B8D-01D1-4FB6-9BFE-07FC2C31AB0E}" type="parTrans" cxnId="{F3E98F15-8038-41EB-A4D0-97BDFB775D5E}">
      <dgm:prSet/>
      <dgm:spPr/>
      <dgm:t>
        <a:bodyPr/>
        <a:lstStyle/>
        <a:p>
          <a:endParaRPr lang="en-US" sz="4400"/>
        </a:p>
      </dgm:t>
    </dgm:pt>
    <dgm:pt modelId="{28E5667C-1A3D-43C4-8002-14F6694DBA73}" type="sibTrans" cxnId="{F3E98F15-8038-41EB-A4D0-97BDFB775D5E}">
      <dgm:prSet/>
      <dgm:spPr/>
      <dgm:t>
        <a:bodyPr/>
        <a:lstStyle/>
        <a:p>
          <a:endParaRPr lang="en-US" sz="4400"/>
        </a:p>
      </dgm:t>
    </dgm:pt>
    <dgm:pt modelId="{7EE786B4-6E21-488C-888B-EA1AFFF1D046}">
      <dgm:prSet phldrT="[Text]" custT="1"/>
      <dgm:spPr/>
      <dgm:t>
        <a:bodyPr/>
        <a:lstStyle/>
        <a:p>
          <a:r>
            <a:rPr lang="en-US" sz="3600" dirty="0"/>
            <a:t>Logical Reasoning</a:t>
          </a:r>
        </a:p>
      </dgm:t>
    </dgm:pt>
    <dgm:pt modelId="{F4941388-0203-4D61-AB65-AE9F4699E95B}" type="parTrans" cxnId="{19EE53C7-AE5F-447C-9517-D76E342C54FB}">
      <dgm:prSet/>
      <dgm:spPr/>
      <dgm:t>
        <a:bodyPr/>
        <a:lstStyle/>
        <a:p>
          <a:endParaRPr lang="en-US" sz="4400"/>
        </a:p>
      </dgm:t>
    </dgm:pt>
    <dgm:pt modelId="{C48F918E-4B14-4B1A-9C48-2B9B8A3E78FF}" type="sibTrans" cxnId="{19EE53C7-AE5F-447C-9517-D76E342C54FB}">
      <dgm:prSet/>
      <dgm:spPr/>
      <dgm:t>
        <a:bodyPr/>
        <a:lstStyle/>
        <a:p>
          <a:endParaRPr lang="en-US" sz="4400"/>
        </a:p>
      </dgm:t>
    </dgm:pt>
    <dgm:pt modelId="{37413BF3-F16D-42CB-9E69-3353D8C151C1}" type="pres">
      <dgm:prSet presAssocID="{CA7B58D9-F067-451B-83B8-25B0F835CDB6}" presName="linear" presStyleCnt="0">
        <dgm:presLayoutVars>
          <dgm:animLvl val="lvl"/>
          <dgm:resizeHandles val="exact"/>
        </dgm:presLayoutVars>
      </dgm:prSet>
      <dgm:spPr/>
    </dgm:pt>
    <dgm:pt modelId="{B5C22936-4544-4B57-AB73-3012AE016014}" type="pres">
      <dgm:prSet presAssocID="{F9CF23AA-9BC9-4918-B887-784303DA6D32}" presName="parentText" presStyleLbl="node1" presStyleIdx="0" presStyleCnt="2" custScaleY="100670" custLinFactNeighborY="-73894">
        <dgm:presLayoutVars>
          <dgm:chMax val="0"/>
          <dgm:bulletEnabled val="1"/>
        </dgm:presLayoutVars>
      </dgm:prSet>
      <dgm:spPr/>
    </dgm:pt>
    <dgm:pt modelId="{82DD2575-70D1-456D-BEA4-1AD0A3C203EB}" type="pres">
      <dgm:prSet presAssocID="{374D9BFD-3342-4E7E-B5D9-6CE19635890B}" presName="spacer" presStyleCnt="0"/>
      <dgm:spPr/>
    </dgm:pt>
    <dgm:pt modelId="{85F4D24B-1639-42B6-8CB7-6B3C5372FD34}" type="pres">
      <dgm:prSet presAssocID="{6E988EC3-D251-4CB3-9D18-0D0B25CD186D}" presName="parentText" presStyleLbl="node1" presStyleIdx="1" presStyleCnt="2" custScaleX="99679" custScaleY="27581" custLinFactNeighborX="161" custLinFactNeighborY="-4086">
        <dgm:presLayoutVars>
          <dgm:chMax val="0"/>
          <dgm:bulletEnabled val="1"/>
        </dgm:presLayoutVars>
      </dgm:prSet>
      <dgm:spPr/>
    </dgm:pt>
    <dgm:pt modelId="{2816179D-F8F6-41EE-8BEF-6C24D345DF05}" type="pres">
      <dgm:prSet presAssocID="{6E988EC3-D251-4CB3-9D18-0D0B25CD186D}" presName="childText" presStyleLbl="revTx" presStyleIdx="0" presStyleCnt="1" custScaleY="83036">
        <dgm:presLayoutVars>
          <dgm:bulletEnabled val="1"/>
        </dgm:presLayoutVars>
      </dgm:prSet>
      <dgm:spPr/>
    </dgm:pt>
  </dgm:ptLst>
  <dgm:cxnLst>
    <dgm:cxn modelId="{D8FCF700-3D7F-4F08-881D-436846322379}" srcId="{6E988EC3-D251-4CB3-9D18-0D0B25CD186D}" destId="{F372A4E5-B289-4256-BE0F-A4D6D3A7DC56}" srcOrd="1" destOrd="0" parTransId="{3A01537B-8A44-4CDD-ADAC-A11AFD6339E8}" sibTransId="{3B3D7D58-2D5B-4F9B-AA2E-925288FC9535}"/>
    <dgm:cxn modelId="{7A30CA0D-F122-4884-B477-409E9540E2BC}" type="presOf" srcId="{7EE786B4-6E21-488C-888B-EA1AFFF1D046}" destId="{2816179D-F8F6-41EE-8BEF-6C24D345DF05}" srcOrd="0" destOrd="4" presId="urn:microsoft.com/office/officeart/2005/8/layout/vList2"/>
    <dgm:cxn modelId="{F3E98F15-8038-41EB-A4D0-97BDFB775D5E}" srcId="{6E988EC3-D251-4CB3-9D18-0D0B25CD186D}" destId="{744A30D9-B248-4244-8B57-F1E80F645125}" srcOrd="3" destOrd="0" parTransId="{737F2B8D-01D1-4FB6-9BFE-07FC2C31AB0E}" sibTransId="{28E5667C-1A3D-43C4-8002-14F6694DBA73}"/>
    <dgm:cxn modelId="{82A97B17-1617-4C8A-8164-6605BC79AE40}" type="presOf" srcId="{96AF68EF-AE03-4041-90FA-D27107DFC45E}" destId="{2816179D-F8F6-41EE-8BEF-6C24D345DF05}" srcOrd="0" destOrd="2" presId="urn:microsoft.com/office/officeart/2005/8/layout/vList2"/>
    <dgm:cxn modelId="{98101527-8003-482E-A2A4-20738E3E5EBF}" type="presOf" srcId="{F9CF23AA-9BC9-4918-B887-784303DA6D32}" destId="{B5C22936-4544-4B57-AB73-3012AE016014}" srcOrd="0" destOrd="0" presId="urn:microsoft.com/office/officeart/2005/8/layout/vList2"/>
    <dgm:cxn modelId="{F4D14645-4DA3-45F8-BFDA-B4EB49305804}" srcId="{CA7B58D9-F067-451B-83B8-25B0F835CDB6}" destId="{6E988EC3-D251-4CB3-9D18-0D0B25CD186D}" srcOrd="1" destOrd="0" parTransId="{55731956-FD1C-4F70-B320-D7EBDEC73B96}" sibTransId="{CDEBE6CE-8692-4C70-BD67-0E9A236B75BD}"/>
    <dgm:cxn modelId="{65CC9469-76D9-4B9D-A561-6F93A667105C}" type="presOf" srcId="{744A30D9-B248-4244-8B57-F1E80F645125}" destId="{2816179D-F8F6-41EE-8BEF-6C24D345DF05}" srcOrd="0" destOrd="3" presId="urn:microsoft.com/office/officeart/2005/8/layout/vList2"/>
    <dgm:cxn modelId="{8EAB476E-DDCD-41E2-8A53-5558D1A1A2DD}" srcId="{6E988EC3-D251-4CB3-9D18-0D0B25CD186D}" destId="{96AF68EF-AE03-4041-90FA-D27107DFC45E}" srcOrd="2" destOrd="0" parTransId="{B79509C8-7D62-43FC-8E31-763E75E68E91}" sibTransId="{AD59ADC8-0FBF-45BC-B76D-A1FDF71FB1D8}"/>
    <dgm:cxn modelId="{BB1EEC6E-9333-4B4D-BFCA-38F3CD34ACDD}" type="presOf" srcId="{A4E9C27B-3907-40BA-AA65-88A0BAFEE313}" destId="{2816179D-F8F6-41EE-8BEF-6C24D345DF05}" srcOrd="0" destOrd="0" presId="urn:microsoft.com/office/officeart/2005/8/layout/vList2"/>
    <dgm:cxn modelId="{065E0482-988E-4970-BE42-06A9CFF1E6CB}" srcId="{6E988EC3-D251-4CB3-9D18-0D0B25CD186D}" destId="{A4E9C27B-3907-40BA-AA65-88A0BAFEE313}" srcOrd="0" destOrd="0" parTransId="{F03EEFF8-2E21-4523-8799-443C3119398E}" sibTransId="{6CB73BEF-0206-433D-B857-50ED2D39EB89}"/>
    <dgm:cxn modelId="{D7DF1F8B-215F-4973-B9D3-F7D5B0869089}" type="presOf" srcId="{F372A4E5-B289-4256-BE0F-A4D6D3A7DC56}" destId="{2816179D-F8F6-41EE-8BEF-6C24D345DF05}" srcOrd="0" destOrd="1" presId="urn:microsoft.com/office/officeart/2005/8/layout/vList2"/>
    <dgm:cxn modelId="{19EE53C7-AE5F-447C-9517-D76E342C54FB}" srcId="{6E988EC3-D251-4CB3-9D18-0D0B25CD186D}" destId="{7EE786B4-6E21-488C-888B-EA1AFFF1D046}" srcOrd="4" destOrd="0" parTransId="{F4941388-0203-4D61-AB65-AE9F4699E95B}" sibTransId="{C48F918E-4B14-4B1A-9C48-2B9B8A3E78FF}"/>
    <dgm:cxn modelId="{D9CA45D9-E28D-4690-BB37-D56EFF8E3088}" type="presOf" srcId="{CA7B58D9-F067-451B-83B8-25B0F835CDB6}" destId="{37413BF3-F16D-42CB-9E69-3353D8C151C1}" srcOrd="0" destOrd="0" presId="urn:microsoft.com/office/officeart/2005/8/layout/vList2"/>
    <dgm:cxn modelId="{76E43FDE-0687-4E8F-90E7-8FCE779EA2A5}" srcId="{CA7B58D9-F067-451B-83B8-25B0F835CDB6}" destId="{F9CF23AA-9BC9-4918-B887-784303DA6D32}" srcOrd="0" destOrd="0" parTransId="{C9F4C80D-9F4E-4537-985C-357AB9B67514}" sibTransId="{374D9BFD-3342-4E7E-B5D9-6CE19635890B}"/>
    <dgm:cxn modelId="{5F5C63ED-951C-486C-93B5-AFD9EE4855D1}" type="presOf" srcId="{6E988EC3-D251-4CB3-9D18-0D0B25CD186D}" destId="{85F4D24B-1639-42B6-8CB7-6B3C5372FD34}" srcOrd="0" destOrd="0" presId="urn:microsoft.com/office/officeart/2005/8/layout/vList2"/>
    <dgm:cxn modelId="{A00A29C9-143C-4AE5-B3C0-03B37216D5A0}" type="presParOf" srcId="{37413BF3-F16D-42CB-9E69-3353D8C151C1}" destId="{B5C22936-4544-4B57-AB73-3012AE016014}" srcOrd="0" destOrd="0" presId="urn:microsoft.com/office/officeart/2005/8/layout/vList2"/>
    <dgm:cxn modelId="{F8CE0CEC-BB38-4E7A-A9BD-91AFEE5EBF23}" type="presParOf" srcId="{37413BF3-F16D-42CB-9E69-3353D8C151C1}" destId="{82DD2575-70D1-456D-BEA4-1AD0A3C203EB}" srcOrd="1" destOrd="0" presId="urn:microsoft.com/office/officeart/2005/8/layout/vList2"/>
    <dgm:cxn modelId="{91EAB08A-F504-4F01-89EC-24418CC50329}" type="presParOf" srcId="{37413BF3-F16D-42CB-9E69-3353D8C151C1}" destId="{85F4D24B-1639-42B6-8CB7-6B3C5372FD34}" srcOrd="2" destOrd="0" presId="urn:microsoft.com/office/officeart/2005/8/layout/vList2"/>
    <dgm:cxn modelId="{6D5D17D1-7EC7-47D4-B5F3-E5D03BCDFA52}" type="presParOf" srcId="{37413BF3-F16D-42CB-9E69-3353D8C151C1}" destId="{2816179D-F8F6-41EE-8BEF-6C24D345DF05}" srcOrd="3"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9.xml><?xml version="1.0" encoding="utf-8"?>
<dgm:dataModel xmlns:dgm="http://schemas.openxmlformats.org/drawingml/2006/diagram" xmlns:a="http://schemas.openxmlformats.org/drawingml/2006/main">
  <dgm:ptLst>
    <dgm:pt modelId="{BA437B41-9A96-4157-9A97-9CB5ED23630A}" type="doc">
      <dgm:prSet loTypeId="urn:microsoft.com/office/officeart/2005/8/layout/vList2" loCatId="list" qsTypeId="urn:microsoft.com/office/officeart/2005/8/quickstyle/simple2" qsCatId="simple" csTypeId="urn:microsoft.com/office/officeart/2005/8/colors/colorful1" csCatId="colorful" phldr="1"/>
      <dgm:spPr/>
      <dgm:t>
        <a:bodyPr/>
        <a:lstStyle/>
        <a:p>
          <a:endParaRPr lang="en-US"/>
        </a:p>
      </dgm:t>
    </dgm:pt>
    <dgm:pt modelId="{98ACBE28-32A7-458D-86DD-155FDEFF0330}">
      <dgm:prSet phldrT="[Text]" custT="1"/>
      <dgm:spPr/>
      <dgm:t>
        <a:bodyPr/>
        <a:lstStyle/>
        <a:p>
          <a:r>
            <a:rPr lang="en-US" sz="3200" dirty="0"/>
            <a:t>AI is used to control robots, the AI algorithms are only part of the larger robotic system, which also includes sensors, actuators, and non-AI programming. </a:t>
          </a:r>
        </a:p>
        <a:p>
          <a:endParaRPr lang="en-US" sz="3200" dirty="0"/>
        </a:p>
      </dgm:t>
    </dgm:pt>
    <dgm:pt modelId="{EF496D83-A4D9-414B-A87C-BB411EC2011A}" type="parTrans" cxnId="{B6790214-DC82-408E-A1B2-B4FA69259897}">
      <dgm:prSet/>
      <dgm:spPr/>
      <dgm:t>
        <a:bodyPr/>
        <a:lstStyle/>
        <a:p>
          <a:endParaRPr lang="en-US" sz="3600">
            <a:solidFill>
              <a:schemeClr val="bg1"/>
            </a:solidFill>
          </a:endParaRPr>
        </a:p>
      </dgm:t>
    </dgm:pt>
    <dgm:pt modelId="{E41AE12C-3434-4E29-9D42-6848D116BE48}" type="sibTrans" cxnId="{B6790214-DC82-408E-A1B2-B4FA69259897}">
      <dgm:prSet/>
      <dgm:spPr/>
      <dgm:t>
        <a:bodyPr/>
        <a:lstStyle/>
        <a:p>
          <a:endParaRPr lang="en-US" sz="3600">
            <a:solidFill>
              <a:schemeClr val="bg1"/>
            </a:solidFill>
          </a:endParaRPr>
        </a:p>
      </dgm:t>
    </dgm:pt>
    <dgm:pt modelId="{5920AD2B-34EF-42BA-A83F-11B683C7969C}" type="pres">
      <dgm:prSet presAssocID="{BA437B41-9A96-4157-9A97-9CB5ED23630A}" presName="linear" presStyleCnt="0">
        <dgm:presLayoutVars>
          <dgm:animLvl val="lvl"/>
          <dgm:resizeHandles val="exact"/>
        </dgm:presLayoutVars>
      </dgm:prSet>
      <dgm:spPr/>
    </dgm:pt>
    <dgm:pt modelId="{57945616-C706-483D-9011-B88D2731956A}" type="pres">
      <dgm:prSet presAssocID="{98ACBE28-32A7-458D-86DD-155FDEFF0330}" presName="parentText" presStyleLbl="node1" presStyleIdx="0" presStyleCnt="1" custScaleY="386820" custLinFactNeighborX="-2279" custLinFactNeighborY="-17028">
        <dgm:presLayoutVars>
          <dgm:chMax val="0"/>
          <dgm:bulletEnabled val="1"/>
        </dgm:presLayoutVars>
      </dgm:prSet>
      <dgm:spPr/>
    </dgm:pt>
  </dgm:ptLst>
  <dgm:cxnLst>
    <dgm:cxn modelId="{B6790214-DC82-408E-A1B2-B4FA69259897}" srcId="{BA437B41-9A96-4157-9A97-9CB5ED23630A}" destId="{98ACBE28-32A7-458D-86DD-155FDEFF0330}" srcOrd="0" destOrd="0" parTransId="{EF496D83-A4D9-414B-A87C-BB411EC2011A}" sibTransId="{E41AE12C-3434-4E29-9D42-6848D116BE48}"/>
    <dgm:cxn modelId="{3E45BF32-2593-4F7A-B6F3-482FD3B96AFD}" type="presOf" srcId="{98ACBE28-32A7-458D-86DD-155FDEFF0330}" destId="{57945616-C706-483D-9011-B88D2731956A}" srcOrd="0" destOrd="0" presId="urn:microsoft.com/office/officeart/2005/8/layout/vList2"/>
    <dgm:cxn modelId="{26982C9D-74F8-49D1-96EF-584866C0AC69}" type="presOf" srcId="{BA437B41-9A96-4157-9A97-9CB5ED23630A}" destId="{5920AD2B-34EF-42BA-A83F-11B683C7969C}" srcOrd="0" destOrd="0" presId="urn:microsoft.com/office/officeart/2005/8/layout/vList2"/>
    <dgm:cxn modelId="{44FA26CB-D8EE-45CF-9C7B-50F5EE224606}" type="presParOf" srcId="{5920AD2B-34EF-42BA-A83F-11B683C7969C}" destId="{57945616-C706-483D-9011-B88D2731956A}" srcOrd="0"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0.xml><?xml version="1.0" encoding="utf-8"?>
<dgm:dataModel xmlns:dgm="http://schemas.openxmlformats.org/drawingml/2006/diagram" xmlns:a="http://schemas.openxmlformats.org/drawingml/2006/main">
  <dgm:ptLst>
    <dgm:pt modelId="{407B4A10-A2AA-4F4A-AB0E-BA9B44226DFB}" type="doc">
      <dgm:prSet loTypeId="urn:microsoft.com/office/officeart/2005/8/layout/venn2" loCatId="relationship" qsTypeId="urn:microsoft.com/office/officeart/2005/8/quickstyle/simple2" qsCatId="simple" csTypeId="urn:microsoft.com/office/officeart/2005/8/colors/colorful1" csCatId="colorful" phldr="1"/>
      <dgm:spPr/>
    </dgm:pt>
    <dgm:pt modelId="{2C85BD07-EFAE-4F73-BBC7-9EB322FD574B}">
      <dgm:prSet phldrT="[Text]" custT="1"/>
      <dgm:spPr/>
      <dgm:t>
        <a:bodyPr/>
        <a:lstStyle/>
        <a:p>
          <a:r>
            <a:rPr lang="en-US" sz="3600" b="0"/>
            <a:t>Machine Learning</a:t>
          </a:r>
          <a:endParaRPr lang="en-US" sz="3600" b="0" dirty="0"/>
        </a:p>
      </dgm:t>
    </dgm:pt>
    <dgm:pt modelId="{E7FBE729-F175-4F13-83B0-C65D44D61215}" type="parTrans" cxnId="{62603E09-42B7-48C9-923A-24638AB971F4}">
      <dgm:prSet/>
      <dgm:spPr/>
      <dgm:t>
        <a:bodyPr/>
        <a:lstStyle/>
        <a:p>
          <a:endParaRPr lang="en-US" sz="4000" b="0">
            <a:solidFill>
              <a:srgbClr val="002060"/>
            </a:solidFill>
          </a:endParaRPr>
        </a:p>
      </dgm:t>
    </dgm:pt>
    <dgm:pt modelId="{871C5C88-CD6E-41FA-9DE5-94085F887C83}" type="sibTrans" cxnId="{62603E09-42B7-48C9-923A-24638AB971F4}">
      <dgm:prSet/>
      <dgm:spPr/>
      <dgm:t>
        <a:bodyPr/>
        <a:lstStyle/>
        <a:p>
          <a:endParaRPr lang="en-US" sz="4000" b="0">
            <a:solidFill>
              <a:srgbClr val="002060"/>
            </a:solidFill>
          </a:endParaRPr>
        </a:p>
      </dgm:t>
    </dgm:pt>
    <dgm:pt modelId="{CC662088-C529-40DF-B225-DCD6B049892D}">
      <dgm:prSet phldrT="[Text]" custT="1"/>
      <dgm:spPr/>
      <dgm:t>
        <a:bodyPr/>
        <a:lstStyle/>
        <a:p>
          <a:r>
            <a:rPr lang="en-US" sz="3600" b="0"/>
            <a:t>Deep Learning</a:t>
          </a:r>
          <a:endParaRPr lang="en-US" sz="3600" b="0" dirty="0"/>
        </a:p>
      </dgm:t>
    </dgm:pt>
    <dgm:pt modelId="{2BAA835A-382A-486A-BA32-381DC02352D4}" type="parTrans" cxnId="{93B9BA5E-32EC-4455-874F-2DA3A7EEB039}">
      <dgm:prSet/>
      <dgm:spPr/>
      <dgm:t>
        <a:bodyPr/>
        <a:lstStyle/>
        <a:p>
          <a:endParaRPr lang="en-US" sz="4000" b="0">
            <a:solidFill>
              <a:srgbClr val="002060"/>
            </a:solidFill>
          </a:endParaRPr>
        </a:p>
      </dgm:t>
    </dgm:pt>
    <dgm:pt modelId="{47263C23-1597-41C5-9849-AC462BC9982A}" type="sibTrans" cxnId="{93B9BA5E-32EC-4455-874F-2DA3A7EEB039}">
      <dgm:prSet/>
      <dgm:spPr/>
      <dgm:t>
        <a:bodyPr/>
        <a:lstStyle/>
        <a:p>
          <a:endParaRPr lang="en-US" sz="4000" b="0">
            <a:solidFill>
              <a:srgbClr val="002060"/>
            </a:solidFill>
          </a:endParaRPr>
        </a:p>
      </dgm:t>
    </dgm:pt>
    <dgm:pt modelId="{6FB7B227-82A7-4CEB-8E2A-C34EC34A31D9}">
      <dgm:prSet phldrT="[Text]" custT="1"/>
      <dgm:spPr/>
      <dgm:t>
        <a:bodyPr/>
        <a:lstStyle/>
        <a:p>
          <a:r>
            <a:rPr lang="en-US" sz="3600" b="0"/>
            <a:t>Artificial Intelligence</a:t>
          </a:r>
          <a:endParaRPr lang="en-US" sz="3600" b="0" dirty="0"/>
        </a:p>
      </dgm:t>
    </dgm:pt>
    <dgm:pt modelId="{E519FA8E-2C2F-4F75-952C-997A42C840D9}" type="parTrans" cxnId="{B952280E-EB11-4BD0-BEA0-9650D55659A5}">
      <dgm:prSet/>
      <dgm:spPr/>
      <dgm:t>
        <a:bodyPr/>
        <a:lstStyle/>
        <a:p>
          <a:endParaRPr lang="en-US" sz="4000" b="0">
            <a:solidFill>
              <a:srgbClr val="002060"/>
            </a:solidFill>
          </a:endParaRPr>
        </a:p>
      </dgm:t>
    </dgm:pt>
    <dgm:pt modelId="{DDA5E37E-7D9C-41B6-B03A-091D8B96623B}" type="sibTrans" cxnId="{B952280E-EB11-4BD0-BEA0-9650D55659A5}">
      <dgm:prSet/>
      <dgm:spPr/>
      <dgm:t>
        <a:bodyPr/>
        <a:lstStyle/>
        <a:p>
          <a:endParaRPr lang="en-US" sz="4000" b="0">
            <a:solidFill>
              <a:srgbClr val="002060"/>
            </a:solidFill>
          </a:endParaRPr>
        </a:p>
      </dgm:t>
    </dgm:pt>
    <dgm:pt modelId="{DE6283E7-7444-40D7-A9CC-4FE5A1DB3923}" type="pres">
      <dgm:prSet presAssocID="{407B4A10-A2AA-4F4A-AB0E-BA9B44226DFB}" presName="Name0" presStyleCnt="0">
        <dgm:presLayoutVars>
          <dgm:chMax val="7"/>
          <dgm:resizeHandles val="exact"/>
        </dgm:presLayoutVars>
      </dgm:prSet>
      <dgm:spPr/>
    </dgm:pt>
    <dgm:pt modelId="{E64EFA34-6671-4C58-A0CC-7FA19D8822D3}" type="pres">
      <dgm:prSet presAssocID="{407B4A10-A2AA-4F4A-AB0E-BA9B44226DFB}" presName="comp1" presStyleCnt="0"/>
      <dgm:spPr/>
    </dgm:pt>
    <dgm:pt modelId="{2B2B7240-59BA-42A9-B238-C7150608A8ED}" type="pres">
      <dgm:prSet presAssocID="{407B4A10-A2AA-4F4A-AB0E-BA9B44226DFB}" presName="circle1" presStyleLbl="node1" presStyleIdx="0" presStyleCnt="3"/>
      <dgm:spPr/>
    </dgm:pt>
    <dgm:pt modelId="{24D035DF-32C7-4082-811E-B97E94417E31}" type="pres">
      <dgm:prSet presAssocID="{407B4A10-A2AA-4F4A-AB0E-BA9B44226DFB}" presName="c1text" presStyleLbl="node1" presStyleIdx="0" presStyleCnt="3">
        <dgm:presLayoutVars>
          <dgm:bulletEnabled val="1"/>
        </dgm:presLayoutVars>
      </dgm:prSet>
      <dgm:spPr/>
    </dgm:pt>
    <dgm:pt modelId="{7EB61506-BC98-434A-AF4E-53C2D84A2D74}" type="pres">
      <dgm:prSet presAssocID="{407B4A10-A2AA-4F4A-AB0E-BA9B44226DFB}" presName="comp2" presStyleCnt="0"/>
      <dgm:spPr/>
    </dgm:pt>
    <dgm:pt modelId="{9C349B76-CC84-42BD-BFA3-5123A22639D4}" type="pres">
      <dgm:prSet presAssocID="{407B4A10-A2AA-4F4A-AB0E-BA9B44226DFB}" presName="circle2" presStyleLbl="node1" presStyleIdx="1" presStyleCnt="3"/>
      <dgm:spPr/>
    </dgm:pt>
    <dgm:pt modelId="{17D061E1-456C-4659-A5B2-F855210D3510}" type="pres">
      <dgm:prSet presAssocID="{407B4A10-A2AA-4F4A-AB0E-BA9B44226DFB}" presName="c2text" presStyleLbl="node1" presStyleIdx="1" presStyleCnt="3">
        <dgm:presLayoutVars>
          <dgm:bulletEnabled val="1"/>
        </dgm:presLayoutVars>
      </dgm:prSet>
      <dgm:spPr/>
    </dgm:pt>
    <dgm:pt modelId="{65CA7CE9-79A3-47E0-87F9-38DCB0370C83}" type="pres">
      <dgm:prSet presAssocID="{407B4A10-A2AA-4F4A-AB0E-BA9B44226DFB}" presName="comp3" presStyleCnt="0"/>
      <dgm:spPr/>
    </dgm:pt>
    <dgm:pt modelId="{E2001AC8-2CC6-480E-A5D9-54F20DF5758E}" type="pres">
      <dgm:prSet presAssocID="{407B4A10-A2AA-4F4A-AB0E-BA9B44226DFB}" presName="circle3" presStyleLbl="node1" presStyleIdx="2" presStyleCnt="3"/>
      <dgm:spPr/>
    </dgm:pt>
    <dgm:pt modelId="{54DD863E-744A-4EBB-8FE3-94235217C86B}" type="pres">
      <dgm:prSet presAssocID="{407B4A10-A2AA-4F4A-AB0E-BA9B44226DFB}" presName="c3text" presStyleLbl="node1" presStyleIdx="2" presStyleCnt="3">
        <dgm:presLayoutVars>
          <dgm:bulletEnabled val="1"/>
        </dgm:presLayoutVars>
      </dgm:prSet>
      <dgm:spPr/>
    </dgm:pt>
  </dgm:ptLst>
  <dgm:cxnLst>
    <dgm:cxn modelId="{27ECBD02-1F20-430E-82C8-1A7B1EF03DD1}" type="presOf" srcId="{CC662088-C529-40DF-B225-DCD6B049892D}" destId="{54DD863E-744A-4EBB-8FE3-94235217C86B}" srcOrd="1" destOrd="0" presId="urn:microsoft.com/office/officeart/2005/8/layout/venn2"/>
    <dgm:cxn modelId="{484D9908-0C85-4132-8A80-666A672556D9}" type="presOf" srcId="{CC662088-C529-40DF-B225-DCD6B049892D}" destId="{E2001AC8-2CC6-480E-A5D9-54F20DF5758E}" srcOrd="0" destOrd="0" presId="urn:microsoft.com/office/officeart/2005/8/layout/venn2"/>
    <dgm:cxn modelId="{62603E09-42B7-48C9-923A-24638AB971F4}" srcId="{407B4A10-A2AA-4F4A-AB0E-BA9B44226DFB}" destId="{2C85BD07-EFAE-4F73-BBC7-9EB322FD574B}" srcOrd="1" destOrd="0" parTransId="{E7FBE729-F175-4F13-83B0-C65D44D61215}" sibTransId="{871C5C88-CD6E-41FA-9DE5-94085F887C83}"/>
    <dgm:cxn modelId="{B952280E-EB11-4BD0-BEA0-9650D55659A5}" srcId="{407B4A10-A2AA-4F4A-AB0E-BA9B44226DFB}" destId="{6FB7B227-82A7-4CEB-8E2A-C34EC34A31D9}" srcOrd="0" destOrd="0" parTransId="{E519FA8E-2C2F-4F75-952C-997A42C840D9}" sibTransId="{DDA5E37E-7D9C-41B6-B03A-091D8B96623B}"/>
    <dgm:cxn modelId="{BB0DFB2F-9F38-4DA2-BBFD-72BD91FBF3C0}" type="presOf" srcId="{2C85BD07-EFAE-4F73-BBC7-9EB322FD574B}" destId="{17D061E1-456C-4659-A5B2-F855210D3510}" srcOrd="1" destOrd="0" presId="urn:microsoft.com/office/officeart/2005/8/layout/venn2"/>
    <dgm:cxn modelId="{93B9BA5E-32EC-4455-874F-2DA3A7EEB039}" srcId="{407B4A10-A2AA-4F4A-AB0E-BA9B44226DFB}" destId="{CC662088-C529-40DF-B225-DCD6B049892D}" srcOrd="2" destOrd="0" parTransId="{2BAA835A-382A-486A-BA32-381DC02352D4}" sibTransId="{47263C23-1597-41C5-9849-AC462BC9982A}"/>
    <dgm:cxn modelId="{73CF118E-F435-46F0-A103-0E19A1A12BAB}" type="presOf" srcId="{6FB7B227-82A7-4CEB-8E2A-C34EC34A31D9}" destId="{24D035DF-32C7-4082-811E-B97E94417E31}" srcOrd="1" destOrd="0" presId="urn:microsoft.com/office/officeart/2005/8/layout/venn2"/>
    <dgm:cxn modelId="{80A75ED2-6929-4A39-B809-51FDB864D2DC}" type="presOf" srcId="{6FB7B227-82A7-4CEB-8E2A-C34EC34A31D9}" destId="{2B2B7240-59BA-42A9-B238-C7150608A8ED}" srcOrd="0" destOrd="0" presId="urn:microsoft.com/office/officeart/2005/8/layout/venn2"/>
    <dgm:cxn modelId="{2B4609DB-CB41-4936-BDC4-1AB56C0C65F4}" type="presOf" srcId="{407B4A10-A2AA-4F4A-AB0E-BA9B44226DFB}" destId="{DE6283E7-7444-40D7-A9CC-4FE5A1DB3923}" srcOrd="0" destOrd="0" presId="urn:microsoft.com/office/officeart/2005/8/layout/venn2"/>
    <dgm:cxn modelId="{A460B3ED-AD5E-4648-87F8-5C13173B082E}" type="presOf" srcId="{2C85BD07-EFAE-4F73-BBC7-9EB322FD574B}" destId="{9C349B76-CC84-42BD-BFA3-5123A22639D4}" srcOrd="0" destOrd="0" presId="urn:microsoft.com/office/officeart/2005/8/layout/venn2"/>
    <dgm:cxn modelId="{8B54C590-D620-4E58-AC14-39D1E9DFD6FD}" type="presParOf" srcId="{DE6283E7-7444-40D7-A9CC-4FE5A1DB3923}" destId="{E64EFA34-6671-4C58-A0CC-7FA19D8822D3}" srcOrd="0" destOrd="0" presId="urn:microsoft.com/office/officeart/2005/8/layout/venn2"/>
    <dgm:cxn modelId="{6ADF087F-4B9E-43DD-A1D7-5B0A528A32C7}" type="presParOf" srcId="{E64EFA34-6671-4C58-A0CC-7FA19D8822D3}" destId="{2B2B7240-59BA-42A9-B238-C7150608A8ED}" srcOrd="0" destOrd="0" presId="urn:microsoft.com/office/officeart/2005/8/layout/venn2"/>
    <dgm:cxn modelId="{0C981D78-83F7-4E13-9BCA-B2DB2E3F655F}" type="presParOf" srcId="{E64EFA34-6671-4C58-A0CC-7FA19D8822D3}" destId="{24D035DF-32C7-4082-811E-B97E94417E31}" srcOrd="1" destOrd="0" presId="urn:microsoft.com/office/officeart/2005/8/layout/venn2"/>
    <dgm:cxn modelId="{B30E7A35-E9A3-44FF-91C4-F43F6B6061F6}" type="presParOf" srcId="{DE6283E7-7444-40D7-A9CC-4FE5A1DB3923}" destId="{7EB61506-BC98-434A-AF4E-53C2D84A2D74}" srcOrd="1" destOrd="0" presId="urn:microsoft.com/office/officeart/2005/8/layout/venn2"/>
    <dgm:cxn modelId="{0394588E-181C-4E98-9EE2-14D53D4EBD38}" type="presParOf" srcId="{7EB61506-BC98-434A-AF4E-53C2D84A2D74}" destId="{9C349B76-CC84-42BD-BFA3-5123A22639D4}" srcOrd="0" destOrd="0" presId="urn:microsoft.com/office/officeart/2005/8/layout/venn2"/>
    <dgm:cxn modelId="{85E2EDF5-85F8-40AD-8216-66449CE33884}" type="presParOf" srcId="{7EB61506-BC98-434A-AF4E-53C2D84A2D74}" destId="{17D061E1-456C-4659-A5B2-F855210D3510}" srcOrd="1" destOrd="0" presId="urn:microsoft.com/office/officeart/2005/8/layout/venn2"/>
    <dgm:cxn modelId="{54BA03DC-25A2-4545-866A-3826E5D3747E}" type="presParOf" srcId="{DE6283E7-7444-40D7-A9CC-4FE5A1DB3923}" destId="{65CA7CE9-79A3-47E0-87F9-38DCB0370C83}" srcOrd="2" destOrd="0" presId="urn:microsoft.com/office/officeart/2005/8/layout/venn2"/>
    <dgm:cxn modelId="{97FA2917-997B-41DA-A04C-CA4DB0C17751}" type="presParOf" srcId="{65CA7CE9-79A3-47E0-87F9-38DCB0370C83}" destId="{E2001AC8-2CC6-480E-A5D9-54F20DF5758E}" srcOrd="0" destOrd="0" presId="urn:microsoft.com/office/officeart/2005/8/layout/venn2"/>
    <dgm:cxn modelId="{33EEA744-5FEC-4C6A-927C-D12F97E70B95}" type="presParOf" srcId="{65CA7CE9-79A3-47E0-87F9-38DCB0370C83}" destId="{54DD863E-744A-4EBB-8FE3-94235217C86B}" srcOrd="1" destOrd="0" presId="urn:microsoft.com/office/officeart/2005/8/layout/ven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1.xml><?xml version="1.0" encoding="utf-8"?>
<dgm:dataModel xmlns:dgm="http://schemas.openxmlformats.org/drawingml/2006/diagram" xmlns:a="http://schemas.openxmlformats.org/drawingml/2006/main">
  <dgm:ptLst>
    <dgm:pt modelId="{407B4A10-A2AA-4F4A-AB0E-BA9B44226DFB}" type="doc">
      <dgm:prSet loTypeId="urn:microsoft.com/office/officeart/2005/8/layout/chart3" loCatId="relationship" qsTypeId="urn:microsoft.com/office/officeart/2005/8/quickstyle/3d1" qsCatId="3D" csTypeId="urn:microsoft.com/office/officeart/2005/8/colors/colorful1" csCatId="colorful" phldr="1"/>
      <dgm:spPr/>
    </dgm:pt>
    <dgm:pt modelId="{2C85BD07-EFAE-4F73-BBC7-9EB322FD574B}">
      <dgm:prSet phldrT="[Text]"/>
      <dgm:spPr/>
      <dgm:t>
        <a:bodyPr/>
        <a:lstStyle/>
        <a:p>
          <a:r>
            <a:rPr lang="en-US"/>
            <a:t>Machine Learning</a:t>
          </a:r>
          <a:endParaRPr lang="en-US" dirty="0"/>
        </a:p>
      </dgm:t>
    </dgm:pt>
    <dgm:pt modelId="{E7FBE729-F175-4F13-83B0-C65D44D61215}" type="parTrans" cxnId="{62603E09-42B7-48C9-923A-24638AB971F4}">
      <dgm:prSet/>
      <dgm:spPr/>
      <dgm:t>
        <a:bodyPr/>
        <a:lstStyle/>
        <a:p>
          <a:endParaRPr lang="en-US">
            <a:solidFill>
              <a:schemeClr val="bg1"/>
            </a:solidFill>
          </a:endParaRPr>
        </a:p>
      </dgm:t>
    </dgm:pt>
    <dgm:pt modelId="{871C5C88-CD6E-41FA-9DE5-94085F887C83}" type="sibTrans" cxnId="{62603E09-42B7-48C9-923A-24638AB971F4}">
      <dgm:prSet/>
      <dgm:spPr/>
      <dgm:t>
        <a:bodyPr/>
        <a:lstStyle/>
        <a:p>
          <a:endParaRPr lang="en-US">
            <a:solidFill>
              <a:schemeClr val="bg1"/>
            </a:solidFill>
          </a:endParaRPr>
        </a:p>
      </dgm:t>
    </dgm:pt>
    <dgm:pt modelId="{CC662088-C529-40DF-B225-DCD6B049892D}">
      <dgm:prSet phldrT="[Text]"/>
      <dgm:spPr/>
      <dgm:t>
        <a:bodyPr/>
        <a:lstStyle/>
        <a:p>
          <a:r>
            <a:rPr lang="en-US" dirty="0"/>
            <a:t>Deep Learning</a:t>
          </a:r>
        </a:p>
      </dgm:t>
    </dgm:pt>
    <dgm:pt modelId="{2BAA835A-382A-486A-BA32-381DC02352D4}" type="parTrans" cxnId="{93B9BA5E-32EC-4455-874F-2DA3A7EEB039}">
      <dgm:prSet/>
      <dgm:spPr/>
      <dgm:t>
        <a:bodyPr/>
        <a:lstStyle/>
        <a:p>
          <a:endParaRPr lang="en-US">
            <a:solidFill>
              <a:schemeClr val="bg1"/>
            </a:solidFill>
          </a:endParaRPr>
        </a:p>
      </dgm:t>
    </dgm:pt>
    <dgm:pt modelId="{47263C23-1597-41C5-9849-AC462BC9982A}" type="sibTrans" cxnId="{93B9BA5E-32EC-4455-874F-2DA3A7EEB039}">
      <dgm:prSet/>
      <dgm:spPr/>
      <dgm:t>
        <a:bodyPr/>
        <a:lstStyle/>
        <a:p>
          <a:endParaRPr lang="en-US">
            <a:solidFill>
              <a:schemeClr val="bg1"/>
            </a:solidFill>
          </a:endParaRPr>
        </a:p>
      </dgm:t>
    </dgm:pt>
    <dgm:pt modelId="{BCC6F4DB-9590-4464-B558-100745689A9A}" type="pres">
      <dgm:prSet presAssocID="{407B4A10-A2AA-4F4A-AB0E-BA9B44226DFB}" presName="compositeShape" presStyleCnt="0">
        <dgm:presLayoutVars>
          <dgm:chMax val="7"/>
          <dgm:dir/>
          <dgm:resizeHandles val="exact"/>
        </dgm:presLayoutVars>
      </dgm:prSet>
      <dgm:spPr/>
    </dgm:pt>
    <dgm:pt modelId="{C9ED0DAD-029F-4695-8883-87716CDEA1CB}" type="pres">
      <dgm:prSet presAssocID="{407B4A10-A2AA-4F4A-AB0E-BA9B44226DFB}" presName="wedge1" presStyleLbl="node1" presStyleIdx="0" presStyleCnt="2"/>
      <dgm:spPr/>
    </dgm:pt>
    <dgm:pt modelId="{F531D421-783B-40B0-A9F1-AEFB5B9E2DCB}" type="pres">
      <dgm:prSet presAssocID="{407B4A10-A2AA-4F4A-AB0E-BA9B44226DFB}" presName="wedge1Tx" presStyleLbl="node1" presStyleIdx="0" presStyleCnt="2">
        <dgm:presLayoutVars>
          <dgm:chMax val="0"/>
          <dgm:chPref val="0"/>
          <dgm:bulletEnabled val="1"/>
        </dgm:presLayoutVars>
      </dgm:prSet>
      <dgm:spPr/>
    </dgm:pt>
    <dgm:pt modelId="{83084245-EA10-44EB-97FC-53E3218D7369}" type="pres">
      <dgm:prSet presAssocID="{407B4A10-A2AA-4F4A-AB0E-BA9B44226DFB}" presName="wedge2" presStyleLbl="node1" presStyleIdx="1" presStyleCnt="2"/>
      <dgm:spPr/>
    </dgm:pt>
    <dgm:pt modelId="{3DCB86C4-F61F-4474-A6A9-FBDED3A3D3B6}" type="pres">
      <dgm:prSet presAssocID="{407B4A10-A2AA-4F4A-AB0E-BA9B44226DFB}" presName="wedge2Tx" presStyleLbl="node1" presStyleIdx="1" presStyleCnt="2">
        <dgm:presLayoutVars>
          <dgm:chMax val="0"/>
          <dgm:chPref val="0"/>
          <dgm:bulletEnabled val="1"/>
        </dgm:presLayoutVars>
      </dgm:prSet>
      <dgm:spPr/>
    </dgm:pt>
  </dgm:ptLst>
  <dgm:cxnLst>
    <dgm:cxn modelId="{62603E09-42B7-48C9-923A-24638AB971F4}" srcId="{407B4A10-A2AA-4F4A-AB0E-BA9B44226DFB}" destId="{2C85BD07-EFAE-4F73-BBC7-9EB322FD574B}" srcOrd="0" destOrd="0" parTransId="{E7FBE729-F175-4F13-83B0-C65D44D61215}" sibTransId="{871C5C88-CD6E-41FA-9DE5-94085F887C83}"/>
    <dgm:cxn modelId="{CAC3AB17-0F67-420F-B1C9-04A00A9B5C75}" type="presOf" srcId="{407B4A10-A2AA-4F4A-AB0E-BA9B44226DFB}" destId="{BCC6F4DB-9590-4464-B558-100745689A9A}" srcOrd="0" destOrd="0" presId="urn:microsoft.com/office/officeart/2005/8/layout/chart3"/>
    <dgm:cxn modelId="{93B9BA5E-32EC-4455-874F-2DA3A7EEB039}" srcId="{407B4A10-A2AA-4F4A-AB0E-BA9B44226DFB}" destId="{CC662088-C529-40DF-B225-DCD6B049892D}" srcOrd="1" destOrd="0" parTransId="{2BAA835A-382A-486A-BA32-381DC02352D4}" sibTransId="{47263C23-1597-41C5-9849-AC462BC9982A}"/>
    <dgm:cxn modelId="{58AF1757-75EF-448C-9C52-7C33A51B215E}" type="presOf" srcId="{CC662088-C529-40DF-B225-DCD6B049892D}" destId="{83084245-EA10-44EB-97FC-53E3218D7369}" srcOrd="0" destOrd="0" presId="urn:microsoft.com/office/officeart/2005/8/layout/chart3"/>
    <dgm:cxn modelId="{B31ECF78-E109-4991-A10E-3901D4DA18FC}" type="presOf" srcId="{2C85BD07-EFAE-4F73-BBC7-9EB322FD574B}" destId="{C9ED0DAD-029F-4695-8883-87716CDEA1CB}" srcOrd="0" destOrd="0" presId="urn:microsoft.com/office/officeart/2005/8/layout/chart3"/>
    <dgm:cxn modelId="{1F909787-D8CF-4994-8AFA-4A76660A1D29}" type="presOf" srcId="{CC662088-C529-40DF-B225-DCD6B049892D}" destId="{3DCB86C4-F61F-4474-A6A9-FBDED3A3D3B6}" srcOrd="1" destOrd="0" presId="urn:microsoft.com/office/officeart/2005/8/layout/chart3"/>
    <dgm:cxn modelId="{DB0073FC-0597-4C97-92C1-EE4B74E4063C}" type="presOf" srcId="{2C85BD07-EFAE-4F73-BBC7-9EB322FD574B}" destId="{F531D421-783B-40B0-A9F1-AEFB5B9E2DCB}" srcOrd="1" destOrd="0" presId="urn:microsoft.com/office/officeart/2005/8/layout/chart3"/>
    <dgm:cxn modelId="{CAD6D6AF-11D3-40AF-B7F9-7FB4AD76058F}" type="presParOf" srcId="{BCC6F4DB-9590-4464-B558-100745689A9A}" destId="{C9ED0DAD-029F-4695-8883-87716CDEA1CB}" srcOrd="0" destOrd="0" presId="urn:microsoft.com/office/officeart/2005/8/layout/chart3"/>
    <dgm:cxn modelId="{64891293-8E3B-446F-A2B3-FCB381B9A968}" type="presParOf" srcId="{BCC6F4DB-9590-4464-B558-100745689A9A}" destId="{F531D421-783B-40B0-A9F1-AEFB5B9E2DCB}" srcOrd="1" destOrd="0" presId="urn:microsoft.com/office/officeart/2005/8/layout/chart3"/>
    <dgm:cxn modelId="{09E00C1E-1733-4B9F-B95B-3E6F3644BE65}" type="presParOf" srcId="{BCC6F4DB-9590-4464-B558-100745689A9A}" destId="{83084245-EA10-44EB-97FC-53E3218D7369}" srcOrd="2" destOrd="0" presId="urn:microsoft.com/office/officeart/2005/8/layout/chart3"/>
    <dgm:cxn modelId="{A9C70A37-0910-4E41-8C82-EA5E54D2D936}" type="presParOf" srcId="{BCC6F4DB-9590-4464-B558-100745689A9A}" destId="{3DCB86C4-F61F-4474-A6A9-FBDED3A3D3B6}" srcOrd="3" destOrd="0" presId="urn:microsoft.com/office/officeart/2005/8/layout/char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2.xml><?xml version="1.0" encoding="utf-8"?>
<dgm:dataModel xmlns:dgm="http://schemas.openxmlformats.org/drawingml/2006/diagram" xmlns:a="http://schemas.openxmlformats.org/drawingml/2006/main">
  <dgm:ptLst>
    <dgm:pt modelId="{C9373517-556F-40D3-AE7A-D53FABEC8692}" type="doc">
      <dgm:prSet loTypeId="urn:microsoft.com/office/officeart/2005/8/layout/vList3" loCatId="list" qsTypeId="urn:microsoft.com/office/officeart/2005/8/quickstyle/simple2" qsCatId="simple" csTypeId="urn:microsoft.com/office/officeart/2005/8/colors/colorful1" csCatId="colorful" phldr="1"/>
      <dgm:spPr/>
      <dgm:t>
        <a:bodyPr/>
        <a:lstStyle/>
        <a:p>
          <a:endParaRPr lang="en-US"/>
        </a:p>
      </dgm:t>
    </dgm:pt>
    <dgm:pt modelId="{D338A0A7-F258-4D75-881B-69CD7258CC46}">
      <dgm:prSet phldrT="[Text]"/>
      <dgm:spPr/>
      <dgm:t>
        <a:bodyPr/>
        <a:lstStyle/>
        <a:p>
          <a:r>
            <a:rPr lang="en-US"/>
            <a:t>Machine learning refers to a type of data analysis that uses algorithms that learn from data. </a:t>
          </a:r>
          <a:endParaRPr lang="en-US" dirty="0"/>
        </a:p>
      </dgm:t>
    </dgm:pt>
    <dgm:pt modelId="{29D0BE00-6C94-459E-8BCC-F4B37B9D34BF}" type="parTrans" cxnId="{EE9F3F71-46F7-46C0-BDB7-75FB416289C9}">
      <dgm:prSet/>
      <dgm:spPr/>
      <dgm:t>
        <a:bodyPr/>
        <a:lstStyle/>
        <a:p>
          <a:endParaRPr lang="en-US"/>
        </a:p>
      </dgm:t>
    </dgm:pt>
    <dgm:pt modelId="{171EF689-ECCF-49A6-BAEF-ABE8517B1D83}" type="sibTrans" cxnId="{EE9F3F71-46F7-46C0-BDB7-75FB416289C9}">
      <dgm:prSet/>
      <dgm:spPr/>
      <dgm:t>
        <a:bodyPr/>
        <a:lstStyle/>
        <a:p>
          <a:endParaRPr lang="en-US"/>
        </a:p>
      </dgm:t>
    </dgm:pt>
    <dgm:pt modelId="{C83EBFDC-75C4-4A48-859C-8C3A5508CA02}">
      <dgm:prSet phldrT="[Text]"/>
      <dgm:spPr/>
      <dgm:t>
        <a:bodyPr/>
        <a:lstStyle/>
        <a:p>
          <a:r>
            <a:rPr lang="en-US"/>
            <a:t>It is a type of artificial intelligence (AI) that provides systems with the ability to learn without being explicitly programmed.</a:t>
          </a:r>
          <a:endParaRPr lang="en-US" dirty="0"/>
        </a:p>
      </dgm:t>
    </dgm:pt>
    <dgm:pt modelId="{30FC8182-001C-4D45-A424-BCF76DB59748}" type="parTrans" cxnId="{6F20C6F0-017A-46BB-95FD-D9ED64D382BB}">
      <dgm:prSet/>
      <dgm:spPr/>
      <dgm:t>
        <a:bodyPr/>
        <a:lstStyle/>
        <a:p>
          <a:endParaRPr lang="en-US"/>
        </a:p>
      </dgm:t>
    </dgm:pt>
    <dgm:pt modelId="{73857720-44A6-4E37-B002-6B59891B9ECB}" type="sibTrans" cxnId="{6F20C6F0-017A-46BB-95FD-D9ED64D382BB}">
      <dgm:prSet/>
      <dgm:spPr/>
      <dgm:t>
        <a:bodyPr/>
        <a:lstStyle/>
        <a:p>
          <a:endParaRPr lang="en-US"/>
        </a:p>
      </dgm:t>
    </dgm:pt>
    <dgm:pt modelId="{55192048-02B5-460D-B54C-A5C18CC055FB}">
      <dgm:prSet phldrT="[Text]"/>
      <dgm:spPr/>
      <dgm:t>
        <a:bodyPr/>
        <a:lstStyle/>
        <a:p>
          <a:r>
            <a:rPr lang="en-US"/>
            <a:t>This enables computers to find data within data without human intervention.</a:t>
          </a:r>
          <a:endParaRPr lang="en-US" dirty="0"/>
        </a:p>
      </dgm:t>
    </dgm:pt>
    <dgm:pt modelId="{9A4F5E4A-E502-46F7-90C2-C103AEAF00A5}" type="parTrans" cxnId="{1D550855-4A6C-4F53-B695-5BEB5E495657}">
      <dgm:prSet/>
      <dgm:spPr/>
      <dgm:t>
        <a:bodyPr/>
        <a:lstStyle/>
        <a:p>
          <a:endParaRPr lang="en-US"/>
        </a:p>
      </dgm:t>
    </dgm:pt>
    <dgm:pt modelId="{FCA33687-1202-44D8-845B-75B874181651}" type="sibTrans" cxnId="{1D550855-4A6C-4F53-B695-5BEB5E495657}">
      <dgm:prSet/>
      <dgm:spPr/>
      <dgm:t>
        <a:bodyPr/>
        <a:lstStyle/>
        <a:p>
          <a:endParaRPr lang="en-US"/>
        </a:p>
      </dgm:t>
    </dgm:pt>
    <dgm:pt modelId="{0B5D6FA4-8FA5-455D-9F7B-4E127A3C38DA}" type="pres">
      <dgm:prSet presAssocID="{C9373517-556F-40D3-AE7A-D53FABEC8692}" presName="linearFlow" presStyleCnt="0">
        <dgm:presLayoutVars>
          <dgm:dir/>
          <dgm:resizeHandles val="exact"/>
        </dgm:presLayoutVars>
      </dgm:prSet>
      <dgm:spPr/>
    </dgm:pt>
    <dgm:pt modelId="{84C76A91-AF3D-4321-8BCA-DDFAD065859B}" type="pres">
      <dgm:prSet presAssocID="{D338A0A7-F258-4D75-881B-69CD7258CC46}" presName="composite" presStyleCnt="0"/>
      <dgm:spPr/>
    </dgm:pt>
    <dgm:pt modelId="{A87372C9-0C96-4B22-91CF-DA3EB1C83BFD}" type="pres">
      <dgm:prSet presAssocID="{D338A0A7-F258-4D75-881B-69CD7258CC46}" presName="imgShp" presStyleLbl="fgImgPlace1" presStyleIdx="0" presStyleCnt="3"/>
      <dgm:spPr/>
    </dgm:pt>
    <dgm:pt modelId="{AA95179D-03C3-420E-B24E-6D4F0F981763}" type="pres">
      <dgm:prSet presAssocID="{D338A0A7-F258-4D75-881B-69CD7258CC46}" presName="txShp" presStyleLbl="node1" presStyleIdx="0" presStyleCnt="3">
        <dgm:presLayoutVars>
          <dgm:bulletEnabled val="1"/>
        </dgm:presLayoutVars>
      </dgm:prSet>
      <dgm:spPr/>
    </dgm:pt>
    <dgm:pt modelId="{7332E26D-297E-4570-9BF9-4C12FFD80BC3}" type="pres">
      <dgm:prSet presAssocID="{171EF689-ECCF-49A6-BAEF-ABE8517B1D83}" presName="spacing" presStyleCnt="0"/>
      <dgm:spPr/>
    </dgm:pt>
    <dgm:pt modelId="{ED1F8E01-9C61-4696-BE77-05311133076E}" type="pres">
      <dgm:prSet presAssocID="{C83EBFDC-75C4-4A48-859C-8C3A5508CA02}" presName="composite" presStyleCnt="0"/>
      <dgm:spPr/>
    </dgm:pt>
    <dgm:pt modelId="{E44FA33A-6F91-4EB7-85E8-358BC97E98E6}" type="pres">
      <dgm:prSet presAssocID="{C83EBFDC-75C4-4A48-859C-8C3A5508CA02}" presName="imgShp" presStyleLbl="fgImgPlace1" presStyleIdx="1" presStyleCnt="3"/>
      <dgm:spPr/>
    </dgm:pt>
    <dgm:pt modelId="{674A1D08-847A-4365-A722-3BA5879A4280}" type="pres">
      <dgm:prSet presAssocID="{C83EBFDC-75C4-4A48-859C-8C3A5508CA02}" presName="txShp" presStyleLbl="node1" presStyleIdx="1" presStyleCnt="3">
        <dgm:presLayoutVars>
          <dgm:bulletEnabled val="1"/>
        </dgm:presLayoutVars>
      </dgm:prSet>
      <dgm:spPr/>
    </dgm:pt>
    <dgm:pt modelId="{BF2687C5-C1F8-4E0F-98F5-086A01DD31EC}" type="pres">
      <dgm:prSet presAssocID="{73857720-44A6-4E37-B002-6B59891B9ECB}" presName="spacing" presStyleCnt="0"/>
      <dgm:spPr/>
    </dgm:pt>
    <dgm:pt modelId="{D481EC8A-B72A-4561-9F7E-538313A2E6AE}" type="pres">
      <dgm:prSet presAssocID="{55192048-02B5-460D-B54C-A5C18CC055FB}" presName="composite" presStyleCnt="0"/>
      <dgm:spPr/>
    </dgm:pt>
    <dgm:pt modelId="{C4DFFD7C-19F8-449E-A183-E211F0292DFD}" type="pres">
      <dgm:prSet presAssocID="{55192048-02B5-460D-B54C-A5C18CC055FB}" presName="imgShp" presStyleLbl="fgImgPlace1" presStyleIdx="2" presStyleCnt="3"/>
      <dgm:spPr/>
    </dgm:pt>
    <dgm:pt modelId="{5E960CEA-0A0D-456C-A4C7-D5CE00625D11}" type="pres">
      <dgm:prSet presAssocID="{55192048-02B5-460D-B54C-A5C18CC055FB}" presName="txShp" presStyleLbl="node1" presStyleIdx="2" presStyleCnt="3">
        <dgm:presLayoutVars>
          <dgm:bulletEnabled val="1"/>
        </dgm:presLayoutVars>
      </dgm:prSet>
      <dgm:spPr/>
    </dgm:pt>
  </dgm:ptLst>
  <dgm:cxnLst>
    <dgm:cxn modelId="{C46D1D39-B776-425B-9202-761100CDBA23}" type="presOf" srcId="{55192048-02B5-460D-B54C-A5C18CC055FB}" destId="{5E960CEA-0A0D-456C-A4C7-D5CE00625D11}" srcOrd="0" destOrd="0" presId="urn:microsoft.com/office/officeart/2005/8/layout/vList3"/>
    <dgm:cxn modelId="{EE9F3F71-46F7-46C0-BDB7-75FB416289C9}" srcId="{C9373517-556F-40D3-AE7A-D53FABEC8692}" destId="{D338A0A7-F258-4D75-881B-69CD7258CC46}" srcOrd="0" destOrd="0" parTransId="{29D0BE00-6C94-459E-8BCC-F4B37B9D34BF}" sibTransId="{171EF689-ECCF-49A6-BAEF-ABE8517B1D83}"/>
    <dgm:cxn modelId="{56E03E73-9E2A-4E77-B09B-6AC9B452E4AE}" type="presOf" srcId="{C9373517-556F-40D3-AE7A-D53FABEC8692}" destId="{0B5D6FA4-8FA5-455D-9F7B-4E127A3C38DA}" srcOrd="0" destOrd="0" presId="urn:microsoft.com/office/officeart/2005/8/layout/vList3"/>
    <dgm:cxn modelId="{1D550855-4A6C-4F53-B695-5BEB5E495657}" srcId="{C9373517-556F-40D3-AE7A-D53FABEC8692}" destId="{55192048-02B5-460D-B54C-A5C18CC055FB}" srcOrd="2" destOrd="0" parTransId="{9A4F5E4A-E502-46F7-90C2-C103AEAF00A5}" sibTransId="{FCA33687-1202-44D8-845B-75B874181651}"/>
    <dgm:cxn modelId="{13F06FC3-91BB-4421-9766-504CBEE8E27B}" type="presOf" srcId="{D338A0A7-F258-4D75-881B-69CD7258CC46}" destId="{AA95179D-03C3-420E-B24E-6D4F0F981763}" srcOrd="0" destOrd="0" presId="urn:microsoft.com/office/officeart/2005/8/layout/vList3"/>
    <dgm:cxn modelId="{F80F09CB-D8E1-4E66-BA3E-1EAE28A22E2A}" type="presOf" srcId="{C83EBFDC-75C4-4A48-859C-8C3A5508CA02}" destId="{674A1D08-847A-4365-A722-3BA5879A4280}" srcOrd="0" destOrd="0" presId="urn:microsoft.com/office/officeart/2005/8/layout/vList3"/>
    <dgm:cxn modelId="{6F20C6F0-017A-46BB-95FD-D9ED64D382BB}" srcId="{C9373517-556F-40D3-AE7A-D53FABEC8692}" destId="{C83EBFDC-75C4-4A48-859C-8C3A5508CA02}" srcOrd="1" destOrd="0" parTransId="{30FC8182-001C-4D45-A424-BCF76DB59748}" sibTransId="{73857720-44A6-4E37-B002-6B59891B9ECB}"/>
    <dgm:cxn modelId="{D2F68FD8-0FEC-44AC-9DBB-8E20DD6B4BE8}" type="presParOf" srcId="{0B5D6FA4-8FA5-455D-9F7B-4E127A3C38DA}" destId="{84C76A91-AF3D-4321-8BCA-DDFAD065859B}" srcOrd="0" destOrd="0" presId="urn:microsoft.com/office/officeart/2005/8/layout/vList3"/>
    <dgm:cxn modelId="{114E24EB-5DE2-4465-81A7-270D1F1170E8}" type="presParOf" srcId="{84C76A91-AF3D-4321-8BCA-DDFAD065859B}" destId="{A87372C9-0C96-4B22-91CF-DA3EB1C83BFD}" srcOrd="0" destOrd="0" presId="urn:microsoft.com/office/officeart/2005/8/layout/vList3"/>
    <dgm:cxn modelId="{1BFB003D-9BA1-4B40-B203-ADCE13927B49}" type="presParOf" srcId="{84C76A91-AF3D-4321-8BCA-DDFAD065859B}" destId="{AA95179D-03C3-420E-B24E-6D4F0F981763}" srcOrd="1" destOrd="0" presId="urn:microsoft.com/office/officeart/2005/8/layout/vList3"/>
    <dgm:cxn modelId="{E89B924D-0224-4FAB-AF95-4632C70223AE}" type="presParOf" srcId="{0B5D6FA4-8FA5-455D-9F7B-4E127A3C38DA}" destId="{7332E26D-297E-4570-9BF9-4C12FFD80BC3}" srcOrd="1" destOrd="0" presId="urn:microsoft.com/office/officeart/2005/8/layout/vList3"/>
    <dgm:cxn modelId="{5122A0A2-A5C1-4A1E-9619-EA6EAEEE77AC}" type="presParOf" srcId="{0B5D6FA4-8FA5-455D-9F7B-4E127A3C38DA}" destId="{ED1F8E01-9C61-4696-BE77-05311133076E}" srcOrd="2" destOrd="0" presId="urn:microsoft.com/office/officeart/2005/8/layout/vList3"/>
    <dgm:cxn modelId="{094962A7-AB5E-4276-BCD0-FA157FEADB93}" type="presParOf" srcId="{ED1F8E01-9C61-4696-BE77-05311133076E}" destId="{E44FA33A-6F91-4EB7-85E8-358BC97E98E6}" srcOrd="0" destOrd="0" presId="urn:microsoft.com/office/officeart/2005/8/layout/vList3"/>
    <dgm:cxn modelId="{A26629C1-6010-4FD5-8209-AE91A4B306EE}" type="presParOf" srcId="{ED1F8E01-9C61-4696-BE77-05311133076E}" destId="{674A1D08-847A-4365-A722-3BA5879A4280}" srcOrd="1" destOrd="0" presId="urn:microsoft.com/office/officeart/2005/8/layout/vList3"/>
    <dgm:cxn modelId="{F94BB619-3377-4150-BC0F-EEDA5C82745E}" type="presParOf" srcId="{0B5D6FA4-8FA5-455D-9F7B-4E127A3C38DA}" destId="{BF2687C5-C1F8-4E0F-98F5-086A01DD31EC}" srcOrd="3" destOrd="0" presId="urn:microsoft.com/office/officeart/2005/8/layout/vList3"/>
    <dgm:cxn modelId="{D7BCB9C9-3467-40EB-A9EC-FB731E43D962}" type="presParOf" srcId="{0B5D6FA4-8FA5-455D-9F7B-4E127A3C38DA}" destId="{D481EC8A-B72A-4561-9F7E-538313A2E6AE}" srcOrd="4" destOrd="0" presId="urn:microsoft.com/office/officeart/2005/8/layout/vList3"/>
    <dgm:cxn modelId="{40B88325-14F5-4FEE-8600-798754A3AFE6}" type="presParOf" srcId="{D481EC8A-B72A-4561-9F7E-538313A2E6AE}" destId="{C4DFFD7C-19F8-449E-A183-E211F0292DFD}" srcOrd="0" destOrd="0" presId="urn:microsoft.com/office/officeart/2005/8/layout/vList3"/>
    <dgm:cxn modelId="{9A283D47-DB53-41B5-AC6C-A1380652E13F}" type="presParOf" srcId="{D481EC8A-B72A-4561-9F7E-538313A2E6AE}" destId="{5E960CEA-0A0D-456C-A4C7-D5CE00625D11}"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3.xml><?xml version="1.0" encoding="utf-8"?>
<dgm:dataModel xmlns:dgm="http://schemas.openxmlformats.org/drawingml/2006/diagram" xmlns:a="http://schemas.openxmlformats.org/drawingml/2006/main">
  <dgm:ptLst>
    <dgm:pt modelId="{C9373517-556F-40D3-AE7A-D53FABEC8692}" type="doc">
      <dgm:prSet loTypeId="urn:microsoft.com/office/officeart/2005/8/layout/list1" loCatId="list" qsTypeId="urn:microsoft.com/office/officeart/2005/8/quickstyle/simple2" qsCatId="simple" csTypeId="urn:microsoft.com/office/officeart/2005/8/colors/colorful1" csCatId="colorful" phldr="1"/>
      <dgm:spPr/>
      <dgm:t>
        <a:bodyPr/>
        <a:lstStyle/>
        <a:p>
          <a:endParaRPr lang="en-US"/>
        </a:p>
      </dgm:t>
    </dgm:pt>
    <dgm:pt modelId="{D338A0A7-F258-4D75-881B-69CD7258CC46}">
      <dgm:prSet phldrT="[Text]"/>
      <dgm:spPr/>
      <dgm:t>
        <a:bodyPr/>
        <a:lstStyle/>
        <a:p>
          <a:r>
            <a:rPr lang="en-US" b="1"/>
            <a:t>Supervised Machine Learning</a:t>
          </a:r>
          <a:endParaRPr lang="en-US" dirty="0"/>
        </a:p>
      </dgm:t>
    </dgm:pt>
    <dgm:pt modelId="{29D0BE00-6C94-459E-8BCC-F4B37B9D34BF}" type="parTrans" cxnId="{EE9F3F71-46F7-46C0-BDB7-75FB416289C9}">
      <dgm:prSet/>
      <dgm:spPr/>
      <dgm:t>
        <a:bodyPr/>
        <a:lstStyle/>
        <a:p>
          <a:endParaRPr lang="en-US">
            <a:solidFill>
              <a:schemeClr val="accent4">
                <a:lumMod val="25000"/>
              </a:schemeClr>
            </a:solidFill>
          </a:endParaRPr>
        </a:p>
      </dgm:t>
    </dgm:pt>
    <dgm:pt modelId="{171EF689-ECCF-49A6-BAEF-ABE8517B1D83}" type="sibTrans" cxnId="{EE9F3F71-46F7-46C0-BDB7-75FB416289C9}">
      <dgm:prSet/>
      <dgm:spPr/>
      <dgm:t>
        <a:bodyPr/>
        <a:lstStyle/>
        <a:p>
          <a:endParaRPr lang="en-US">
            <a:solidFill>
              <a:schemeClr val="accent4">
                <a:lumMod val="25000"/>
              </a:schemeClr>
            </a:solidFill>
          </a:endParaRPr>
        </a:p>
      </dgm:t>
    </dgm:pt>
    <dgm:pt modelId="{C83EBFDC-75C4-4A48-859C-8C3A5508CA02}">
      <dgm:prSet phldrT="[Text]"/>
      <dgm:spPr/>
      <dgm:t>
        <a:bodyPr/>
        <a:lstStyle/>
        <a:p>
          <a:r>
            <a:rPr lang="en-US" b="1"/>
            <a:t>Unsupervised Machine Learning</a:t>
          </a:r>
          <a:endParaRPr lang="en-US" dirty="0"/>
        </a:p>
      </dgm:t>
    </dgm:pt>
    <dgm:pt modelId="{30FC8182-001C-4D45-A424-BCF76DB59748}" type="parTrans" cxnId="{6F20C6F0-017A-46BB-95FD-D9ED64D382BB}">
      <dgm:prSet/>
      <dgm:spPr/>
      <dgm:t>
        <a:bodyPr/>
        <a:lstStyle/>
        <a:p>
          <a:endParaRPr lang="en-US">
            <a:solidFill>
              <a:schemeClr val="accent4">
                <a:lumMod val="25000"/>
              </a:schemeClr>
            </a:solidFill>
          </a:endParaRPr>
        </a:p>
      </dgm:t>
    </dgm:pt>
    <dgm:pt modelId="{73857720-44A6-4E37-B002-6B59891B9ECB}" type="sibTrans" cxnId="{6F20C6F0-017A-46BB-95FD-D9ED64D382BB}">
      <dgm:prSet/>
      <dgm:spPr/>
      <dgm:t>
        <a:bodyPr/>
        <a:lstStyle/>
        <a:p>
          <a:endParaRPr lang="en-US">
            <a:solidFill>
              <a:schemeClr val="accent4">
                <a:lumMod val="25000"/>
              </a:schemeClr>
            </a:solidFill>
          </a:endParaRPr>
        </a:p>
      </dgm:t>
    </dgm:pt>
    <dgm:pt modelId="{55192048-02B5-460D-B54C-A5C18CC055FB}">
      <dgm:prSet phldrT="[Text]"/>
      <dgm:spPr/>
      <dgm:t>
        <a:bodyPr/>
        <a:lstStyle/>
        <a:p>
          <a:r>
            <a:rPr lang="en-US" b="1"/>
            <a:t>Reinforcement Learning</a:t>
          </a:r>
          <a:endParaRPr lang="en-US" dirty="0"/>
        </a:p>
      </dgm:t>
    </dgm:pt>
    <dgm:pt modelId="{9A4F5E4A-E502-46F7-90C2-C103AEAF00A5}" type="parTrans" cxnId="{1D550855-4A6C-4F53-B695-5BEB5E495657}">
      <dgm:prSet/>
      <dgm:spPr/>
      <dgm:t>
        <a:bodyPr/>
        <a:lstStyle/>
        <a:p>
          <a:endParaRPr lang="en-US">
            <a:solidFill>
              <a:schemeClr val="accent4">
                <a:lumMod val="25000"/>
              </a:schemeClr>
            </a:solidFill>
          </a:endParaRPr>
        </a:p>
      </dgm:t>
    </dgm:pt>
    <dgm:pt modelId="{FCA33687-1202-44D8-845B-75B874181651}" type="sibTrans" cxnId="{1D550855-4A6C-4F53-B695-5BEB5E495657}">
      <dgm:prSet/>
      <dgm:spPr/>
      <dgm:t>
        <a:bodyPr/>
        <a:lstStyle/>
        <a:p>
          <a:endParaRPr lang="en-US">
            <a:solidFill>
              <a:schemeClr val="accent4">
                <a:lumMod val="25000"/>
              </a:schemeClr>
            </a:solidFill>
          </a:endParaRPr>
        </a:p>
      </dgm:t>
    </dgm:pt>
    <dgm:pt modelId="{6F04765B-981F-432B-B489-C75045FAD71F}">
      <dgm:prSet phldrT="[Text]"/>
      <dgm:spPr/>
      <dgm:t>
        <a:bodyPr/>
        <a:lstStyle/>
        <a:p>
          <a:r>
            <a:rPr lang="en-US"/>
            <a:t>A pre-defined set of examples are used to reach a conclusion when given data.</a:t>
          </a:r>
          <a:endParaRPr lang="en-US" dirty="0"/>
        </a:p>
      </dgm:t>
    </dgm:pt>
    <dgm:pt modelId="{40F02EDE-4683-4EAD-92DE-A0B7CF9808CA}" type="parTrans" cxnId="{4DDC6174-4662-45C7-B300-FC4BE344966D}">
      <dgm:prSet/>
      <dgm:spPr/>
      <dgm:t>
        <a:bodyPr/>
        <a:lstStyle/>
        <a:p>
          <a:endParaRPr lang="en-US">
            <a:solidFill>
              <a:schemeClr val="accent4">
                <a:lumMod val="25000"/>
              </a:schemeClr>
            </a:solidFill>
          </a:endParaRPr>
        </a:p>
      </dgm:t>
    </dgm:pt>
    <dgm:pt modelId="{15BDB1AD-1A20-490C-98C8-F630648BFCB3}" type="sibTrans" cxnId="{4DDC6174-4662-45C7-B300-FC4BE344966D}">
      <dgm:prSet/>
      <dgm:spPr/>
      <dgm:t>
        <a:bodyPr/>
        <a:lstStyle/>
        <a:p>
          <a:endParaRPr lang="en-US">
            <a:solidFill>
              <a:schemeClr val="accent4">
                <a:lumMod val="25000"/>
              </a:schemeClr>
            </a:solidFill>
          </a:endParaRPr>
        </a:p>
      </dgm:t>
    </dgm:pt>
    <dgm:pt modelId="{48CCBF1B-6724-4011-B822-E0449A07CF63}">
      <dgm:prSet phldrT="[Text]"/>
      <dgm:spPr/>
      <dgm:t>
        <a:bodyPr/>
        <a:lstStyle/>
        <a:p>
          <a:r>
            <a:rPr lang="en-US"/>
            <a:t>The system finds patterns and relationships in the data with no examples from which to draw conclusions.</a:t>
          </a:r>
          <a:endParaRPr lang="en-US" dirty="0"/>
        </a:p>
      </dgm:t>
    </dgm:pt>
    <dgm:pt modelId="{D2CFE8C4-3E40-47A6-9B13-02A6991E7C75}" type="parTrans" cxnId="{F7908FD5-2CA2-45C2-9C26-2CAC1A1D7E47}">
      <dgm:prSet/>
      <dgm:spPr/>
      <dgm:t>
        <a:bodyPr/>
        <a:lstStyle/>
        <a:p>
          <a:endParaRPr lang="en-US">
            <a:solidFill>
              <a:schemeClr val="accent4">
                <a:lumMod val="25000"/>
              </a:schemeClr>
            </a:solidFill>
          </a:endParaRPr>
        </a:p>
      </dgm:t>
    </dgm:pt>
    <dgm:pt modelId="{8F5FA054-8B31-4C66-B093-3D530666FC8C}" type="sibTrans" cxnId="{F7908FD5-2CA2-45C2-9C26-2CAC1A1D7E47}">
      <dgm:prSet/>
      <dgm:spPr/>
      <dgm:t>
        <a:bodyPr/>
        <a:lstStyle/>
        <a:p>
          <a:endParaRPr lang="en-US">
            <a:solidFill>
              <a:schemeClr val="accent4">
                <a:lumMod val="25000"/>
              </a:schemeClr>
            </a:solidFill>
          </a:endParaRPr>
        </a:p>
      </dgm:t>
    </dgm:pt>
    <dgm:pt modelId="{E16E4C1D-2A77-42C3-8A08-2F5107D5DBD7}">
      <dgm:prSet phldrT="[Text]"/>
      <dgm:spPr/>
      <dgm:t>
        <a:bodyPr/>
        <a:lstStyle/>
        <a:p>
          <a:r>
            <a:rPr lang="en-US"/>
            <a:t>The system describes a class of problems where an agent operates in an environment and must </a:t>
          </a:r>
          <a:r>
            <a:rPr lang="en-US" i="1"/>
            <a:t>learn</a:t>
          </a:r>
          <a:r>
            <a:rPr lang="en-US"/>
            <a:t> to operate using feedback.</a:t>
          </a:r>
          <a:endParaRPr lang="en-US" dirty="0"/>
        </a:p>
      </dgm:t>
    </dgm:pt>
    <dgm:pt modelId="{6A7C479A-CFCD-462E-8237-6BEA0A4FC32F}" type="parTrans" cxnId="{7DF0138E-FA00-414B-B9EF-2D71B236FA60}">
      <dgm:prSet/>
      <dgm:spPr/>
      <dgm:t>
        <a:bodyPr/>
        <a:lstStyle/>
        <a:p>
          <a:endParaRPr lang="en-US">
            <a:solidFill>
              <a:schemeClr val="accent4">
                <a:lumMod val="25000"/>
              </a:schemeClr>
            </a:solidFill>
          </a:endParaRPr>
        </a:p>
      </dgm:t>
    </dgm:pt>
    <dgm:pt modelId="{87602990-0D71-4254-98EE-E88816C01D75}" type="sibTrans" cxnId="{7DF0138E-FA00-414B-B9EF-2D71B236FA60}">
      <dgm:prSet/>
      <dgm:spPr/>
      <dgm:t>
        <a:bodyPr/>
        <a:lstStyle/>
        <a:p>
          <a:endParaRPr lang="en-US">
            <a:solidFill>
              <a:schemeClr val="accent4">
                <a:lumMod val="25000"/>
              </a:schemeClr>
            </a:solidFill>
          </a:endParaRPr>
        </a:p>
      </dgm:t>
    </dgm:pt>
    <dgm:pt modelId="{27AF7DED-D755-40E4-9062-CCDCA5FBD33E}" type="pres">
      <dgm:prSet presAssocID="{C9373517-556F-40D3-AE7A-D53FABEC8692}" presName="linear" presStyleCnt="0">
        <dgm:presLayoutVars>
          <dgm:dir/>
          <dgm:animLvl val="lvl"/>
          <dgm:resizeHandles val="exact"/>
        </dgm:presLayoutVars>
      </dgm:prSet>
      <dgm:spPr/>
    </dgm:pt>
    <dgm:pt modelId="{C8F3AD2D-74E3-438A-90C4-E613328C72D1}" type="pres">
      <dgm:prSet presAssocID="{D338A0A7-F258-4D75-881B-69CD7258CC46}" presName="parentLin" presStyleCnt="0"/>
      <dgm:spPr/>
    </dgm:pt>
    <dgm:pt modelId="{0A6CB362-0295-4F82-9976-0B5470410E17}" type="pres">
      <dgm:prSet presAssocID="{D338A0A7-F258-4D75-881B-69CD7258CC46}" presName="parentLeftMargin" presStyleLbl="node1" presStyleIdx="0" presStyleCnt="3"/>
      <dgm:spPr/>
    </dgm:pt>
    <dgm:pt modelId="{D315112F-44C3-4580-B42E-1BE195280AFD}" type="pres">
      <dgm:prSet presAssocID="{D338A0A7-F258-4D75-881B-69CD7258CC46}" presName="parentText" presStyleLbl="node1" presStyleIdx="0" presStyleCnt="3">
        <dgm:presLayoutVars>
          <dgm:chMax val="0"/>
          <dgm:bulletEnabled val="1"/>
        </dgm:presLayoutVars>
      </dgm:prSet>
      <dgm:spPr/>
    </dgm:pt>
    <dgm:pt modelId="{32E02EE3-C772-487A-BCC4-035E7A673AB1}" type="pres">
      <dgm:prSet presAssocID="{D338A0A7-F258-4D75-881B-69CD7258CC46}" presName="negativeSpace" presStyleCnt="0"/>
      <dgm:spPr/>
    </dgm:pt>
    <dgm:pt modelId="{A6E31617-CE01-4C9D-8940-591019825EAE}" type="pres">
      <dgm:prSet presAssocID="{D338A0A7-F258-4D75-881B-69CD7258CC46}" presName="childText" presStyleLbl="conFgAcc1" presStyleIdx="0" presStyleCnt="3">
        <dgm:presLayoutVars>
          <dgm:bulletEnabled val="1"/>
        </dgm:presLayoutVars>
      </dgm:prSet>
      <dgm:spPr/>
    </dgm:pt>
    <dgm:pt modelId="{31571770-8B44-4205-8F92-B3C96C2CE3D3}" type="pres">
      <dgm:prSet presAssocID="{171EF689-ECCF-49A6-BAEF-ABE8517B1D83}" presName="spaceBetweenRectangles" presStyleCnt="0"/>
      <dgm:spPr/>
    </dgm:pt>
    <dgm:pt modelId="{42C981B2-F4C4-4F65-BA8F-7105ECC931B5}" type="pres">
      <dgm:prSet presAssocID="{C83EBFDC-75C4-4A48-859C-8C3A5508CA02}" presName="parentLin" presStyleCnt="0"/>
      <dgm:spPr/>
    </dgm:pt>
    <dgm:pt modelId="{6E13AE56-1AC2-41EC-B9C8-5F77A98BECFB}" type="pres">
      <dgm:prSet presAssocID="{C83EBFDC-75C4-4A48-859C-8C3A5508CA02}" presName="parentLeftMargin" presStyleLbl="node1" presStyleIdx="0" presStyleCnt="3"/>
      <dgm:spPr/>
    </dgm:pt>
    <dgm:pt modelId="{C9F3092B-E69D-4CA8-AA01-198B24C37FDB}" type="pres">
      <dgm:prSet presAssocID="{C83EBFDC-75C4-4A48-859C-8C3A5508CA02}" presName="parentText" presStyleLbl="node1" presStyleIdx="1" presStyleCnt="3">
        <dgm:presLayoutVars>
          <dgm:chMax val="0"/>
          <dgm:bulletEnabled val="1"/>
        </dgm:presLayoutVars>
      </dgm:prSet>
      <dgm:spPr/>
    </dgm:pt>
    <dgm:pt modelId="{416CB8CA-D09E-48A5-B90A-4B357403A12D}" type="pres">
      <dgm:prSet presAssocID="{C83EBFDC-75C4-4A48-859C-8C3A5508CA02}" presName="negativeSpace" presStyleCnt="0"/>
      <dgm:spPr/>
    </dgm:pt>
    <dgm:pt modelId="{4F528940-294B-4BE7-B309-48759D405E99}" type="pres">
      <dgm:prSet presAssocID="{C83EBFDC-75C4-4A48-859C-8C3A5508CA02}" presName="childText" presStyleLbl="conFgAcc1" presStyleIdx="1" presStyleCnt="3">
        <dgm:presLayoutVars>
          <dgm:bulletEnabled val="1"/>
        </dgm:presLayoutVars>
      </dgm:prSet>
      <dgm:spPr/>
    </dgm:pt>
    <dgm:pt modelId="{D7773D9C-EC97-4708-86B8-D6AEC134EEE2}" type="pres">
      <dgm:prSet presAssocID="{73857720-44A6-4E37-B002-6B59891B9ECB}" presName="spaceBetweenRectangles" presStyleCnt="0"/>
      <dgm:spPr/>
    </dgm:pt>
    <dgm:pt modelId="{EE36CD5E-9939-4E8B-9D82-865804202303}" type="pres">
      <dgm:prSet presAssocID="{55192048-02B5-460D-B54C-A5C18CC055FB}" presName="parentLin" presStyleCnt="0"/>
      <dgm:spPr/>
    </dgm:pt>
    <dgm:pt modelId="{BFAA4A9B-BC33-4EDA-A88C-32D18812E24C}" type="pres">
      <dgm:prSet presAssocID="{55192048-02B5-460D-B54C-A5C18CC055FB}" presName="parentLeftMargin" presStyleLbl="node1" presStyleIdx="1" presStyleCnt="3"/>
      <dgm:spPr/>
    </dgm:pt>
    <dgm:pt modelId="{1671E9A4-69F1-490F-90E1-E43CE788DF90}" type="pres">
      <dgm:prSet presAssocID="{55192048-02B5-460D-B54C-A5C18CC055FB}" presName="parentText" presStyleLbl="node1" presStyleIdx="2" presStyleCnt="3">
        <dgm:presLayoutVars>
          <dgm:chMax val="0"/>
          <dgm:bulletEnabled val="1"/>
        </dgm:presLayoutVars>
      </dgm:prSet>
      <dgm:spPr/>
    </dgm:pt>
    <dgm:pt modelId="{7CBFC5ED-C1AB-4B33-8785-67E14F4AEBFB}" type="pres">
      <dgm:prSet presAssocID="{55192048-02B5-460D-B54C-A5C18CC055FB}" presName="negativeSpace" presStyleCnt="0"/>
      <dgm:spPr/>
    </dgm:pt>
    <dgm:pt modelId="{6BA6C3C1-8D27-4D18-9A8F-17A278C96ED7}" type="pres">
      <dgm:prSet presAssocID="{55192048-02B5-460D-B54C-A5C18CC055FB}" presName="childText" presStyleLbl="conFgAcc1" presStyleIdx="2" presStyleCnt="3">
        <dgm:presLayoutVars>
          <dgm:bulletEnabled val="1"/>
        </dgm:presLayoutVars>
      </dgm:prSet>
      <dgm:spPr/>
    </dgm:pt>
  </dgm:ptLst>
  <dgm:cxnLst>
    <dgm:cxn modelId="{0409E15E-E46F-4047-AA01-5E72F3442290}" type="presOf" srcId="{D338A0A7-F258-4D75-881B-69CD7258CC46}" destId="{0A6CB362-0295-4F82-9976-0B5470410E17}" srcOrd="0" destOrd="0" presId="urn:microsoft.com/office/officeart/2005/8/layout/list1"/>
    <dgm:cxn modelId="{2B70224D-1BDA-48F3-978E-79F27C7FD00D}" type="presOf" srcId="{55192048-02B5-460D-B54C-A5C18CC055FB}" destId="{1671E9A4-69F1-490F-90E1-E43CE788DF90}" srcOrd="1" destOrd="0" presId="urn:microsoft.com/office/officeart/2005/8/layout/list1"/>
    <dgm:cxn modelId="{0D31F24D-C550-4923-B1CE-F88C9D9D70B0}" type="presOf" srcId="{6F04765B-981F-432B-B489-C75045FAD71F}" destId="{A6E31617-CE01-4C9D-8940-591019825EAE}" srcOrd="0" destOrd="0" presId="urn:microsoft.com/office/officeart/2005/8/layout/list1"/>
    <dgm:cxn modelId="{EE9F3F71-46F7-46C0-BDB7-75FB416289C9}" srcId="{C9373517-556F-40D3-AE7A-D53FABEC8692}" destId="{D338A0A7-F258-4D75-881B-69CD7258CC46}" srcOrd="0" destOrd="0" parTransId="{29D0BE00-6C94-459E-8BCC-F4B37B9D34BF}" sibTransId="{171EF689-ECCF-49A6-BAEF-ABE8517B1D83}"/>
    <dgm:cxn modelId="{4DDC6174-4662-45C7-B300-FC4BE344966D}" srcId="{D338A0A7-F258-4D75-881B-69CD7258CC46}" destId="{6F04765B-981F-432B-B489-C75045FAD71F}" srcOrd="0" destOrd="0" parTransId="{40F02EDE-4683-4EAD-92DE-A0B7CF9808CA}" sibTransId="{15BDB1AD-1A20-490C-98C8-F630648BFCB3}"/>
    <dgm:cxn modelId="{1D550855-4A6C-4F53-B695-5BEB5E495657}" srcId="{C9373517-556F-40D3-AE7A-D53FABEC8692}" destId="{55192048-02B5-460D-B54C-A5C18CC055FB}" srcOrd="2" destOrd="0" parTransId="{9A4F5E4A-E502-46F7-90C2-C103AEAF00A5}" sibTransId="{FCA33687-1202-44D8-845B-75B874181651}"/>
    <dgm:cxn modelId="{F38DCD7D-6BC6-4E4F-B0A4-E2F4E27419B1}" type="presOf" srcId="{C9373517-556F-40D3-AE7A-D53FABEC8692}" destId="{27AF7DED-D755-40E4-9062-CCDCA5FBD33E}" srcOrd="0" destOrd="0" presId="urn:microsoft.com/office/officeart/2005/8/layout/list1"/>
    <dgm:cxn modelId="{D4927B8D-6906-42AF-8D81-199E9711B832}" type="presOf" srcId="{D338A0A7-F258-4D75-881B-69CD7258CC46}" destId="{D315112F-44C3-4580-B42E-1BE195280AFD}" srcOrd="1" destOrd="0" presId="urn:microsoft.com/office/officeart/2005/8/layout/list1"/>
    <dgm:cxn modelId="{7DF0138E-FA00-414B-B9EF-2D71B236FA60}" srcId="{55192048-02B5-460D-B54C-A5C18CC055FB}" destId="{E16E4C1D-2A77-42C3-8A08-2F5107D5DBD7}" srcOrd="0" destOrd="0" parTransId="{6A7C479A-CFCD-462E-8237-6BEA0A4FC32F}" sibTransId="{87602990-0D71-4254-98EE-E88816C01D75}"/>
    <dgm:cxn modelId="{5773A391-2248-4458-BE0D-248345B9B3F5}" type="presOf" srcId="{55192048-02B5-460D-B54C-A5C18CC055FB}" destId="{BFAA4A9B-BC33-4EDA-A88C-32D18812E24C}" srcOrd="0" destOrd="0" presId="urn:microsoft.com/office/officeart/2005/8/layout/list1"/>
    <dgm:cxn modelId="{6817869A-22EB-41D7-B156-9F8C56ED5E0F}" type="presOf" srcId="{48CCBF1B-6724-4011-B822-E0449A07CF63}" destId="{4F528940-294B-4BE7-B309-48759D405E99}" srcOrd="0" destOrd="0" presId="urn:microsoft.com/office/officeart/2005/8/layout/list1"/>
    <dgm:cxn modelId="{AED45C9F-B174-4C07-86B3-2D1D19FACDCD}" type="presOf" srcId="{C83EBFDC-75C4-4A48-859C-8C3A5508CA02}" destId="{6E13AE56-1AC2-41EC-B9C8-5F77A98BECFB}" srcOrd="0" destOrd="0" presId="urn:microsoft.com/office/officeart/2005/8/layout/list1"/>
    <dgm:cxn modelId="{1128BDA5-1B5F-4E60-BDE1-A0257FB53271}" type="presOf" srcId="{E16E4C1D-2A77-42C3-8A08-2F5107D5DBD7}" destId="{6BA6C3C1-8D27-4D18-9A8F-17A278C96ED7}" srcOrd="0" destOrd="0" presId="urn:microsoft.com/office/officeart/2005/8/layout/list1"/>
    <dgm:cxn modelId="{F423ECB7-EB07-4131-B75A-F439BB783E76}" type="presOf" srcId="{C83EBFDC-75C4-4A48-859C-8C3A5508CA02}" destId="{C9F3092B-E69D-4CA8-AA01-198B24C37FDB}" srcOrd="1" destOrd="0" presId="urn:microsoft.com/office/officeart/2005/8/layout/list1"/>
    <dgm:cxn modelId="{F7908FD5-2CA2-45C2-9C26-2CAC1A1D7E47}" srcId="{C83EBFDC-75C4-4A48-859C-8C3A5508CA02}" destId="{48CCBF1B-6724-4011-B822-E0449A07CF63}" srcOrd="0" destOrd="0" parTransId="{D2CFE8C4-3E40-47A6-9B13-02A6991E7C75}" sibTransId="{8F5FA054-8B31-4C66-B093-3D530666FC8C}"/>
    <dgm:cxn modelId="{6F20C6F0-017A-46BB-95FD-D9ED64D382BB}" srcId="{C9373517-556F-40D3-AE7A-D53FABEC8692}" destId="{C83EBFDC-75C4-4A48-859C-8C3A5508CA02}" srcOrd="1" destOrd="0" parTransId="{30FC8182-001C-4D45-A424-BCF76DB59748}" sibTransId="{73857720-44A6-4E37-B002-6B59891B9ECB}"/>
    <dgm:cxn modelId="{CECFF35B-0DF1-4A41-B23A-639BB6762F2C}" type="presParOf" srcId="{27AF7DED-D755-40E4-9062-CCDCA5FBD33E}" destId="{C8F3AD2D-74E3-438A-90C4-E613328C72D1}" srcOrd="0" destOrd="0" presId="urn:microsoft.com/office/officeart/2005/8/layout/list1"/>
    <dgm:cxn modelId="{B01E6FF4-7A9C-4510-8381-BC365D5A88FE}" type="presParOf" srcId="{C8F3AD2D-74E3-438A-90C4-E613328C72D1}" destId="{0A6CB362-0295-4F82-9976-0B5470410E17}" srcOrd="0" destOrd="0" presId="urn:microsoft.com/office/officeart/2005/8/layout/list1"/>
    <dgm:cxn modelId="{D755BFB3-A1FF-45CA-BFD6-C31664B0F9C7}" type="presParOf" srcId="{C8F3AD2D-74E3-438A-90C4-E613328C72D1}" destId="{D315112F-44C3-4580-B42E-1BE195280AFD}" srcOrd="1" destOrd="0" presId="urn:microsoft.com/office/officeart/2005/8/layout/list1"/>
    <dgm:cxn modelId="{00FF5106-92C4-4DC8-B4A0-830B2692C3D4}" type="presParOf" srcId="{27AF7DED-D755-40E4-9062-CCDCA5FBD33E}" destId="{32E02EE3-C772-487A-BCC4-035E7A673AB1}" srcOrd="1" destOrd="0" presId="urn:microsoft.com/office/officeart/2005/8/layout/list1"/>
    <dgm:cxn modelId="{863DE247-AE60-44B4-BE80-A53C836634B5}" type="presParOf" srcId="{27AF7DED-D755-40E4-9062-CCDCA5FBD33E}" destId="{A6E31617-CE01-4C9D-8940-591019825EAE}" srcOrd="2" destOrd="0" presId="urn:microsoft.com/office/officeart/2005/8/layout/list1"/>
    <dgm:cxn modelId="{C30B2CC7-62D3-48C9-B841-41FC9D5B5A97}" type="presParOf" srcId="{27AF7DED-D755-40E4-9062-CCDCA5FBD33E}" destId="{31571770-8B44-4205-8F92-B3C96C2CE3D3}" srcOrd="3" destOrd="0" presId="urn:microsoft.com/office/officeart/2005/8/layout/list1"/>
    <dgm:cxn modelId="{DE332451-1BCF-465D-B4D5-FB26286C0415}" type="presParOf" srcId="{27AF7DED-D755-40E4-9062-CCDCA5FBD33E}" destId="{42C981B2-F4C4-4F65-BA8F-7105ECC931B5}" srcOrd="4" destOrd="0" presId="urn:microsoft.com/office/officeart/2005/8/layout/list1"/>
    <dgm:cxn modelId="{0B505F87-E43D-401F-9463-693E1330E80B}" type="presParOf" srcId="{42C981B2-F4C4-4F65-BA8F-7105ECC931B5}" destId="{6E13AE56-1AC2-41EC-B9C8-5F77A98BECFB}" srcOrd="0" destOrd="0" presId="urn:microsoft.com/office/officeart/2005/8/layout/list1"/>
    <dgm:cxn modelId="{7B5D1BA1-E4C8-4C45-ABED-6DF41A5119BA}" type="presParOf" srcId="{42C981B2-F4C4-4F65-BA8F-7105ECC931B5}" destId="{C9F3092B-E69D-4CA8-AA01-198B24C37FDB}" srcOrd="1" destOrd="0" presId="urn:microsoft.com/office/officeart/2005/8/layout/list1"/>
    <dgm:cxn modelId="{6B6D0BC0-BD8C-44C3-9226-714DD9DED007}" type="presParOf" srcId="{27AF7DED-D755-40E4-9062-CCDCA5FBD33E}" destId="{416CB8CA-D09E-48A5-B90A-4B357403A12D}" srcOrd="5" destOrd="0" presId="urn:microsoft.com/office/officeart/2005/8/layout/list1"/>
    <dgm:cxn modelId="{E3F2B93D-2B9A-4E2D-A623-3D9FC93BFEF4}" type="presParOf" srcId="{27AF7DED-D755-40E4-9062-CCDCA5FBD33E}" destId="{4F528940-294B-4BE7-B309-48759D405E99}" srcOrd="6" destOrd="0" presId="urn:microsoft.com/office/officeart/2005/8/layout/list1"/>
    <dgm:cxn modelId="{048A164F-7038-49FA-A0B2-4CE6500A9898}" type="presParOf" srcId="{27AF7DED-D755-40E4-9062-CCDCA5FBD33E}" destId="{D7773D9C-EC97-4708-86B8-D6AEC134EEE2}" srcOrd="7" destOrd="0" presId="urn:microsoft.com/office/officeart/2005/8/layout/list1"/>
    <dgm:cxn modelId="{E656C2B6-C5CF-4A7D-9403-E27077C61FD2}" type="presParOf" srcId="{27AF7DED-D755-40E4-9062-CCDCA5FBD33E}" destId="{EE36CD5E-9939-4E8B-9D82-865804202303}" srcOrd="8" destOrd="0" presId="urn:microsoft.com/office/officeart/2005/8/layout/list1"/>
    <dgm:cxn modelId="{9E64C003-2574-400A-BE56-811E9C67C51D}" type="presParOf" srcId="{EE36CD5E-9939-4E8B-9D82-865804202303}" destId="{BFAA4A9B-BC33-4EDA-A88C-32D18812E24C}" srcOrd="0" destOrd="0" presId="urn:microsoft.com/office/officeart/2005/8/layout/list1"/>
    <dgm:cxn modelId="{1E073B86-56D0-4040-8FFE-0580143D8E93}" type="presParOf" srcId="{EE36CD5E-9939-4E8B-9D82-865804202303}" destId="{1671E9A4-69F1-490F-90E1-E43CE788DF90}" srcOrd="1" destOrd="0" presId="urn:microsoft.com/office/officeart/2005/8/layout/list1"/>
    <dgm:cxn modelId="{C10C5F88-C575-467C-9671-ACE71017A942}" type="presParOf" srcId="{27AF7DED-D755-40E4-9062-CCDCA5FBD33E}" destId="{7CBFC5ED-C1AB-4B33-8785-67E14F4AEBFB}" srcOrd="9" destOrd="0" presId="urn:microsoft.com/office/officeart/2005/8/layout/list1"/>
    <dgm:cxn modelId="{EF6027CF-9F04-44FB-91EA-504C47EB20ED}" type="presParOf" srcId="{27AF7DED-D755-40E4-9062-CCDCA5FBD33E}" destId="{6BA6C3C1-8D27-4D18-9A8F-17A278C96ED7}"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4.xml><?xml version="1.0" encoding="utf-8"?>
<dgm:dataModel xmlns:dgm="http://schemas.openxmlformats.org/drawingml/2006/diagram" xmlns:a="http://schemas.openxmlformats.org/drawingml/2006/main">
  <dgm:ptLst>
    <dgm:pt modelId="{C9373517-556F-40D3-AE7A-D53FABEC8692}" type="doc">
      <dgm:prSet loTypeId="urn:microsoft.com/office/officeart/2005/8/layout/vList4" loCatId="list" qsTypeId="urn:microsoft.com/office/officeart/2005/8/quickstyle/simple2" qsCatId="simple" csTypeId="urn:microsoft.com/office/officeart/2005/8/colors/colorful1" csCatId="colorful" phldr="1"/>
      <dgm:spPr/>
      <dgm:t>
        <a:bodyPr/>
        <a:lstStyle/>
        <a:p>
          <a:endParaRPr lang="en-US"/>
        </a:p>
      </dgm:t>
    </dgm:pt>
    <dgm:pt modelId="{D338A0A7-F258-4D75-881B-69CD7258CC46}">
      <dgm:prSet phldrT="[Text]"/>
      <dgm:spPr/>
      <dgm:t>
        <a:bodyPr/>
        <a:lstStyle/>
        <a:p>
          <a:r>
            <a:rPr lang="en-US" b="0" i="0" dirty="0"/>
            <a:t>Deep learning is a type of machine learning and artificial intelligence (AI) that imitates the way humans gain certain types of knowledge. </a:t>
          </a:r>
          <a:endParaRPr lang="en-US" dirty="0"/>
        </a:p>
      </dgm:t>
    </dgm:pt>
    <dgm:pt modelId="{29D0BE00-6C94-459E-8BCC-F4B37B9D34BF}" type="parTrans" cxnId="{EE9F3F71-46F7-46C0-BDB7-75FB416289C9}">
      <dgm:prSet/>
      <dgm:spPr/>
      <dgm:t>
        <a:bodyPr/>
        <a:lstStyle/>
        <a:p>
          <a:endParaRPr lang="en-US"/>
        </a:p>
      </dgm:t>
    </dgm:pt>
    <dgm:pt modelId="{171EF689-ECCF-49A6-BAEF-ABE8517B1D83}" type="sibTrans" cxnId="{EE9F3F71-46F7-46C0-BDB7-75FB416289C9}">
      <dgm:prSet/>
      <dgm:spPr/>
      <dgm:t>
        <a:bodyPr/>
        <a:lstStyle/>
        <a:p>
          <a:endParaRPr lang="en-US"/>
        </a:p>
      </dgm:t>
    </dgm:pt>
    <dgm:pt modelId="{787C64D6-E22C-4D50-954C-75BFB9284441}">
      <dgm:prSet phldrT="[Text]"/>
      <dgm:spPr/>
      <dgm:t>
        <a:bodyPr/>
        <a:lstStyle/>
        <a:p>
          <a:r>
            <a:rPr lang="en-US" b="0" i="0" dirty="0"/>
            <a:t>Deep learning is an important element of data science, which includes statistics and predictive modeling.</a:t>
          </a:r>
          <a:endParaRPr lang="en-US" dirty="0"/>
        </a:p>
      </dgm:t>
    </dgm:pt>
    <dgm:pt modelId="{274C2B35-0141-4805-8DB2-3C451A5B51CF}" type="parTrans" cxnId="{539AD677-E5B6-4510-A473-B2294156E7C2}">
      <dgm:prSet/>
      <dgm:spPr/>
      <dgm:t>
        <a:bodyPr/>
        <a:lstStyle/>
        <a:p>
          <a:endParaRPr lang="en-US"/>
        </a:p>
      </dgm:t>
    </dgm:pt>
    <dgm:pt modelId="{1C19A72E-F9CC-45BF-A5C3-A553D86B8A8E}" type="sibTrans" cxnId="{539AD677-E5B6-4510-A473-B2294156E7C2}">
      <dgm:prSet/>
      <dgm:spPr/>
      <dgm:t>
        <a:bodyPr/>
        <a:lstStyle/>
        <a:p>
          <a:endParaRPr lang="en-US"/>
        </a:p>
      </dgm:t>
    </dgm:pt>
    <dgm:pt modelId="{35CB0F7B-3A0B-4BA3-9091-20B172EA3A59}">
      <dgm:prSet phldrT="[Text]"/>
      <dgm:spPr/>
      <dgm:t>
        <a:bodyPr/>
        <a:lstStyle/>
        <a:p>
          <a:r>
            <a:rPr lang="en-US" b="0" i="0"/>
            <a:t> </a:t>
          </a:r>
          <a:r>
            <a:rPr lang="en-US" b="0" i="0" dirty="0"/>
            <a:t>It is extremely beneficial to data scientists who are tasked with collecting, analyzing and interpreting large amounts of data; deep learning makes this process faster and easier.</a:t>
          </a:r>
          <a:endParaRPr lang="en-US" dirty="0"/>
        </a:p>
      </dgm:t>
    </dgm:pt>
    <dgm:pt modelId="{7304A6D2-0101-48FB-BF33-68ECBD8CCC78}" type="parTrans" cxnId="{0731704E-8D30-4D0D-8587-002CAC3560FA}">
      <dgm:prSet/>
      <dgm:spPr/>
      <dgm:t>
        <a:bodyPr/>
        <a:lstStyle/>
        <a:p>
          <a:endParaRPr lang="en-US"/>
        </a:p>
      </dgm:t>
    </dgm:pt>
    <dgm:pt modelId="{A4E3F437-8E4F-400F-8C57-057A739C0D47}" type="sibTrans" cxnId="{0731704E-8D30-4D0D-8587-002CAC3560FA}">
      <dgm:prSet/>
      <dgm:spPr/>
      <dgm:t>
        <a:bodyPr/>
        <a:lstStyle/>
        <a:p>
          <a:endParaRPr lang="en-US"/>
        </a:p>
      </dgm:t>
    </dgm:pt>
    <dgm:pt modelId="{A798F2FD-3DFD-4CEB-8EC8-7A8D8393A7F0}" type="pres">
      <dgm:prSet presAssocID="{C9373517-556F-40D3-AE7A-D53FABEC8692}" presName="linear" presStyleCnt="0">
        <dgm:presLayoutVars>
          <dgm:dir/>
          <dgm:resizeHandles val="exact"/>
        </dgm:presLayoutVars>
      </dgm:prSet>
      <dgm:spPr/>
    </dgm:pt>
    <dgm:pt modelId="{AF75CF25-B525-4758-8756-2ED87F2FF009}" type="pres">
      <dgm:prSet presAssocID="{D338A0A7-F258-4D75-881B-69CD7258CC46}" presName="comp" presStyleCnt="0"/>
      <dgm:spPr/>
    </dgm:pt>
    <dgm:pt modelId="{F177ED05-11DF-4164-A057-1E03C66332D6}" type="pres">
      <dgm:prSet presAssocID="{D338A0A7-F258-4D75-881B-69CD7258CC46}" presName="box" presStyleLbl="node1" presStyleIdx="0" presStyleCnt="3"/>
      <dgm:spPr/>
    </dgm:pt>
    <dgm:pt modelId="{58FFC481-4A12-4656-B20F-D9F948541F20}" type="pres">
      <dgm:prSet presAssocID="{D338A0A7-F258-4D75-881B-69CD7258CC46}" presName="img" presStyleLbl="fgImgPlace1" presStyleIdx="0" presStyleCnt="3"/>
      <dgm:spPr/>
    </dgm:pt>
    <dgm:pt modelId="{D1C005B0-A2C2-4F8C-95D1-EC4CF04F5AA3}" type="pres">
      <dgm:prSet presAssocID="{D338A0A7-F258-4D75-881B-69CD7258CC46}" presName="text" presStyleLbl="node1" presStyleIdx="0" presStyleCnt="3">
        <dgm:presLayoutVars>
          <dgm:bulletEnabled val="1"/>
        </dgm:presLayoutVars>
      </dgm:prSet>
      <dgm:spPr/>
    </dgm:pt>
    <dgm:pt modelId="{C5F9C3EC-D4D8-4094-B22C-910565672D18}" type="pres">
      <dgm:prSet presAssocID="{171EF689-ECCF-49A6-BAEF-ABE8517B1D83}" presName="spacer" presStyleCnt="0"/>
      <dgm:spPr/>
    </dgm:pt>
    <dgm:pt modelId="{3C92FF16-3EB5-4A6C-9425-DF3EB731CB23}" type="pres">
      <dgm:prSet presAssocID="{787C64D6-E22C-4D50-954C-75BFB9284441}" presName="comp" presStyleCnt="0"/>
      <dgm:spPr/>
    </dgm:pt>
    <dgm:pt modelId="{9015052E-929A-48F2-800D-03A626888E19}" type="pres">
      <dgm:prSet presAssocID="{787C64D6-E22C-4D50-954C-75BFB9284441}" presName="box" presStyleLbl="node1" presStyleIdx="1" presStyleCnt="3"/>
      <dgm:spPr/>
    </dgm:pt>
    <dgm:pt modelId="{22FEE24B-B5EF-461D-9F97-A5CAF6C3DDD1}" type="pres">
      <dgm:prSet presAssocID="{787C64D6-E22C-4D50-954C-75BFB9284441}" presName="img" presStyleLbl="fgImgPlace1" presStyleIdx="1" presStyleCnt="3"/>
      <dgm:spPr/>
    </dgm:pt>
    <dgm:pt modelId="{09AC022D-7E81-4FBF-8CF2-C38F26C965BC}" type="pres">
      <dgm:prSet presAssocID="{787C64D6-E22C-4D50-954C-75BFB9284441}" presName="text" presStyleLbl="node1" presStyleIdx="1" presStyleCnt="3">
        <dgm:presLayoutVars>
          <dgm:bulletEnabled val="1"/>
        </dgm:presLayoutVars>
      </dgm:prSet>
      <dgm:spPr/>
    </dgm:pt>
    <dgm:pt modelId="{853892AF-BB62-4BE8-BD29-9247AFCF694B}" type="pres">
      <dgm:prSet presAssocID="{1C19A72E-F9CC-45BF-A5C3-A553D86B8A8E}" presName="spacer" presStyleCnt="0"/>
      <dgm:spPr/>
    </dgm:pt>
    <dgm:pt modelId="{BB18C71B-A2DA-49BC-B1CB-4B6C27928768}" type="pres">
      <dgm:prSet presAssocID="{35CB0F7B-3A0B-4BA3-9091-20B172EA3A59}" presName="comp" presStyleCnt="0"/>
      <dgm:spPr/>
    </dgm:pt>
    <dgm:pt modelId="{1EBA208E-2CE3-4298-B390-728A88CCA943}" type="pres">
      <dgm:prSet presAssocID="{35CB0F7B-3A0B-4BA3-9091-20B172EA3A59}" presName="box" presStyleLbl="node1" presStyleIdx="2" presStyleCnt="3"/>
      <dgm:spPr/>
    </dgm:pt>
    <dgm:pt modelId="{1D819D39-7ACC-4F18-98E4-8FA64CBC65C6}" type="pres">
      <dgm:prSet presAssocID="{35CB0F7B-3A0B-4BA3-9091-20B172EA3A59}" presName="img" presStyleLbl="fgImgPlace1" presStyleIdx="2" presStyleCnt="3"/>
      <dgm:spPr/>
    </dgm:pt>
    <dgm:pt modelId="{2F831711-4ADA-4265-BEE9-42A701CC2AD0}" type="pres">
      <dgm:prSet presAssocID="{35CB0F7B-3A0B-4BA3-9091-20B172EA3A59}" presName="text" presStyleLbl="node1" presStyleIdx="2" presStyleCnt="3">
        <dgm:presLayoutVars>
          <dgm:bulletEnabled val="1"/>
        </dgm:presLayoutVars>
      </dgm:prSet>
      <dgm:spPr/>
    </dgm:pt>
  </dgm:ptLst>
  <dgm:cxnLst>
    <dgm:cxn modelId="{8376ED03-B425-4D32-85CC-EC02577D242C}" type="presOf" srcId="{787C64D6-E22C-4D50-954C-75BFB9284441}" destId="{09AC022D-7E81-4FBF-8CF2-C38F26C965BC}" srcOrd="1" destOrd="0" presId="urn:microsoft.com/office/officeart/2005/8/layout/vList4"/>
    <dgm:cxn modelId="{2D24C00E-505B-46A2-A170-81569CD3EA27}" type="presOf" srcId="{35CB0F7B-3A0B-4BA3-9091-20B172EA3A59}" destId="{1EBA208E-2CE3-4298-B390-728A88CCA943}" srcOrd="0" destOrd="0" presId="urn:microsoft.com/office/officeart/2005/8/layout/vList4"/>
    <dgm:cxn modelId="{6E2CDD3A-4FFB-49E1-9877-71FE002F0925}" type="presOf" srcId="{787C64D6-E22C-4D50-954C-75BFB9284441}" destId="{9015052E-929A-48F2-800D-03A626888E19}" srcOrd="0" destOrd="0" presId="urn:microsoft.com/office/officeart/2005/8/layout/vList4"/>
    <dgm:cxn modelId="{BDB4A944-812A-4912-8208-3BD2D8C23C5E}" type="presOf" srcId="{D338A0A7-F258-4D75-881B-69CD7258CC46}" destId="{F177ED05-11DF-4164-A057-1E03C66332D6}" srcOrd="0" destOrd="0" presId="urn:microsoft.com/office/officeart/2005/8/layout/vList4"/>
    <dgm:cxn modelId="{0731704E-8D30-4D0D-8587-002CAC3560FA}" srcId="{C9373517-556F-40D3-AE7A-D53FABEC8692}" destId="{35CB0F7B-3A0B-4BA3-9091-20B172EA3A59}" srcOrd="2" destOrd="0" parTransId="{7304A6D2-0101-48FB-BF33-68ECBD8CCC78}" sibTransId="{A4E3F437-8E4F-400F-8C57-057A739C0D47}"/>
    <dgm:cxn modelId="{EE9F3F71-46F7-46C0-BDB7-75FB416289C9}" srcId="{C9373517-556F-40D3-AE7A-D53FABEC8692}" destId="{D338A0A7-F258-4D75-881B-69CD7258CC46}" srcOrd="0" destOrd="0" parTransId="{29D0BE00-6C94-459E-8BCC-F4B37B9D34BF}" sibTransId="{171EF689-ECCF-49A6-BAEF-ABE8517B1D83}"/>
    <dgm:cxn modelId="{539AD677-E5B6-4510-A473-B2294156E7C2}" srcId="{C9373517-556F-40D3-AE7A-D53FABEC8692}" destId="{787C64D6-E22C-4D50-954C-75BFB9284441}" srcOrd="1" destOrd="0" parTransId="{274C2B35-0141-4805-8DB2-3C451A5B51CF}" sibTransId="{1C19A72E-F9CC-45BF-A5C3-A553D86B8A8E}"/>
    <dgm:cxn modelId="{66D2F058-EDA7-4A4B-B924-D6DCD88D14F6}" type="presOf" srcId="{C9373517-556F-40D3-AE7A-D53FABEC8692}" destId="{A798F2FD-3DFD-4CEB-8EC8-7A8D8393A7F0}" srcOrd="0" destOrd="0" presId="urn:microsoft.com/office/officeart/2005/8/layout/vList4"/>
    <dgm:cxn modelId="{6DA8837B-3D87-440F-851F-AB3CC2012120}" type="presOf" srcId="{35CB0F7B-3A0B-4BA3-9091-20B172EA3A59}" destId="{2F831711-4ADA-4265-BEE9-42A701CC2AD0}" srcOrd="1" destOrd="0" presId="urn:microsoft.com/office/officeart/2005/8/layout/vList4"/>
    <dgm:cxn modelId="{683D52F9-81DA-44AC-9A04-86C93585A52E}" type="presOf" srcId="{D338A0A7-F258-4D75-881B-69CD7258CC46}" destId="{D1C005B0-A2C2-4F8C-95D1-EC4CF04F5AA3}" srcOrd="1" destOrd="0" presId="urn:microsoft.com/office/officeart/2005/8/layout/vList4"/>
    <dgm:cxn modelId="{C407A03D-8479-40CB-9F1D-3102EB8428BB}" type="presParOf" srcId="{A798F2FD-3DFD-4CEB-8EC8-7A8D8393A7F0}" destId="{AF75CF25-B525-4758-8756-2ED87F2FF009}" srcOrd="0" destOrd="0" presId="urn:microsoft.com/office/officeart/2005/8/layout/vList4"/>
    <dgm:cxn modelId="{149D4FDE-CBFF-48B4-98BD-5CA1676C954C}" type="presParOf" srcId="{AF75CF25-B525-4758-8756-2ED87F2FF009}" destId="{F177ED05-11DF-4164-A057-1E03C66332D6}" srcOrd="0" destOrd="0" presId="urn:microsoft.com/office/officeart/2005/8/layout/vList4"/>
    <dgm:cxn modelId="{B263DB55-E48B-4760-A824-BDC9D4A5A6BF}" type="presParOf" srcId="{AF75CF25-B525-4758-8756-2ED87F2FF009}" destId="{58FFC481-4A12-4656-B20F-D9F948541F20}" srcOrd="1" destOrd="0" presId="urn:microsoft.com/office/officeart/2005/8/layout/vList4"/>
    <dgm:cxn modelId="{5882AB0D-D7F7-4291-AC0E-BB8EE751B397}" type="presParOf" srcId="{AF75CF25-B525-4758-8756-2ED87F2FF009}" destId="{D1C005B0-A2C2-4F8C-95D1-EC4CF04F5AA3}" srcOrd="2" destOrd="0" presId="urn:microsoft.com/office/officeart/2005/8/layout/vList4"/>
    <dgm:cxn modelId="{E0B7F14C-A467-4B7D-8B91-18EFDBF6655F}" type="presParOf" srcId="{A798F2FD-3DFD-4CEB-8EC8-7A8D8393A7F0}" destId="{C5F9C3EC-D4D8-4094-B22C-910565672D18}" srcOrd="1" destOrd="0" presId="urn:microsoft.com/office/officeart/2005/8/layout/vList4"/>
    <dgm:cxn modelId="{2D8727BE-4FCD-4F8D-89AA-43387DD0CE82}" type="presParOf" srcId="{A798F2FD-3DFD-4CEB-8EC8-7A8D8393A7F0}" destId="{3C92FF16-3EB5-4A6C-9425-DF3EB731CB23}" srcOrd="2" destOrd="0" presId="urn:microsoft.com/office/officeart/2005/8/layout/vList4"/>
    <dgm:cxn modelId="{3E345FC8-C30A-4FD9-8DCB-63F73AF8E41C}" type="presParOf" srcId="{3C92FF16-3EB5-4A6C-9425-DF3EB731CB23}" destId="{9015052E-929A-48F2-800D-03A626888E19}" srcOrd="0" destOrd="0" presId="urn:microsoft.com/office/officeart/2005/8/layout/vList4"/>
    <dgm:cxn modelId="{FBECDBFC-7E36-44E9-8426-13D364A4E51C}" type="presParOf" srcId="{3C92FF16-3EB5-4A6C-9425-DF3EB731CB23}" destId="{22FEE24B-B5EF-461D-9F97-A5CAF6C3DDD1}" srcOrd="1" destOrd="0" presId="urn:microsoft.com/office/officeart/2005/8/layout/vList4"/>
    <dgm:cxn modelId="{A6AECFEC-8ADD-4C3A-BCAE-86439B08A64E}" type="presParOf" srcId="{3C92FF16-3EB5-4A6C-9425-DF3EB731CB23}" destId="{09AC022D-7E81-4FBF-8CF2-C38F26C965BC}" srcOrd="2" destOrd="0" presId="urn:microsoft.com/office/officeart/2005/8/layout/vList4"/>
    <dgm:cxn modelId="{F1D09010-5268-4C11-9C1C-629D1B2E9082}" type="presParOf" srcId="{A798F2FD-3DFD-4CEB-8EC8-7A8D8393A7F0}" destId="{853892AF-BB62-4BE8-BD29-9247AFCF694B}" srcOrd="3" destOrd="0" presId="urn:microsoft.com/office/officeart/2005/8/layout/vList4"/>
    <dgm:cxn modelId="{0148F8D5-68FB-4AB3-AF14-B8383844CCA3}" type="presParOf" srcId="{A798F2FD-3DFD-4CEB-8EC8-7A8D8393A7F0}" destId="{BB18C71B-A2DA-49BC-B1CB-4B6C27928768}" srcOrd="4" destOrd="0" presId="urn:microsoft.com/office/officeart/2005/8/layout/vList4"/>
    <dgm:cxn modelId="{42E34225-9D5D-4CCE-B775-D0D10A5E33F6}" type="presParOf" srcId="{BB18C71B-A2DA-49BC-B1CB-4B6C27928768}" destId="{1EBA208E-2CE3-4298-B390-728A88CCA943}" srcOrd="0" destOrd="0" presId="urn:microsoft.com/office/officeart/2005/8/layout/vList4"/>
    <dgm:cxn modelId="{94F8B534-3D90-4E29-A9D0-93129BF922D3}" type="presParOf" srcId="{BB18C71B-A2DA-49BC-B1CB-4B6C27928768}" destId="{1D819D39-7ACC-4F18-98E4-8FA64CBC65C6}" srcOrd="1" destOrd="0" presId="urn:microsoft.com/office/officeart/2005/8/layout/vList4"/>
    <dgm:cxn modelId="{1DC6B93C-77D8-4160-A113-B667A81DCC3B}" type="presParOf" srcId="{BB18C71B-A2DA-49BC-B1CB-4B6C27928768}" destId="{2F831711-4ADA-4265-BEE9-42A701CC2AD0}" srcOrd="2" destOrd="0" presId="urn:microsoft.com/office/officeart/2005/8/layout/vList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5.xml><?xml version="1.0" encoding="utf-8"?>
<dgm:dataModel xmlns:dgm="http://schemas.openxmlformats.org/drawingml/2006/diagram" xmlns:a="http://schemas.openxmlformats.org/drawingml/2006/main">
  <dgm:ptLst>
    <dgm:pt modelId="{407B4A10-A2AA-4F4A-AB0E-BA9B44226DFB}" type="doc">
      <dgm:prSet loTypeId="urn:microsoft.com/office/officeart/2008/layout/HexagonCluster" loCatId="relationship" qsTypeId="urn:microsoft.com/office/officeart/2005/8/quickstyle/3d1" qsCatId="3D" csTypeId="urn:microsoft.com/office/officeart/2005/8/colors/colorful1" csCatId="colorful" phldr="1"/>
      <dgm:spPr/>
    </dgm:pt>
    <dgm:pt modelId="{2C85BD07-EFAE-4F73-BBC7-9EB322FD574B}">
      <dgm:prSet phldrT="[Text]"/>
      <dgm:spPr/>
      <dgm:t>
        <a:bodyPr/>
        <a:lstStyle/>
        <a:p>
          <a:r>
            <a:rPr lang="en-US" dirty="0"/>
            <a:t>Computer Vision</a:t>
          </a:r>
        </a:p>
      </dgm:t>
    </dgm:pt>
    <dgm:pt modelId="{E7FBE729-F175-4F13-83B0-C65D44D61215}" type="parTrans" cxnId="{62603E09-42B7-48C9-923A-24638AB971F4}">
      <dgm:prSet/>
      <dgm:spPr/>
      <dgm:t>
        <a:bodyPr/>
        <a:lstStyle/>
        <a:p>
          <a:endParaRPr lang="en-US">
            <a:solidFill>
              <a:schemeClr val="bg1"/>
            </a:solidFill>
          </a:endParaRPr>
        </a:p>
      </dgm:t>
    </dgm:pt>
    <dgm:pt modelId="{871C5C88-CD6E-41FA-9DE5-94085F887C83}" type="sibTrans" cxnId="{62603E09-42B7-48C9-923A-24638AB971F4}">
      <dgm:prSet/>
      <dgm:spPr/>
      <dgm:t>
        <a:bodyPr/>
        <a:lstStyle/>
        <a:p>
          <a:endParaRPr lang="en-US">
            <a:solidFill>
              <a:schemeClr val="bg1"/>
            </a:solidFill>
          </a:endParaRPr>
        </a:p>
      </dgm:t>
    </dgm:pt>
    <dgm:pt modelId="{CC662088-C529-40DF-B225-DCD6B049892D}">
      <dgm:prSet phldrT="[Text]"/>
      <dgm:spPr/>
      <dgm:t>
        <a:bodyPr/>
        <a:lstStyle/>
        <a:p>
          <a:r>
            <a:rPr lang="en-US"/>
            <a:t>Machine Vision</a:t>
          </a:r>
          <a:endParaRPr lang="en-US" dirty="0"/>
        </a:p>
      </dgm:t>
    </dgm:pt>
    <dgm:pt modelId="{2BAA835A-382A-486A-BA32-381DC02352D4}" type="parTrans" cxnId="{93B9BA5E-32EC-4455-874F-2DA3A7EEB039}">
      <dgm:prSet/>
      <dgm:spPr/>
      <dgm:t>
        <a:bodyPr/>
        <a:lstStyle/>
        <a:p>
          <a:endParaRPr lang="en-US">
            <a:solidFill>
              <a:schemeClr val="bg1"/>
            </a:solidFill>
          </a:endParaRPr>
        </a:p>
      </dgm:t>
    </dgm:pt>
    <dgm:pt modelId="{47263C23-1597-41C5-9849-AC462BC9982A}" type="sibTrans" cxnId="{93B9BA5E-32EC-4455-874F-2DA3A7EEB039}">
      <dgm:prSet/>
      <dgm:spPr/>
      <dgm:t>
        <a:bodyPr/>
        <a:lstStyle/>
        <a:p>
          <a:endParaRPr lang="en-US">
            <a:solidFill>
              <a:schemeClr val="bg1"/>
            </a:solidFill>
          </a:endParaRPr>
        </a:p>
      </dgm:t>
    </dgm:pt>
    <dgm:pt modelId="{1E2CAB25-DB32-4715-BE97-A1AB7EA1BA46}" type="pres">
      <dgm:prSet presAssocID="{407B4A10-A2AA-4F4A-AB0E-BA9B44226DFB}" presName="Name0" presStyleCnt="0">
        <dgm:presLayoutVars>
          <dgm:chMax val="21"/>
          <dgm:chPref val="21"/>
        </dgm:presLayoutVars>
      </dgm:prSet>
      <dgm:spPr/>
    </dgm:pt>
    <dgm:pt modelId="{3318412C-E02A-4750-B105-AFC5124B89A8}" type="pres">
      <dgm:prSet presAssocID="{2C85BD07-EFAE-4F73-BBC7-9EB322FD574B}" presName="text1" presStyleCnt="0"/>
      <dgm:spPr/>
    </dgm:pt>
    <dgm:pt modelId="{9E5AE094-E732-4DB4-812A-7D7273D99B5A}" type="pres">
      <dgm:prSet presAssocID="{2C85BD07-EFAE-4F73-BBC7-9EB322FD574B}" presName="textRepeatNode" presStyleLbl="alignNode1" presStyleIdx="0" presStyleCnt="2">
        <dgm:presLayoutVars>
          <dgm:chMax val="0"/>
          <dgm:chPref val="0"/>
          <dgm:bulletEnabled val="1"/>
        </dgm:presLayoutVars>
      </dgm:prSet>
      <dgm:spPr/>
    </dgm:pt>
    <dgm:pt modelId="{EA90DF32-1071-4219-8F31-9CC50FF8618C}" type="pres">
      <dgm:prSet presAssocID="{2C85BD07-EFAE-4F73-BBC7-9EB322FD574B}" presName="textaccent1" presStyleCnt="0"/>
      <dgm:spPr/>
    </dgm:pt>
    <dgm:pt modelId="{2B7CF51C-EF12-427F-993E-5477B194D337}" type="pres">
      <dgm:prSet presAssocID="{2C85BD07-EFAE-4F73-BBC7-9EB322FD574B}" presName="accentRepeatNode" presStyleLbl="solidAlignAcc1" presStyleIdx="0" presStyleCnt="4"/>
      <dgm:spPr/>
    </dgm:pt>
    <dgm:pt modelId="{D36A581F-7450-4D80-8E61-154B2CF77FFC}" type="pres">
      <dgm:prSet presAssocID="{871C5C88-CD6E-41FA-9DE5-94085F887C83}" presName="image1" presStyleCnt="0"/>
      <dgm:spPr/>
    </dgm:pt>
    <dgm:pt modelId="{370678D4-8B11-42AA-9640-28045F5C63EE}" type="pres">
      <dgm:prSet presAssocID="{871C5C88-CD6E-41FA-9DE5-94085F887C83}" presName="imageRepeatNode" presStyleLbl="alignAcc1" presStyleIdx="0" presStyleCnt="2"/>
      <dgm:spPr/>
    </dgm:pt>
    <dgm:pt modelId="{A5A38312-8AC4-4509-A6FE-998CF6EEE8F6}" type="pres">
      <dgm:prSet presAssocID="{871C5C88-CD6E-41FA-9DE5-94085F887C83}" presName="imageaccent1" presStyleCnt="0"/>
      <dgm:spPr/>
    </dgm:pt>
    <dgm:pt modelId="{39AEB539-7BCB-44DA-9262-4DC06348994F}" type="pres">
      <dgm:prSet presAssocID="{871C5C88-CD6E-41FA-9DE5-94085F887C83}" presName="accentRepeatNode" presStyleLbl="solidAlignAcc1" presStyleIdx="1" presStyleCnt="4"/>
      <dgm:spPr/>
    </dgm:pt>
    <dgm:pt modelId="{564B0646-660F-4FF6-B12B-ACA28AA9F86A}" type="pres">
      <dgm:prSet presAssocID="{CC662088-C529-40DF-B225-DCD6B049892D}" presName="text2" presStyleCnt="0"/>
      <dgm:spPr/>
    </dgm:pt>
    <dgm:pt modelId="{B72CC195-03B4-4F93-9FDA-8E4028905A1D}" type="pres">
      <dgm:prSet presAssocID="{CC662088-C529-40DF-B225-DCD6B049892D}" presName="textRepeatNode" presStyleLbl="alignNode1" presStyleIdx="1" presStyleCnt="2">
        <dgm:presLayoutVars>
          <dgm:chMax val="0"/>
          <dgm:chPref val="0"/>
          <dgm:bulletEnabled val="1"/>
        </dgm:presLayoutVars>
      </dgm:prSet>
      <dgm:spPr/>
    </dgm:pt>
    <dgm:pt modelId="{A1063F47-69C9-4EF6-BF82-EC9DE7ED3DB4}" type="pres">
      <dgm:prSet presAssocID="{CC662088-C529-40DF-B225-DCD6B049892D}" presName="textaccent2" presStyleCnt="0"/>
      <dgm:spPr/>
    </dgm:pt>
    <dgm:pt modelId="{A4FBF254-4E33-46E9-96A0-92D9C4BF5600}" type="pres">
      <dgm:prSet presAssocID="{CC662088-C529-40DF-B225-DCD6B049892D}" presName="accentRepeatNode" presStyleLbl="solidAlignAcc1" presStyleIdx="2" presStyleCnt="4"/>
      <dgm:spPr/>
    </dgm:pt>
    <dgm:pt modelId="{1B965064-EE8C-4C6D-B4CF-0EB10F3958A6}" type="pres">
      <dgm:prSet presAssocID="{47263C23-1597-41C5-9849-AC462BC9982A}" presName="image2" presStyleCnt="0"/>
      <dgm:spPr/>
    </dgm:pt>
    <dgm:pt modelId="{4181A82C-908F-4EE4-9276-999C7B4CB648}" type="pres">
      <dgm:prSet presAssocID="{47263C23-1597-41C5-9849-AC462BC9982A}" presName="imageRepeatNode" presStyleLbl="alignAcc1" presStyleIdx="1" presStyleCnt="2"/>
      <dgm:spPr/>
    </dgm:pt>
    <dgm:pt modelId="{1BCBC696-8FC6-47A0-9D74-C6F36F7656C9}" type="pres">
      <dgm:prSet presAssocID="{47263C23-1597-41C5-9849-AC462BC9982A}" presName="imageaccent2" presStyleCnt="0"/>
      <dgm:spPr/>
    </dgm:pt>
    <dgm:pt modelId="{0B157E09-6E54-4747-B9FE-CE4030BD6541}" type="pres">
      <dgm:prSet presAssocID="{47263C23-1597-41C5-9849-AC462BC9982A}" presName="accentRepeatNode" presStyleLbl="solidAlignAcc1" presStyleIdx="3" presStyleCnt="4"/>
      <dgm:spPr/>
    </dgm:pt>
  </dgm:ptLst>
  <dgm:cxnLst>
    <dgm:cxn modelId="{62603E09-42B7-48C9-923A-24638AB971F4}" srcId="{407B4A10-A2AA-4F4A-AB0E-BA9B44226DFB}" destId="{2C85BD07-EFAE-4F73-BBC7-9EB322FD574B}" srcOrd="0" destOrd="0" parTransId="{E7FBE729-F175-4F13-83B0-C65D44D61215}" sibTransId="{871C5C88-CD6E-41FA-9DE5-94085F887C83}"/>
    <dgm:cxn modelId="{375BA416-3815-4EC3-A9D7-E7884AC46043}" type="presOf" srcId="{2C85BD07-EFAE-4F73-BBC7-9EB322FD574B}" destId="{9E5AE094-E732-4DB4-812A-7D7273D99B5A}" srcOrd="0" destOrd="0" presId="urn:microsoft.com/office/officeart/2008/layout/HexagonCluster"/>
    <dgm:cxn modelId="{615F0B32-21F7-41C8-8629-35830DD853BB}" type="presOf" srcId="{47263C23-1597-41C5-9849-AC462BC9982A}" destId="{4181A82C-908F-4EE4-9276-999C7B4CB648}" srcOrd="0" destOrd="0" presId="urn:microsoft.com/office/officeart/2008/layout/HexagonCluster"/>
    <dgm:cxn modelId="{2B6BA933-3A09-430C-B66C-4BAEF5F30BC9}" type="presOf" srcId="{CC662088-C529-40DF-B225-DCD6B049892D}" destId="{B72CC195-03B4-4F93-9FDA-8E4028905A1D}" srcOrd="0" destOrd="0" presId="urn:microsoft.com/office/officeart/2008/layout/HexagonCluster"/>
    <dgm:cxn modelId="{93B9BA5E-32EC-4455-874F-2DA3A7EEB039}" srcId="{407B4A10-A2AA-4F4A-AB0E-BA9B44226DFB}" destId="{CC662088-C529-40DF-B225-DCD6B049892D}" srcOrd="1" destOrd="0" parTransId="{2BAA835A-382A-486A-BA32-381DC02352D4}" sibTransId="{47263C23-1597-41C5-9849-AC462BC9982A}"/>
    <dgm:cxn modelId="{D9220F58-1666-4486-8CC8-41C07BB70F37}" type="presOf" srcId="{871C5C88-CD6E-41FA-9DE5-94085F887C83}" destId="{370678D4-8B11-42AA-9640-28045F5C63EE}" srcOrd="0" destOrd="0" presId="urn:microsoft.com/office/officeart/2008/layout/HexagonCluster"/>
    <dgm:cxn modelId="{67374FCA-8382-44F3-8623-85AAB785237C}" type="presOf" srcId="{407B4A10-A2AA-4F4A-AB0E-BA9B44226DFB}" destId="{1E2CAB25-DB32-4715-BE97-A1AB7EA1BA46}" srcOrd="0" destOrd="0" presId="urn:microsoft.com/office/officeart/2008/layout/HexagonCluster"/>
    <dgm:cxn modelId="{B07C1EDD-CEF3-4EC6-9275-1A0344708066}" type="presParOf" srcId="{1E2CAB25-DB32-4715-BE97-A1AB7EA1BA46}" destId="{3318412C-E02A-4750-B105-AFC5124B89A8}" srcOrd="0" destOrd="0" presId="urn:microsoft.com/office/officeart/2008/layout/HexagonCluster"/>
    <dgm:cxn modelId="{BADD5A47-590C-4A31-AF61-301CC0BBBD98}" type="presParOf" srcId="{3318412C-E02A-4750-B105-AFC5124B89A8}" destId="{9E5AE094-E732-4DB4-812A-7D7273D99B5A}" srcOrd="0" destOrd="0" presId="urn:microsoft.com/office/officeart/2008/layout/HexagonCluster"/>
    <dgm:cxn modelId="{0FDF4E5E-2AF3-4CB5-9495-7D7C1F6387EB}" type="presParOf" srcId="{1E2CAB25-DB32-4715-BE97-A1AB7EA1BA46}" destId="{EA90DF32-1071-4219-8F31-9CC50FF8618C}" srcOrd="1" destOrd="0" presId="urn:microsoft.com/office/officeart/2008/layout/HexagonCluster"/>
    <dgm:cxn modelId="{874DB2F7-00A0-4222-B7D3-77B76CBE084F}" type="presParOf" srcId="{EA90DF32-1071-4219-8F31-9CC50FF8618C}" destId="{2B7CF51C-EF12-427F-993E-5477B194D337}" srcOrd="0" destOrd="0" presId="urn:microsoft.com/office/officeart/2008/layout/HexagonCluster"/>
    <dgm:cxn modelId="{0A284F0F-0B46-40BA-B693-BFDB8DDAD8EC}" type="presParOf" srcId="{1E2CAB25-DB32-4715-BE97-A1AB7EA1BA46}" destId="{D36A581F-7450-4D80-8E61-154B2CF77FFC}" srcOrd="2" destOrd="0" presId="urn:microsoft.com/office/officeart/2008/layout/HexagonCluster"/>
    <dgm:cxn modelId="{5D382997-FBFF-40EB-99C0-EF7ACC1EA593}" type="presParOf" srcId="{D36A581F-7450-4D80-8E61-154B2CF77FFC}" destId="{370678D4-8B11-42AA-9640-28045F5C63EE}" srcOrd="0" destOrd="0" presId="urn:microsoft.com/office/officeart/2008/layout/HexagonCluster"/>
    <dgm:cxn modelId="{E80C8EB5-BF29-444F-8598-50B5DA8EEFC9}" type="presParOf" srcId="{1E2CAB25-DB32-4715-BE97-A1AB7EA1BA46}" destId="{A5A38312-8AC4-4509-A6FE-998CF6EEE8F6}" srcOrd="3" destOrd="0" presId="urn:microsoft.com/office/officeart/2008/layout/HexagonCluster"/>
    <dgm:cxn modelId="{A03B4818-15B6-45A3-A5AB-0EE60CEECC1D}" type="presParOf" srcId="{A5A38312-8AC4-4509-A6FE-998CF6EEE8F6}" destId="{39AEB539-7BCB-44DA-9262-4DC06348994F}" srcOrd="0" destOrd="0" presId="urn:microsoft.com/office/officeart/2008/layout/HexagonCluster"/>
    <dgm:cxn modelId="{976ED559-2E10-4EA8-BD19-3737FCF75540}" type="presParOf" srcId="{1E2CAB25-DB32-4715-BE97-A1AB7EA1BA46}" destId="{564B0646-660F-4FF6-B12B-ACA28AA9F86A}" srcOrd="4" destOrd="0" presId="urn:microsoft.com/office/officeart/2008/layout/HexagonCluster"/>
    <dgm:cxn modelId="{0CF35D34-F69F-49AC-B384-3F4B5AB73B83}" type="presParOf" srcId="{564B0646-660F-4FF6-B12B-ACA28AA9F86A}" destId="{B72CC195-03B4-4F93-9FDA-8E4028905A1D}" srcOrd="0" destOrd="0" presId="urn:microsoft.com/office/officeart/2008/layout/HexagonCluster"/>
    <dgm:cxn modelId="{053033BF-7C61-4C81-B8F9-9DF5C07D6AC8}" type="presParOf" srcId="{1E2CAB25-DB32-4715-BE97-A1AB7EA1BA46}" destId="{A1063F47-69C9-4EF6-BF82-EC9DE7ED3DB4}" srcOrd="5" destOrd="0" presId="urn:microsoft.com/office/officeart/2008/layout/HexagonCluster"/>
    <dgm:cxn modelId="{D3E4C8F1-2B8B-401F-BCF1-746AD63238F4}" type="presParOf" srcId="{A1063F47-69C9-4EF6-BF82-EC9DE7ED3DB4}" destId="{A4FBF254-4E33-46E9-96A0-92D9C4BF5600}" srcOrd="0" destOrd="0" presId="urn:microsoft.com/office/officeart/2008/layout/HexagonCluster"/>
    <dgm:cxn modelId="{7BCC7E8D-4F54-4020-8E52-C67888E4F852}" type="presParOf" srcId="{1E2CAB25-DB32-4715-BE97-A1AB7EA1BA46}" destId="{1B965064-EE8C-4C6D-B4CF-0EB10F3958A6}" srcOrd="6" destOrd="0" presId="urn:microsoft.com/office/officeart/2008/layout/HexagonCluster"/>
    <dgm:cxn modelId="{7D1B3A93-54AD-40D8-AD50-6ADFA7A0E023}" type="presParOf" srcId="{1B965064-EE8C-4C6D-B4CF-0EB10F3958A6}" destId="{4181A82C-908F-4EE4-9276-999C7B4CB648}" srcOrd="0" destOrd="0" presId="urn:microsoft.com/office/officeart/2008/layout/HexagonCluster"/>
    <dgm:cxn modelId="{7F653D00-A414-4107-9FBB-D2081F222816}" type="presParOf" srcId="{1E2CAB25-DB32-4715-BE97-A1AB7EA1BA46}" destId="{1BCBC696-8FC6-47A0-9D74-C6F36F7656C9}" srcOrd="7" destOrd="0" presId="urn:microsoft.com/office/officeart/2008/layout/HexagonCluster"/>
    <dgm:cxn modelId="{959328D4-5ED9-4729-9625-59A84A5BEC91}" type="presParOf" srcId="{1BCBC696-8FC6-47A0-9D74-C6F36F7656C9}" destId="{0B157E09-6E54-4747-B9FE-CE4030BD6541}" srcOrd="0" destOrd="0" presId="urn:microsoft.com/office/officeart/2008/layout/HexagonCluster"/>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6.xml><?xml version="1.0" encoding="utf-8"?>
<dgm:dataModel xmlns:dgm="http://schemas.openxmlformats.org/drawingml/2006/diagram" xmlns:a="http://schemas.openxmlformats.org/drawingml/2006/main">
  <dgm:ptLst>
    <dgm:pt modelId="{F01F602D-8EB8-45BD-9612-B79D5E18B98A}" type="doc">
      <dgm:prSet loTypeId="urn:microsoft.com/office/officeart/2005/8/layout/process4" loCatId="process" qsTypeId="urn:microsoft.com/office/officeart/2005/8/quickstyle/simple2" qsCatId="simple" csTypeId="urn:microsoft.com/office/officeart/2005/8/colors/colorful1" csCatId="colorful" phldr="1"/>
      <dgm:spPr/>
      <dgm:t>
        <a:bodyPr/>
        <a:lstStyle/>
        <a:p>
          <a:endParaRPr lang="en-US"/>
        </a:p>
      </dgm:t>
    </dgm:pt>
    <dgm:pt modelId="{265F87F8-7285-4A9D-9059-9E6750F3DB9C}">
      <dgm:prSet custT="1"/>
      <dgm:spPr/>
      <dgm:t>
        <a:bodyPr/>
        <a:lstStyle/>
        <a:p>
          <a:pPr algn="ctr"/>
          <a:r>
            <a:rPr lang="en-US" sz="3600" b="1">
              <a:latin typeface="+mj-lt"/>
            </a:rPr>
            <a:t>Computer Vision </a:t>
          </a:r>
          <a:r>
            <a:rPr lang="en-US" sz="3600">
              <a:latin typeface="+mj-lt"/>
            </a:rPr>
            <a:t>refers to automation of the capture and processing of images, with an emphasis on image analysis. In other words, CV’s goal is not only to see, but also to process and provide useful results based on the observation.</a:t>
          </a:r>
          <a:endParaRPr lang="en-GB" sz="3600" dirty="0">
            <a:latin typeface="+mj-lt"/>
          </a:endParaRPr>
        </a:p>
      </dgm:t>
    </dgm:pt>
    <dgm:pt modelId="{BA01627E-4E4A-451A-B9D9-AF62E6638E20}" type="parTrans" cxnId="{69C837E3-C166-4C44-AF10-1C9C356765E2}">
      <dgm:prSet/>
      <dgm:spPr/>
      <dgm:t>
        <a:bodyPr/>
        <a:lstStyle/>
        <a:p>
          <a:pPr algn="ctr"/>
          <a:endParaRPr lang="en-US" sz="4000">
            <a:solidFill>
              <a:schemeClr val="bg1"/>
            </a:solidFill>
            <a:latin typeface="+mj-lt"/>
          </a:endParaRPr>
        </a:p>
      </dgm:t>
    </dgm:pt>
    <dgm:pt modelId="{3A95A71C-6382-4D9D-95EE-9AF8003C68B9}" type="sibTrans" cxnId="{69C837E3-C166-4C44-AF10-1C9C356765E2}">
      <dgm:prSet/>
      <dgm:spPr/>
      <dgm:t>
        <a:bodyPr/>
        <a:lstStyle/>
        <a:p>
          <a:pPr algn="ctr"/>
          <a:endParaRPr lang="en-US" sz="4000">
            <a:solidFill>
              <a:schemeClr val="bg1"/>
            </a:solidFill>
            <a:latin typeface="+mj-lt"/>
          </a:endParaRPr>
        </a:p>
      </dgm:t>
    </dgm:pt>
    <dgm:pt modelId="{01F5DAF7-E901-41A6-91B0-6FFD28357FFA}">
      <dgm:prSet custT="1"/>
      <dgm:spPr/>
      <dgm:t>
        <a:bodyPr/>
        <a:lstStyle/>
        <a:p>
          <a:pPr algn="ctr"/>
          <a:r>
            <a:rPr lang="en-US" sz="3600" b="0" i="0" dirty="0"/>
            <a:t>Computer vision is a field of artificial intelligence (AI) that enables computers and systems to derive meaningful information from digital images, videos and other visual inputs — and take actions or make recommendations based on that information.</a:t>
          </a:r>
          <a:endParaRPr lang="en-GB" sz="3600" dirty="0">
            <a:latin typeface="+mj-lt"/>
          </a:endParaRPr>
        </a:p>
      </dgm:t>
    </dgm:pt>
    <dgm:pt modelId="{062F8E4B-5A2D-4C6D-B1F1-C7FF04CA4288}" type="parTrans" cxnId="{F8C3CB42-CBD6-46B3-B061-D9FAD9A306E6}">
      <dgm:prSet/>
      <dgm:spPr/>
      <dgm:t>
        <a:bodyPr/>
        <a:lstStyle/>
        <a:p>
          <a:endParaRPr lang="en-US" sz="3200"/>
        </a:p>
      </dgm:t>
    </dgm:pt>
    <dgm:pt modelId="{38990782-F31C-4108-9D23-A37CA83B95D2}" type="sibTrans" cxnId="{F8C3CB42-CBD6-46B3-B061-D9FAD9A306E6}">
      <dgm:prSet/>
      <dgm:spPr/>
      <dgm:t>
        <a:bodyPr/>
        <a:lstStyle/>
        <a:p>
          <a:endParaRPr lang="en-US" sz="3200"/>
        </a:p>
      </dgm:t>
    </dgm:pt>
    <dgm:pt modelId="{D9AB1599-CC45-44AC-A1C7-220E9BEE3130}" type="pres">
      <dgm:prSet presAssocID="{F01F602D-8EB8-45BD-9612-B79D5E18B98A}" presName="Name0" presStyleCnt="0">
        <dgm:presLayoutVars>
          <dgm:dir/>
          <dgm:animLvl val="lvl"/>
          <dgm:resizeHandles val="exact"/>
        </dgm:presLayoutVars>
      </dgm:prSet>
      <dgm:spPr/>
    </dgm:pt>
    <dgm:pt modelId="{2F2B7F79-3F32-45E9-A81D-0A9B559BD1CC}" type="pres">
      <dgm:prSet presAssocID="{265F87F8-7285-4A9D-9059-9E6750F3DB9C}" presName="boxAndChildren" presStyleCnt="0"/>
      <dgm:spPr/>
    </dgm:pt>
    <dgm:pt modelId="{ADF0A839-16A3-4FD5-B92E-37B1B5022847}" type="pres">
      <dgm:prSet presAssocID="{265F87F8-7285-4A9D-9059-9E6750F3DB9C}" presName="parentTextBox" presStyleLbl="node1" presStyleIdx="0" presStyleCnt="2"/>
      <dgm:spPr/>
    </dgm:pt>
    <dgm:pt modelId="{4D091DBD-BD4D-4FA5-A857-F7E7135A2CC8}" type="pres">
      <dgm:prSet presAssocID="{38990782-F31C-4108-9D23-A37CA83B95D2}" presName="sp" presStyleCnt="0"/>
      <dgm:spPr/>
    </dgm:pt>
    <dgm:pt modelId="{0F966039-6EDD-42CB-B5C6-F0DC9D0A424E}" type="pres">
      <dgm:prSet presAssocID="{01F5DAF7-E901-41A6-91B0-6FFD28357FFA}" presName="arrowAndChildren" presStyleCnt="0"/>
      <dgm:spPr/>
    </dgm:pt>
    <dgm:pt modelId="{2ADA5D69-62EE-4F7A-9EE2-D877040854E8}" type="pres">
      <dgm:prSet presAssocID="{01F5DAF7-E901-41A6-91B0-6FFD28357FFA}" presName="parentTextArrow" presStyleLbl="node1" presStyleIdx="1" presStyleCnt="2"/>
      <dgm:spPr/>
    </dgm:pt>
  </dgm:ptLst>
  <dgm:cxnLst>
    <dgm:cxn modelId="{C9539B03-3126-426B-904C-D5C6AD6D7072}" type="presOf" srcId="{F01F602D-8EB8-45BD-9612-B79D5E18B98A}" destId="{D9AB1599-CC45-44AC-A1C7-220E9BEE3130}" srcOrd="0" destOrd="0" presId="urn:microsoft.com/office/officeart/2005/8/layout/process4"/>
    <dgm:cxn modelId="{F8C3CB42-CBD6-46B3-B061-D9FAD9A306E6}" srcId="{F01F602D-8EB8-45BD-9612-B79D5E18B98A}" destId="{01F5DAF7-E901-41A6-91B0-6FFD28357FFA}" srcOrd="0" destOrd="0" parTransId="{062F8E4B-5A2D-4C6D-B1F1-C7FF04CA4288}" sibTransId="{38990782-F31C-4108-9D23-A37CA83B95D2}"/>
    <dgm:cxn modelId="{42B5A5B9-F90D-46EF-AF05-3E27A931DFC1}" type="presOf" srcId="{01F5DAF7-E901-41A6-91B0-6FFD28357FFA}" destId="{2ADA5D69-62EE-4F7A-9EE2-D877040854E8}" srcOrd="0" destOrd="0" presId="urn:microsoft.com/office/officeart/2005/8/layout/process4"/>
    <dgm:cxn modelId="{69C837E3-C166-4C44-AF10-1C9C356765E2}" srcId="{F01F602D-8EB8-45BD-9612-B79D5E18B98A}" destId="{265F87F8-7285-4A9D-9059-9E6750F3DB9C}" srcOrd="1" destOrd="0" parTransId="{BA01627E-4E4A-451A-B9D9-AF62E6638E20}" sibTransId="{3A95A71C-6382-4D9D-95EE-9AF8003C68B9}"/>
    <dgm:cxn modelId="{726C02F5-270A-47A8-B170-4399B671B704}" type="presOf" srcId="{265F87F8-7285-4A9D-9059-9E6750F3DB9C}" destId="{ADF0A839-16A3-4FD5-B92E-37B1B5022847}" srcOrd="0" destOrd="0" presId="urn:microsoft.com/office/officeart/2005/8/layout/process4"/>
    <dgm:cxn modelId="{8EABBCB1-10A0-4A5B-AE28-4B31EB752BCC}" type="presParOf" srcId="{D9AB1599-CC45-44AC-A1C7-220E9BEE3130}" destId="{2F2B7F79-3F32-45E9-A81D-0A9B559BD1CC}" srcOrd="0" destOrd="0" presId="urn:microsoft.com/office/officeart/2005/8/layout/process4"/>
    <dgm:cxn modelId="{BB910269-E700-40A6-83F1-2D1B1B37621C}" type="presParOf" srcId="{2F2B7F79-3F32-45E9-A81D-0A9B559BD1CC}" destId="{ADF0A839-16A3-4FD5-B92E-37B1B5022847}" srcOrd="0" destOrd="0" presId="urn:microsoft.com/office/officeart/2005/8/layout/process4"/>
    <dgm:cxn modelId="{3C32EF2C-66E6-45F1-B0E3-ED3BDB83A569}" type="presParOf" srcId="{D9AB1599-CC45-44AC-A1C7-220E9BEE3130}" destId="{4D091DBD-BD4D-4FA5-A857-F7E7135A2CC8}" srcOrd="1" destOrd="0" presId="urn:microsoft.com/office/officeart/2005/8/layout/process4"/>
    <dgm:cxn modelId="{81B8A7E7-E4CE-4787-B5E1-C048D5D283BB}" type="presParOf" srcId="{D9AB1599-CC45-44AC-A1C7-220E9BEE3130}" destId="{0F966039-6EDD-42CB-B5C6-F0DC9D0A424E}" srcOrd="2" destOrd="0" presId="urn:microsoft.com/office/officeart/2005/8/layout/process4"/>
    <dgm:cxn modelId="{0563BC7E-F172-4DC1-94B1-7FAB6A471FE9}" type="presParOf" srcId="{0F966039-6EDD-42CB-B5C6-F0DC9D0A424E}" destId="{2ADA5D69-62EE-4F7A-9EE2-D877040854E8}" srcOrd="0"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7.xml><?xml version="1.0" encoding="utf-8"?>
<dgm:dataModel xmlns:dgm="http://schemas.openxmlformats.org/drawingml/2006/diagram" xmlns:a="http://schemas.openxmlformats.org/drawingml/2006/main">
  <dgm:ptLst>
    <dgm:pt modelId="{1C0B8DEB-12D6-4A39-B32B-2204A2F92916}" type="doc">
      <dgm:prSet loTypeId="urn:microsoft.com/office/officeart/2005/8/layout/hProcess9" loCatId="process" qsTypeId="urn:microsoft.com/office/officeart/2005/8/quickstyle/simple2" qsCatId="simple" csTypeId="urn:microsoft.com/office/officeart/2005/8/colors/colorful1" csCatId="colorful" phldr="1"/>
      <dgm:spPr/>
    </dgm:pt>
    <dgm:pt modelId="{2F5E9927-553B-4430-B897-E88B652F008B}">
      <dgm:prSet phldrT="[Text]" custT="1"/>
      <dgm:spPr/>
      <dgm:t>
        <a:bodyPr/>
        <a:lstStyle/>
        <a:p>
          <a:pPr algn="l"/>
          <a:r>
            <a:rPr lang="en-US" sz="3200" b="0" i="0" dirty="0"/>
            <a:t>Machine vision is a technology that enables automatic inspection and analysis for applications including automatic inspection, process control, and robotic guidance by using image processing.</a:t>
          </a:r>
          <a:endParaRPr lang="en-US" sz="3200" dirty="0">
            <a:latin typeface="+mj-lt"/>
          </a:endParaRPr>
        </a:p>
      </dgm:t>
    </dgm:pt>
    <dgm:pt modelId="{2AC48565-578B-41C4-ACC4-DE046D538146}" type="parTrans" cxnId="{DF51B372-CF16-4E31-9A2F-95C55B5157C3}">
      <dgm:prSet/>
      <dgm:spPr/>
      <dgm:t>
        <a:bodyPr/>
        <a:lstStyle/>
        <a:p>
          <a:endParaRPr lang="en-US" sz="2800"/>
        </a:p>
      </dgm:t>
    </dgm:pt>
    <dgm:pt modelId="{C490C0EB-7B96-4E48-AE07-39AA9C8935D7}" type="sibTrans" cxnId="{DF51B372-CF16-4E31-9A2F-95C55B5157C3}">
      <dgm:prSet/>
      <dgm:spPr/>
      <dgm:t>
        <a:bodyPr/>
        <a:lstStyle/>
        <a:p>
          <a:endParaRPr lang="en-US" sz="2800"/>
        </a:p>
      </dgm:t>
    </dgm:pt>
    <dgm:pt modelId="{41540EDD-1643-4F5D-B14A-C9F014512A6E}">
      <dgm:prSet phldrT="[Text]" custT="1"/>
      <dgm:spPr/>
      <dgm:t>
        <a:bodyPr/>
        <a:lstStyle/>
        <a:p>
          <a:r>
            <a:rPr lang="en-US" sz="3200">
              <a:latin typeface="+mj-lt"/>
            </a:rPr>
            <a:t>Machine vision refers to many technologies, software and hardware products, integrated systems, actions, methods and expertise.</a:t>
          </a:r>
          <a:endParaRPr lang="en-US" sz="3200" dirty="0">
            <a:latin typeface="+mj-lt"/>
          </a:endParaRPr>
        </a:p>
      </dgm:t>
    </dgm:pt>
    <dgm:pt modelId="{C61F5884-8A92-492E-AE36-8AE3456B0FF9}" type="parTrans" cxnId="{83C2B734-E8AE-41A3-9752-D7EE4942DB2B}">
      <dgm:prSet/>
      <dgm:spPr/>
      <dgm:t>
        <a:bodyPr/>
        <a:lstStyle/>
        <a:p>
          <a:endParaRPr lang="en-US" sz="2800"/>
        </a:p>
      </dgm:t>
    </dgm:pt>
    <dgm:pt modelId="{4BE249AE-DDC1-4031-9A12-14FB1E7D21A8}" type="sibTrans" cxnId="{83C2B734-E8AE-41A3-9752-D7EE4942DB2B}">
      <dgm:prSet/>
      <dgm:spPr/>
      <dgm:t>
        <a:bodyPr/>
        <a:lstStyle/>
        <a:p>
          <a:endParaRPr lang="en-US" sz="2800"/>
        </a:p>
      </dgm:t>
    </dgm:pt>
    <dgm:pt modelId="{530FDFF9-CB22-4FC9-A9F3-C59C4A980E0F}" type="pres">
      <dgm:prSet presAssocID="{1C0B8DEB-12D6-4A39-B32B-2204A2F92916}" presName="CompostProcess" presStyleCnt="0">
        <dgm:presLayoutVars>
          <dgm:dir/>
          <dgm:resizeHandles val="exact"/>
        </dgm:presLayoutVars>
      </dgm:prSet>
      <dgm:spPr/>
    </dgm:pt>
    <dgm:pt modelId="{6EAD13E9-362E-4CBD-8716-46B26C21C091}" type="pres">
      <dgm:prSet presAssocID="{1C0B8DEB-12D6-4A39-B32B-2204A2F92916}" presName="arrow" presStyleLbl="bgShp" presStyleIdx="0" presStyleCnt="1"/>
      <dgm:spPr/>
    </dgm:pt>
    <dgm:pt modelId="{253E1658-6CD4-4852-BEFD-A8BCBAA0439C}" type="pres">
      <dgm:prSet presAssocID="{1C0B8DEB-12D6-4A39-B32B-2204A2F92916}" presName="linearProcess" presStyleCnt="0"/>
      <dgm:spPr/>
    </dgm:pt>
    <dgm:pt modelId="{7BF51331-BC3B-4A93-94D3-0116C99465ED}" type="pres">
      <dgm:prSet presAssocID="{2F5E9927-553B-4430-B897-E88B652F008B}" presName="textNode" presStyleLbl="node1" presStyleIdx="0" presStyleCnt="2" custScaleY="164878">
        <dgm:presLayoutVars>
          <dgm:bulletEnabled val="1"/>
        </dgm:presLayoutVars>
      </dgm:prSet>
      <dgm:spPr/>
    </dgm:pt>
    <dgm:pt modelId="{634F1216-9F7F-454D-B5A9-BC8D4CF2D349}" type="pres">
      <dgm:prSet presAssocID="{C490C0EB-7B96-4E48-AE07-39AA9C8935D7}" presName="sibTrans" presStyleCnt="0"/>
      <dgm:spPr/>
    </dgm:pt>
    <dgm:pt modelId="{FC0915C2-DB63-4EE7-9798-7E6F2F05FCC1}" type="pres">
      <dgm:prSet presAssocID="{41540EDD-1643-4F5D-B14A-C9F014512A6E}" presName="textNode" presStyleLbl="node1" presStyleIdx="1" presStyleCnt="2" custScaleY="149392">
        <dgm:presLayoutVars>
          <dgm:bulletEnabled val="1"/>
        </dgm:presLayoutVars>
      </dgm:prSet>
      <dgm:spPr/>
    </dgm:pt>
  </dgm:ptLst>
  <dgm:cxnLst>
    <dgm:cxn modelId="{83C2B734-E8AE-41A3-9752-D7EE4942DB2B}" srcId="{1C0B8DEB-12D6-4A39-B32B-2204A2F92916}" destId="{41540EDD-1643-4F5D-B14A-C9F014512A6E}" srcOrd="1" destOrd="0" parTransId="{C61F5884-8A92-492E-AE36-8AE3456B0FF9}" sibTransId="{4BE249AE-DDC1-4031-9A12-14FB1E7D21A8}"/>
    <dgm:cxn modelId="{0F09CA37-8AC2-4706-B434-6B2014BF9F8C}" type="presOf" srcId="{41540EDD-1643-4F5D-B14A-C9F014512A6E}" destId="{FC0915C2-DB63-4EE7-9798-7E6F2F05FCC1}" srcOrd="0" destOrd="0" presId="urn:microsoft.com/office/officeart/2005/8/layout/hProcess9"/>
    <dgm:cxn modelId="{DF51B372-CF16-4E31-9A2F-95C55B5157C3}" srcId="{1C0B8DEB-12D6-4A39-B32B-2204A2F92916}" destId="{2F5E9927-553B-4430-B897-E88B652F008B}" srcOrd="0" destOrd="0" parTransId="{2AC48565-578B-41C4-ACC4-DE046D538146}" sibTransId="{C490C0EB-7B96-4E48-AE07-39AA9C8935D7}"/>
    <dgm:cxn modelId="{85414B76-99DE-4D47-880F-679D721A85F3}" type="presOf" srcId="{2F5E9927-553B-4430-B897-E88B652F008B}" destId="{7BF51331-BC3B-4A93-94D3-0116C99465ED}" srcOrd="0" destOrd="0" presId="urn:microsoft.com/office/officeart/2005/8/layout/hProcess9"/>
    <dgm:cxn modelId="{932715EF-1BFF-47EF-9A3E-EEC1481C0983}" type="presOf" srcId="{1C0B8DEB-12D6-4A39-B32B-2204A2F92916}" destId="{530FDFF9-CB22-4FC9-A9F3-C59C4A980E0F}" srcOrd="0" destOrd="0" presId="urn:microsoft.com/office/officeart/2005/8/layout/hProcess9"/>
    <dgm:cxn modelId="{B0C712F7-C0B3-4562-9C5B-50AB580478C3}" type="presParOf" srcId="{530FDFF9-CB22-4FC9-A9F3-C59C4A980E0F}" destId="{6EAD13E9-362E-4CBD-8716-46B26C21C091}" srcOrd="0" destOrd="0" presId="urn:microsoft.com/office/officeart/2005/8/layout/hProcess9"/>
    <dgm:cxn modelId="{69CB338A-9CCD-4F70-B9D9-83CDD147F3A2}" type="presParOf" srcId="{530FDFF9-CB22-4FC9-A9F3-C59C4A980E0F}" destId="{253E1658-6CD4-4852-BEFD-A8BCBAA0439C}" srcOrd="1" destOrd="0" presId="urn:microsoft.com/office/officeart/2005/8/layout/hProcess9"/>
    <dgm:cxn modelId="{67808BDE-E1F0-44D7-A163-FFD8213073CC}" type="presParOf" srcId="{253E1658-6CD4-4852-BEFD-A8BCBAA0439C}" destId="{7BF51331-BC3B-4A93-94D3-0116C99465ED}" srcOrd="0" destOrd="0" presId="urn:microsoft.com/office/officeart/2005/8/layout/hProcess9"/>
    <dgm:cxn modelId="{05966D22-226A-4844-8FE5-4C56154625CE}" type="presParOf" srcId="{253E1658-6CD4-4852-BEFD-A8BCBAA0439C}" destId="{634F1216-9F7F-454D-B5A9-BC8D4CF2D349}" srcOrd="1" destOrd="0" presId="urn:microsoft.com/office/officeart/2005/8/layout/hProcess9"/>
    <dgm:cxn modelId="{D06F8EC5-C49C-403C-B2C3-8B6B627BC9CC}" type="presParOf" srcId="{253E1658-6CD4-4852-BEFD-A8BCBAA0439C}" destId="{FC0915C2-DB63-4EE7-9798-7E6F2F05FCC1}" srcOrd="2" destOrd="0" presId="urn:microsoft.com/office/officeart/2005/8/layout/hProcess9"/>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B9CF2EC-DE56-4486-88CF-F822C04079C6}">
      <dsp:nvSpPr>
        <dsp:cNvPr id="0" name=""/>
        <dsp:cNvSpPr/>
      </dsp:nvSpPr>
      <dsp:spPr>
        <a:xfrm>
          <a:off x="0" y="3562"/>
          <a:ext cx="14853272" cy="0"/>
        </a:xfrm>
        <a:prstGeom prst="line">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22FC9EF-B023-4307-9E77-2C84FDAF41B0}">
      <dsp:nvSpPr>
        <dsp:cNvPr id="0" name=""/>
        <dsp:cNvSpPr/>
      </dsp:nvSpPr>
      <dsp:spPr>
        <a:xfrm>
          <a:off x="0" y="3562"/>
          <a:ext cx="14853272" cy="6626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kern="1200" dirty="0"/>
            <a:t>Computer Hardware &amp; Software</a:t>
          </a:r>
        </a:p>
      </dsp:txBody>
      <dsp:txXfrm>
        <a:off x="0" y="3562"/>
        <a:ext cx="14853272" cy="662603"/>
      </dsp:txXfrm>
    </dsp:sp>
    <dsp:sp modelId="{C5989254-D04A-468D-A74B-B90E947C2DE2}">
      <dsp:nvSpPr>
        <dsp:cNvPr id="0" name=""/>
        <dsp:cNvSpPr/>
      </dsp:nvSpPr>
      <dsp:spPr>
        <a:xfrm>
          <a:off x="0" y="666165"/>
          <a:ext cx="14853272" cy="0"/>
        </a:xfrm>
        <a:prstGeom prst="line">
          <a:avLst/>
        </a:prstGeom>
        <a:solidFill>
          <a:schemeClr val="accent3">
            <a:hueOff val="0"/>
            <a:satOff val="0"/>
            <a:lumOff val="0"/>
            <a:alphaOff val="0"/>
          </a:schemeClr>
        </a:solidFill>
        <a:ln w="254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D14C60A-9726-4413-A809-C557EB91AE6C}">
      <dsp:nvSpPr>
        <dsp:cNvPr id="0" name=""/>
        <dsp:cNvSpPr/>
      </dsp:nvSpPr>
      <dsp:spPr>
        <a:xfrm>
          <a:off x="0" y="666165"/>
          <a:ext cx="14853272" cy="6626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kern="1200" dirty="0"/>
            <a:t>Computer Programming</a:t>
          </a:r>
        </a:p>
      </dsp:txBody>
      <dsp:txXfrm>
        <a:off x="0" y="666165"/>
        <a:ext cx="14853272" cy="662603"/>
      </dsp:txXfrm>
    </dsp:sp>
    <dsp:sp modelId="{983D1BDF-07D7-4136-99BD-9591D59172CA}">
      <dsp:nvSpPr>
        <dsp:cNvPr id="0" name=""/>
        <dsp:cNvSpPr/>
      </dsp:nvSpPr>
      <dsp:spPr>
        <a:xfrm>
          <a:off x="0" y="1328769"/>
          <a:ext cx="14853272" cy="0"/>
        </a:xfrm>
        <a:prstGeom prst="line">
          <a:avLst/>
        </a:prstGeom>
        <a:solidFill>
          <a:schemeClr val="accent4">
            <a:hueOff val="0"/>
            <a:satOff val="0"/>
            <a:lumOff val="0"/>
            <a:alphaOff val="0"/>
          </a:schemeClr>
        </a:solidFill>
        <a:ln w="2540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1D06E2A-9253-4E35-8DBE-129192A7FB1B}">
      <dsp:nvSpPr>
        <dsp:cNvPr id="0" name=""/>
        <dsp:cNvSpPr/>
      </dsp:nvSpPr>
      <dsp:spPr>
        <a:xfrm>
          <a:off x="0" y="1328769"/>
          <a:ext cx="14853272" cy="6626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kern="1200" dirty="0"/>
            <a:t>Robotics</a:t>
          </a:r>
        </a:p>
      </dsp:txBody>
      <dsp:txXfrm>
        <a:off x="0" y="1328769"/>
        <a:ext cx="14853272" cy="662603"/>
      </dsp:txXfrm>
    </dsp:sp>
    <dsp:sp modelId="{9F5A84DE-12B9-4939-A413-93C3CF18266C}">
      <dsp:nvSpPr>
        <dsp:cNvPr id="0" name=""/>
        <dsp:cNvSpPr/>
      </dsp:nvSpPr>
      <dsp:spPr>
        <a:xfrm>
          <a:off x="0" y="1991372"/>
          <a:ext cx="14853272" cy="0"/>
        </a:xfrm>
        <a:prstGeom prst="line">
          <a:avLst/>
        </a:prstGeom>
        <a:solidFill>
          <a:schemeClr val="accent5">
            <a:hueOff val="0"/>
            <a:satOff val="0"/>
            <a:lumOff val="0"/>
            <a:alphaOff val="0"/>
          </a:schemeClr>
        </a:solidFill>
        <a:ln w="2540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8DAFE9C-15A0-4D94-A3D9-A4649F0BD1C4}">
      <dsp:nvSpPr>
        <dsp:cNvPr id="0" name=""/>
        <dsp:cNvSpPr/>
      </dsp:nvSpPr>
      <dsp:spPr>
        <a:xfrm>
          <a:off x="0" y="1991372"/>
          <a:ext cx="14853272" cy="6626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kern="1200" dirty="0"/>
            <a:t>Characteristics of Robots</a:t>
          </a:r>
        </a:p>
      </dsp:txBody>
      <dsp:txXfrm>
        <a:off x="0" y="1991372"/>
        <a:ext cx="14853272" cy="662603"/>
      </dsp:txXfrm>
    </dsp:sp>
    <dsp:sp modelId="{AD5FA2B5-C85C-409A-847D-149FC6A8AC71}">
      <dsp:nvSpPr>
        <dsp:cNvPr id="0" name=""/>
        <dsp:cNvSpPr/>
      </dsp:nvSpPr>
      <dsp:spPr>
        <a:xfrm>
          <a:off x="0" y="2653975"/>
          <a:ext cx="14853272" cy="0"/>
        </a:xfrm>
        <a:prstGeom prst="line">
          <a:avLst/>
        </a:prstGeom>
        <a:solidFill>
          <a:schemeClr val="accent6">
            <a:hueOff val="0"/>
            <a:satOff val="0"/>
            <a:lumOff val="0"/>
            <a:alphaOff val="0"/>
          </a:schemeClr>
        </a:solidFill>
        <a:ln w="25400" cap="flat" cmpd="sng" algn="ctr">
          <a:solidFill>
            <a:schemeClr val="accent6">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6190A07-F088-401D-BC52-5D37DFAA05E5}">
      <dsp:nvSpPr>
        <dsp:cNvPr id="0" name=""/>
        <dsp:cNvSpPr/>
      </dsp:nvSpPr>
      <dsp:spPr>
        <a:xfrm>
          <a:off x="0" y="2653975"/>
          <a:ext cx="14853272" cy="6626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kern="1200" dirty="0"/>
            <a:t>Types of Robots</a:t>
          </a:r>
        </a:p>
      </dsp:txBody>
      <dsp:txXfrm>
        <a:off x="0" y="2653975"/>
        <a:ext cx="14853272" cy="662603"/>
      </dsp:txXfrm>
    </dsp:sp>
    <dsp:sp modelId="{D6AE4E53-DAF7-4177-9ECF-31838ABC7EF6}">
      <dsp:nvSpPr>
        <dsp:cNvPr id="0" name=""/>
        <dsp:cNvSpPr/>
      </dsp:nvSpPr>
      <dsp:spPr>
        <a:xfrm>
          <a:off x="0" y="3316579"/>
          <a:ext cx="14853272" cy="0"/>
        </a:xfrm>
        <a:prstGeom prst="line">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1F7364D-6F9E-4B21-AC58-D94CC31B077D}">
      <dsp:nvSpPr>
        <dsp:cNvPr id="0" name=""/>
        <dsp:cNvSpPr/>
      </dsp:nvSpPr>
      <dsp:spPr>
        <a:xfrm>
          <a:off x="0" y="3316579"/>
          <a:ext cx="14853272" cy="6626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kern="1200" dirty="0"/>
            <a:t>Uses of Robots</a:t>
          </a:r>
        </a:p>
      </dsp:txBody>
      <dsp:txXfrm>
        <a:off x="0" y="3316579"/>
        <a:ext cx="14853272" cy="662603"/>
      </dsp:txXfrm>
    </dsp:sp>
    <dsp:sp modelId="{ABF51FFE-B106-4D2B-BF39-77A6C00037D4}">
      <dsp:nvSpPr>
        <dsp:cNvPr id="0" name=""/>
        <dsp:cNvSpPr/>
      </dsp:nvSpPr>
      <dsp:spPr>
        <a:xfrm>
          <a:off x="0" y="3979182"/>
          <a:ext cx="14853272" cy="0"/>
        </a:xfrm>
        <a:prstGeom prst="line">
          <a:avLst/>
        </a:prstGeom>
        <a:solidFill>
          <a:schemeClr val="accent3">
            <a:hueOff val="0"/>
            <a:satOff val="0"/>
            <a:lumOff val="0"/>
            <a:alphaOff val="0"/>
          </a:schemeClr>
        </a:solidFill>
        <a:ln w="254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5B38B27-210B-4673-9993-38E1C63E11FB}">
      <dsp:nvSpPr>
        <dsp:cNvPr id="0" name=""/>
        <dsp:cNvSpPr/>
      </dsp:nvSpPr>
      <dsp:spPr>
        <a:xfrm>
          <a:off x="0" y="3979182"/>
          <a:ext cx="14853272" cy="6626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kern="1200" dirty="0"/>
            <a:t>Artificial Intelligence</a:t>
          </a:r>
        </a:p>
      </dsp:txBody>
      <dsp:txXfrm>
        <a:off x="0" y="3979182"/>
        <a:ext cx="14853272" cy="662603"/>
      </dsp:txXfrm>
    </dsp:sp>
    <dsp:sp modelId="{DC8B4E40-B570-4E0F-8448-2DA42D06970D}">
      <dsp:nvSpPr>
        <dsp:cNvPr id="0" name=""/>
        <dsp:cNvSpPr/>
      </dsp:nvSpPr>
      <dsp:spPr>
        <a:xfrm>
          <a:off x="0" y="4641786"/>
          <a:ext cx="14853272" cy="0"/>
        </a:xfrm>
        <a:prstGeom prst="line">
          <a:avLst/>
        </a:prstGeom>
        <a:solidFill>
          <a:schemeClr val="accent4">
            <a:hueOff val="0"/>
            <a:satOff val="0"/>
            <a:lumOff val="0"/>
            <a:alphaOff val="0"/>
          </a:schemeClr>
        </a:solidFill>
        <a:ln w="2540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9CC8713-E32E-4454-9A07-A5C8012137D1}">
      <dsp:nvSpPr>
        <dsp:cNvPr id="0" name=""/>
        <dsp:cNvSpPr/>
      </dsp:nvSpPr>
      <dsp:spPr>
        <a:xfrm>
          <a:off x="0" y="4641786"/>
          <a:ext cx="14853272" cy="6626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kern="1200" dirty="0"/>
            <a:t>AI, ML &amp; DL</a:t>
          </a:r>
        </a:p>
      </dsp:txBody>
      <dsp:txXfrm>
        <a:off x="0" y="4641786"/>
        <a:ext cx="14853272" cy="662603"/>
      </dsp:txXfrm>
    </dsp:sp>
    <dsp:sp modelId="{9BEECFAC-712F-43D8-B349-858DE632F8D6}">
      <dsp:nvSpPr>
        <dsp:cNvPr id="0" name=""/>
        <dsp:cNvSpPr/>
      </dsp:nvSpPr>
      <dsp:spPr>
        <a:xfrm>
          <a:off x="0" y="5304389"/>
          <a:ext cx="14853272" cy="0"/>
        </a:xfrm>
        <a:prstGeom prst="line">
          <a:avLst/>
        </a:prstGeom>
        <a:solidFill>
          <a:schemeClr val="accent5">
            <a:hueOff val="0"/>
            <a:satOff val="0"/>
            <a:lumOff val="0"/>
            <a:alphaOff val="0"/>
          </a:schemeClr>
        </a:solidFill>
        <a:ln w="2540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ED90168-8FC0-403A-87BD-461C1B84FC04}">
      <dsp:nvSpPr>
        <dsp:cNvPr id="0" name=""/>
        <dsp:cNvSpPr/>
      </dsp:nvSpPr>
      <dsp:spPr>
        <a:xfrm>
          <a:off x="0" y="5304389"/>
          <a:ext cx="14853272" cy="6626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kern="1200" dirty="0"/>
            <a:t>Categories of ML</a:t>
          </a:r>
        </a:p>
      </dsp:txBody>
      <dsp:txXfrm>
        <a:off x="0" y="5304389"/>
        <a:ext cx="14853272" cy="662603"/>
      </dsp:txXfrm>
    </dsp:sp>
    <dsp:sp modelId="{917620F4-2D28-4E7D-9900-3B131EDF4043}">
      <dsp:nvSpPr>
        <dsp:cNvPr id="0" name=""/>
        <dsp:cNvSpPr/>
      </dsp:nvSpPr>
      <dsp:spPr>
        <a:xfrm>
          <a:off x="0" y="5966992"/>
          <a:ext cx="14853272" cy="0"/>
        </a:xfrm>
        <a:prstGeom prst="line">
          <a:avLst/>
        </a:prstGeom>
        <a:solidFill>
          <a:schemeClr val="accent6">
            <a:hueOff val="0"/>
            <a:satOff val="0"/>
            <a:lumOff val="0"/>
            <a:alphaOff val="0"/>
          </a:schemeClr>
        </a:solidFill>
        <a:ln w="25400" cap="flat" cmpd="sng" algn="ctr">
          <a:solidFill>
            <a:schemeClr val="accent6">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6F320F8-A0BA-4EC8-A789-77EB6FE5390D}">
      <dsp:nvSpPr>
        <dsp:cNvPr id="0" name=""/>
        <dsp:cNvSpPr/>
      </dsp:nvSpPr>
      <dsp:spPr>
        <a:xfrm>
          <a:off x="0" y="5966992"/>
          <a:ext cx="14853272" cy="6626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kern="1200" dirty="0"/>
            <a:t>Computer Vision</a:t>
          </a:r>
        </a:p>
      </dsp:txBody>
      <dsp:txXfrm>
        <a:off x="0" y="5966992"/>
        <a:ext cx="14853272" cy="662603"/>
      </dsp:txXfrm>
    </dsp:sp>
    <dsp:sp modelId="{E0ABF455-9DE6-46BF-BBA1-EFAB4F0956B4}">
      <dsp:nvSpPr>
        <dsp:cNvPr id="0" name=""/>
        <dsp:cNvSpPr/>
      </dsp:nvSpPr>
      <dsp:spPr>
        <a:xfrm>
          <a:off x="0" y="6629596"/>
          <a:ext cx="14853272" cy="0"/>
        </a:xfrm>
        <a:prstGeom prst="line">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C4A9F10-718A-4334-8FCB-B906CB57202D}">
      <dsp:nvSpPr>
        <dsp:cNvPr id="0" name=""/>
        <dsp:cNvSpPr/>
      </dsp:nvSpPr>
      <dsp:spPr>
        <a:xfrm>
          <a:off x="0" y="6629596"/>
          <a:ext cx="14853272" cy="6626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kern="1200" dirty="0"/>
            <a:t>Machine Vision</a:t>
          </a:r>
        </a:p>
      </dsp:txBody>
      <dsp:txXfrm>
        <a:off x="0" y="6629596"/>
        <a:ext cx="14853272" cy="66260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BE69E34-734C-491A-810A-8BF30ACEB42C}">
      <dsp:nvSpPr>
        <dsp:cNvPr id="0" name=""/>
        <dsp:cNvSpPr/>
      </dsp:nvSpPr>
      <dsp:spPr>
        <a:xfrm>
          <a:off x="4420" y="0"/>
          <a:ext cx="5063132" cy="7622189"/>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2024" tIns="192024" rIns="192024" bIns="192024" numCol="1" spcCol="1270" anchor="ctr" anchorCtr="0">
          <a:noAutofit/>
        </a:bodyPr>
        <a:lstStyle/>
        <a:p>
          <a:pPr marL="0" lvl="0" indent="0" algn="ctr" defTabSz="1200150">
            <a:lnSpc>
              <a:spcPct val="90000"/>
            </a:lnSpc>
            <a:spcBef>
              <a:spcPct val="0"/>
            </a:spcBef>
            <a:spcAft>
              <a:spcPct val="35000"/>
            </a:spcAft>
            <a:buNone/>
          </a:pPr>
          <a:r>
            <a:rPr lang="en-US" sz="2700" kern="1200"/>
            <a:t>Computer hardware is any physical device used in or with your machine. Hardware is something you can hold in your hand.</a:t>
          </a:r>
          <a:endParaRPr lang="en-US" sz="2700" kern="1200" dirty="0"/>
        </a:p>
      </dsp:txBody>
      <dsp:txXfrm>
        <a:off x="4420" y="3048875"/>
        <a:ext cx="5063132" cy="3048875"/>
      </dsp:txXfrm>
    </dsp:sp>
    <dsp:sp modelId="{3BF33AE4-B781-4A82-A298-A2C0E4FCF97A}">
      <dsp:nvSpPr>
        <dsp:cNvPr id="0" name=""/>
        <dsp:cNvSpPr/>
      </dsp:nvSpPr>
      <dsp:spPr>
        <a:xfrm>
          <a:off x="1266892" y="457331"/>
          <a:ext cx="2538188" cy="2538188"/>
        </a:xfrm>
        <a:prstGeom prst="ellipse">
          <a:avLst/>
        </a:prstGeom>
        <a:solidFill>
          <a:schemeClr val="accent2">
            <a:tint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5E08F6DF-6972-434E-AFE6-3DB935908EC7}">
      <dsp:nvSpPr>
        <dsp:cNvPr id="0" name=""/>
        <dsp:cNvSpPr/>
      </dsp:nvSpPr>
      <dsp:spPr>
        <a:xfrm>
          <a:off x="5219446" y="0"/>
          <a:ext cx="5063132" cy="7622189"/>
        </a:xfrm>
        <a:prstGeom prst="roundRect">
          <a:avLst>
            <a:gd name="adj" fmla="val 10000"/>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2024" tIns="192024" rIns="192024" bIns="192024" numCol="1" spcCol="1270" anchor="ctr" anchorCtr="0">
          <a:noAutofit/>
        </a:bodyPr>
        <a:lstStyle/>
        <a:p>
          <a:pPr marL="0" lvl="0" indent="0" algn="ctr" defTabSz="1200150">
            <a:lnSpc>
              <a:spcPct val="90000"/>
            </a:lnSpc>
            <a:spcBef>
              <a:spcPct val="0"/>
            </a:spcBef>
            <a:spcAft>
              <a:spcPct val="35000"/>
            </a:spcAft>
            <a:buNone/>
          </a:pPr>
          <a:r>
            <a:rPr lang="en-US" sz="2700" kern="1200"/>
            <a:t>If you opt to become a computer hardware engineer, your job could involve designing, testing or analyzing computer hardware, or overseeing the manufacturing process of computers and computerized equipment.</a:t>
          </a:r>
          <a:endParaRPr lang="en-GB" sz="2700" kern="1200" dirty="0"/>
        </a:p>
      </dsp:txBody>
      <dsp:txXfrm>
        <a:off x="5219446" y="3048875"/>
        <a:ext cx="5063132" cy="3048875"/>
      </dsp:txXfrm>
    </dsp:sp>
    <dsp:sp modelId="{5CA7C6A3-CC38-4E13-8A6F-F777B0CF5119}">
      <dsp:nvSpPr>
        <dsp:cNvPr id="0" name=""/>
        <dsp:cNvSpPr/>
      </dsp:nvSpPr>
      <dsp:spPr>
        <a:xfrm>
          <a:off x="6481918" y="457331"/>
          <a:ext cx="2538188" cy="2538188"/>
        </a:xfrm>
        <a:prstGeom prst="ellipse">
          <a:avLst/>
        </a:prstGeom>
        <a:solidFill>
          <a:schemeClr val="accent3">
            <a:tint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77B5CA6-A177-43E2-850B-EE9D6B332FDD}">
      <dsp:nvSpPr>
        <dsp:cNvPr id="0" name=""/>
        <dsp:cNvSpPr/>
      </dsp:nvSpPr>
      <dsp:spPr>
        <a:xfrm>
          <a:off x="411480" y="6097751"/>
          <a:ext cx="9464040" cy="1143328"/>
        </a:xfrm>
        <a:prstGeom prst="leftRightArrow">
          <a:avLst/>
        </a:prstGeom>
        <a:solidFill>
          <a:schemeClr val="accent2">
            <a:tint val="4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1A315B3-4630-4737-A4DE-D6D3D96F0CEE}">
      <dsp:nvSpPr>
        <dsp:cNvPr id="0" name=""/>
        <dsp:cNvSpPr/>
      </dsp:nvSpPr>
      <dsp:spPr>
        <a:xfrm>
          <a:off x="837651" y="99"/>
          <a:ext cx="1664841" cy="1664841"/>
        </a:xfrm>
        <a:prstGeom prst="ellipse">
          <a:avLst/>
        </a:prstGeom>
        <a:solidFill>
          <a:schemeClr val="accent2">
            <a:alpha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sp>
    <dsp:sp modelId="{FF4A6F8F-237C-4557-AA99-7AD562998D06}">
      <dsp:nvSpPr>
        <dsp:cNvPr id="0" name=""/>
        <dsp:cNvSpPr/>
      </dsp:nvSpPr>
      <dsp:spPr>
        <a:xfrm>
          <a:off x="1670072" y="99"/>
          <a:ext cx="8882539" cy="16648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50800" rIns="0" bIns="50800" numCol="1" spcCol="1270" anchor="ctr" anchorCtr="0">
          <a:noAutofit/>
        </a:bodyPr>
        <a:lstStyle/>
        <a:p>
          <a:pPr marL="0" lvl="0" indent="0" algn="l" defTabSz="1778000">
            <a:lnSpc>
              <a:spcPct val="90000"/>
            </a:lnSpc>
            <a:spcBef>
              <a:spcPct val="0"/>
            </a:spcBef>
            <a:spcAft>
              <a:spcPct val="35000"/>
            </a:spcAft>
            <a:buNone/>
          </a:pPr>
          <a:r>
            <a:rPr lang="en-US" sz="4000" kern="1200" dirty="0"/>
            <a:t>Use at Workplace</a:t>
          </a:r>
        </a:p>
      </dsp:txBody>
      <dsp:txXfrm>
        <a:off x="1670072" y="99"/>
        <a:ext cx="8882539" cy="1664841"/>
      </dsp:txXfrm>
    </dsp:sp>
    <dsp:sp modelId="{A61EE744-71F1-4C89-ABF8-6109595BD561}">
      <dsp:nvSpPr>
        <dsp:cNvPr id="0" name=""/>
        <dsp:cNvSpPr/>
      </dsp:nvSpPr>
      <dsp:spPr>
        <a:xfrm>
          <a:off x="837651" y="1664941"/>
          <a:ext cx="1664841" cy="1664841"/>
        </a:xfrm>
        <a:prstGeom prst="ellipse">
          <a:avLst/>
        </a:prstGeom>
        <a:solidFill>
          <a:schemeClr val="accent3">
            <a:alpha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sp>
    <dsp:sp modelId="{681BF25B-9A46-44A3-B511-18312DCAAFB6}">
      <dsp:nvSpPr>
        <dsp:cNvPr id="0" name=""/>
        <dsp:cNvSpPr/>
      </dsp:nvSpPr>
      <dsp:spPr>
        <a:xfrm>
          <a:off x="1670072" y="1664941"/>
          <a:ext cx="8882539" cy="16648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50800" rIns="0" bIns="50800" numCol="1" spcCol="1270" anchor="ctr" anchorCtr="0">
          <a:noAutofit/>
        </a:bodyPr>
        <a:lstStyle/>
        <a:p>
          <a:pPr marL="0" lvl="0" indent="0" algn="l" defTabSz="1778000">
            <a:lnSpc>
              <a:spcPct val="90000"/>
            </a:lnSpc>
            <a:spcBef>
              <a:spcPct val="0"/>
            </a:spcBef>
            <a:spcAft>
              <a:spcPct val="35000"/>
            </a:spcAft>
            <a:buNone/>
          </a:pPr>
          <a:r>
            <a:rPr lang="en-US" sz="4000" kern="1200" dirty="0"/>
            <a:t>Employment Opportunity</a:t>
          </a:r>
        </a:p>
      </dsp:txBody>
      <dsp:txXfrm>
        <a:off x="1670072" y="1664941"/>
        <a:ext cx="8882539" cy="1664841"/>
      </dsp:txXfrm>
    </dsp:sp>
    <dsp:sp modelId="{78221CD2-EF79-4688-ABEA-019B970824C3}">
      <dsp:nvSpPr>
        <dsp:cNvPr id="0" name=""/>
        <dsp:cNvSpPr/>
      </dsp:nvSpPr>
      <dsp:spPr>
        <a:xfrm>
          <a:off x="837651" y="3329783"/>
          <a:ext cx="1664841" cy="1664841"/>
        </a:xfrm>
        <a:prstGeom prst="ellipse">
          <a:avLst/>
        </a:prstGeom>
        <a:solidFill>
          <a:schemeClr val="accent4">
            <a:alpha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sp>
    <dsp:sp modelId="{7A927122-38AB-44C4-A5EB-5FD477E5DA3E}">
      <dsp:nvSpPr>
        <dsp:cNvPr id="0" name=""/>
        <dsp:cNvSpPr/>
      </dsp:nvSpPr>
      <dsp:spPr>
        <a:xfrm>
          <a:off x="1670072" y="3329783"/>
          <a:ext cx="8882539" cy="16648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50800" rIns="0" bIns="50800" numCol="1" spcCol="1270" anchor="ctr" anchorCtr="0">
          <a:noAutofit/>
        </a:bodyPr>
        <a:lstStyle/>
        <a:p>
          <a:pPr marL="0" lvl="0" indent="0" algn="l" defTabSz="1778000">
            <a:lnSpc>
              <a:spcPct val="90000"/>
            </a:lnSpc>
            <a:spcBef>
              <a:spcPct val="0"/>
            </a:spcBef>
            <a:spcAft>
              <a:spcPct val="35000"/>
            </a:spcAft>
            <a:buNone/>
          </a:pPr>
          <a:r>
            <a:rPr lang="en-US" sz="4000" kern="1200" dirty="0"/>
            <a:t>Enhance your Resume</a:t>
          </a:r>
        </a:p>
      </dsp:txBody>
      <dsp:txXfrm>
        <a:off x="1670072" y="3329783"/>
        <a:ext cx="8882539" cy="1664841"/>
      </dsp:txXfrm>
    </dsp:sp>
    <dsp:sp modelId="{6F6B3E66-9CFD-4F42-8FB0-54FB172273A8}">
      <dsp:nvSpPr>
        <dsp:cNvPr id="0" name=""/>
        <dsp:cNvSpPr/>
      </dsp:nvSpPr>
      <dsp:spPr>
        <a:xfrm>
          <a:off x="837651" y="4994624"/>
          <a:ext cx="1664841" cy="1664841"/>
        </a:xfrm>
        <a:prstGeom prst="ellipse">
          <a:avLst/>
        </a:prstGeom>
        <a:solidFill>
          <a:schemeClr val="accent5">
            <a:alpha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sp>
    <dsp:sp modelId="{F57C231A-DF4C-4F31-8CED-5CBC5504D23D}">
      <dsp:nvSpPr>
        <dsp:cNvPr id="0" name=""/>
        <dsp:cNvSpPr/>
      </dsp:nvSpPr>
      <dsp:spPr>
        <a:xfrm>
          <a:off x="1670072" y="4994624"/>
          <a:ext cx="8882539" cy="16648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50800" rIns="0" bIns="50800" numCol="1" spcCol="1270" anchor="ctr" anchorCtr="0">
          <a:noAutofit/>
        </a:bodyPr>
        <a:lstStyle/>
        <a:p>
          <a:pPr marL="0" lvl="0" indent="0" algn="l" defTabSz="1778000">
            <a:lnSpc>
              <a:spcPct val="90000"/>
            </a:lnSpc>
            <a:spcBef>
              <a:spcPct val="0"/>
            </a:spcBef>
            <a:spcAft>
              <a:spcPct val="35000"/>
            </a:spcAft>
            <a:buNone/>
          </a:pPr>
          <a:r>
            <a:rPr lang="en-US" sz="4000" kern="1200" dirty="0"/>
            <a:t>Fast Skills Improvement</a:t>
          </a:r>
        </a:p>
      </dsp:txBody>
      <dsp:txXfrm>
        <a:off x="1670072" y="4994624"/>
        <a:ext cx="8882539" cy="1664841"/>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8DB2B7E-3BE2-41AB-A440-08DD265F8266}">
      <dsp:nvSpPr>
        <dsp:cNvPr id="0" name=""/>
        <dsp:cNvSpPr/>
      </dsp:nvSpPr>
      <dsp:spPr>
        <a:xfrm>
          <a:off x="2960660" y="2342"/>
          <a:ext cx="5028265" cy="2274203"/>
        </a:xfrm>
        <a:prstGeom prst="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kern="1200" dirty="0"/>
            <a:t>Software is a collection of programming code installed on your computer's hard drive.</a:t>
          </a:r>
        </a:p>
      </dsp:txBody>
      <dsp:txXfrm>
        <a:off x="2960660" y="2342"/>
        <a:ext cx="5028265" cy="2274203"/>
      </dsp:txXfrm>
    </dsp:sp>
    <dsp:sp modelId="{C0EE88FA-2054-46C8-B4A1-2630C7FDA52B}">
      <dsp:nvSpPr>
        <dsp:cNvPr id="0" name=""/>
        <dsp:cNvSpPr/>
      </dsp:nvSpPr>
      <dsp:spPr>
        <a:xfrm>
          <a:off x="484051" y="2342"/>
          <a:ext cx="2251461" cy="2274203"/>
        </a:xfrm>
        <a:prstGeom prst="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E514097-B8AE-496E-A395-2C7083757EB3}">
      <dsp:nvSpPr>
        <dsp:cNvPr id="0" name=""/>
        <dsp:cNvSpPr/>
      </dsp:nvSpPr>
      <dsp:spPr>
        <a:xfrm>
          <a:off x="484051" y="2651790"/>
          <a:ext cx="5028265" cy="2274203"/>
        </a:xfrm>
        <a:prstGeom prst="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kern="1200"/>
            <a:t>It cannot be held in your hand. </a:t>
          </a:r>
          <a:endParaRPr lang="en-US" sz="3200" kern="1200" dirty="0"/>
        </a:p>
      </dsp:txBody>
      <dsp:txXfrm>
        <a:off x="484051" y="2651790"/>
        <a:ext cx="5028265" cy="2274203"/>
      </dsp:txXfrm>
    </dsp:sp>
    <dsp:sp modelId="{1B24FEEF-EC79-4DE4-A946-BCAFDF190149}">
      <dsp:nvSpPr>
        <dsp:cNvPr id="0" name=""/>
        <dsp:cNvSpPr/>
      </dsp:nvSpPr>
      <dsp:spPr>
        <a:xfrm>
          <a:off x="5737463" y="2651790"/>
          <a:ext cx="2251461" cy="2274203"/>
        </a:xfrm>
        <a:prstGeom prst="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2860A2B-ADBC-4E0B-9210-BBCDBB5F5794}">
      <dsp:nvSpPr>
        <dsp:cNvPr id="0" name=""/>
        <dsp:cNvSpPr/>
      </dsp:nvSpPr>
      <dsp:spPr>
        <a:xfrm>
          <a:off x="2960660" y="5301237"/>
          <a:ext cx="5028265" cy="2274203"/>
        </a:xfrm>
        <a:prstGeom prst="rec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kern="1200"/>
            <a:t>It</a:t>
          </a:r>
          <a:r>
            <a:rPr lang="en-GB" sz="3200" kern="1200"/>
            <a:t> is virtual.</a:t>
          </a:r>
          <a:endParaRPr lang="en-GB" sz="3200" kern="1200" dirty="0"/>
        </a:p>
      </dsp:txBody>
      <dsp:txXfrm>
        <a:off x="2960660" y="5301237"/>
        <a:ext cx="5028265" cy="2274203"/>
      </dsp:txXfrm>
    </dsp:sp>
    <dsp:sp modelId="{266E5D2A-A8E8-4F39-A3BE-8B4CFABE2CC1}">
      <dsp:nvSpPr>
        <dsp:cNvPr id="0" name=""/>
        <dsp:cNvSpPr/>
      </dsp:nvSpPr>
      <dsp:spPr>
        <a:xfrm>
          <a:off x="484051" y="5301237"/>
          <a:ext cx="2251461" cy="2274203"/>
        </a:xfrm>
        <a:prstGeom prst="rec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661A930-4CC7-4B5E-B9A2-4CA8E1E8E69C}">
      <dsp:nvSpPr>
        <dsp:cNvPr id="0" name=""/>
        <dsp:cNvSpPr/>
      </dsp:nvSpPr>
      <dsp:spPr>
        <a:xfrm>
          <a:off x="0" y="16987"/>
          <a:ext cx="10420350" cy="839474"/>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l" defTabSz="1555750">
            <a:lnSpc>
              <a:spcPct val="90000"/>
            </a:lnSpc>
            <a:spcBef>
              <a:spcPct val="0"/>
            </a:spcBef>
            <a:spcAft>
              <a:spcPct val="35000"/>
            </a:spcAft>
            <a:buNone/>
          </a:pPr>
          <a:r>
            <a:rPr lang="en-US" sz="3500" kern="1200" dirty="0"/>
            <a:t>Simplified decision making</a:t>
          </a:r>
        </a:p>
      </dsp:txBody>
      <dsp:txXfrm>
        <a:off x="40980" y="57967"/>
        <a:ext cx="10338390" cy="757514"/>
      </dsp:txXfrm>
    </dsp:sp>
    <dsp:sp modelId="{AE3DF4AA-E2A0-4029-B455-5BC956818EE8}">
      <dsp:nvSpPr>
        <dsp:cNvPr id="0" name=""/>
        <dsp:cNvSpPr/>
      </dsp:nvSpPr>
      <dsp:spPr>
        <a:xfrm>
          <a:off x="0" y="957262"/>
          <a:ext cx="10420350" cy="839474"/>
        </a:xfrm>
        <a:prstGeom prst="round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l" defTabSz="1555750">
            <a:lnSpc>
              <a:spcPct val="90000"/>
            </a:lnSpc>
            <a:spcBef>
              <a:spcPct val="0"/>
            </a:spcBef>
            <a:spcAft>
              <a:spcPct val="35000"/>
            </a:spcAft>
            <a:buNone/>
          </a:pPr>
          <a:r>
            <a:rPr lang="en-US" sz="3500" kern="1200" dirty="0"/>
            <a:t>Increase Productivity</a:t>
          </a:r>
        </a:p>
      </dsp:txBody>
      <dsp:txXfrm>
        <a:off x="40980" y="998242"/>
        <a:ext cx="10338390" cy="757514"/>
      </dsp:txXfrm>
    </dsp:sp>
    <dsp:sp modelId="{5C068DAC-26D0-4DBA-B92F-8B552B275932}">
      <dsp:nvSpPr>
        <dsp:cNvPr id="0" name=""/>
        <dsp:cNvSpPr/>
      </dsp:nvSpPr>
      <dsp:spPr>
        <a:xfrm>
          <a:off x="0" y="1897537"/>
          <a:ext cx="10420350" cy="839474"/>
        </a:xfrm>
        <a:prstGeom prst="roundRec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l" defTabSz="1555750">
            <a:lnSpc>
              <a:spcPct val="90000"/>
            </a:lnSpc>
            <a:spcBef>
              <a:spcPct val="0"/>
            </a:spcBef>
            <a:spcAft>
              <a:spcPct val="35000"/>
            </a:spcAft>
            <a:buNone/>
          </a:pPr>
          <a:r>
            <a:rPr lang="en-US" sz="3500" kern="1200" dirty="0"/>
            <a:t>More reliable data</a:t>
          </a:r>
        </a:p>
      </dsp:txBody>
      <dsp:txXfrm>
        <a:off x="40980" y="1938517"/>
        <a:ext cx="10338390" cy="757514"/>
      </dsp:txXfrm>
    </dsp:sp>
    <dsp:sp modelId="{CCA0C657-9914-42DB-A76F-93EF54179E60}">
      <dsp:nvSpPr>
        <dsp:cNvPr id="0" name=""/>
        <dsp:cNvSpPr/>
      </dsp:nvSpPr>
      <dsp:spPr>
        <a:xfrm>
          <a:off x="0" y="2837812"/>
          <a:ext cx="10420350" cy="839474"/>
        </a:xfrm>
        <a:prstGeom prst="round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l" defTabSz="1555750">
            <a:lnSpc>
              <a:spcPct val="90000"/>
            </a:lnSpc>
            <a:spcBef>
              <a:spcPct val="0"/>
            </a:spcBef>
            <a:spcAft>
              <a:spcPct val="35000"/>
            </a:spcAft>
            <a:buNone/>
          </a:pPr>
          <a:r>
            <a:rPr lang="en-US" sz="3500" kern="1200" dirty="0"/>
            <a:t>Enhanced analysis</a:t>
          </a:r>
        </a:p>
      </dsp:txBody>
      <dsp:txXfrm>
        <a:off x="40980" y="2878792"/>
        <a:ext cx="10338390" cy="757514"/>
      </dsp:txXfrm>
    </dsp:sp>
    <dsp:sp modelId="{165DC102-28B9-4F62-A703-B56A3D23A236}">
      <dsp:nvSpPr>
        <dsp:cNvPr id="0" name=""/>
        <dsp:cNvSpPr/>
      </dsp:nvSpPr>
      <dsp:spPr>
        <a:xfrm>
          <a:off x="0" y="3778087"/>
          <a:ext cx="10420350" cy="839474"/>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l" defTabSz="1555750">
            <a:lnSpc>
              <a:spcPct val="90000"/>
            </a:lnSpc>
            <a:spcBef>
              <a:spcPct val="0"/>
            </a:spcBef>
            <a:spcAft>
              <a:spcPct val="35000"/>
            </a:spcAft>
            <a:buNone/>
          </a:pPr>
          <a:r>
            <a:rPr lang="en-US" sz="3500" kern="1200" dirty="0"/>
            <a:t>Improve data security</a:t>
          </a:r>
        </a:p>
      </dsp:txBody>
      <dsp:txXfrm>
        <a:off x="40980" y="3819067"/>
        <a:ext cx="10338390" cy="757514"/>
      </dsp:txXfrm>
    </dsp:sp>
    <dsp:sp modelId="{2FEA8DC5-F8C9-41BF-99E0-96D4AC73AAB7}">
      <dsp:nvSpPr>
        <dsp:cNvPr id="0" name=""/>
        <dsp:cNvSpPr/>
      </dsp:nvSpPr>
      <dsp:spPr>
        <a:xfrm>
          <a:off x="0" y="4718362"/>
          <a:ext cx="10420350" cy="839474"/>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l" defTabSz="1555750">
            <a:lnSpc>
              <a:spcPct val="90000"/>
            </a:lnSpc>
            <a:spcBef>
              <a:spcPct val="0"/>
            </a:spcBef>
            <a:spcAft>
              <a:spcPct val="35000"/>
            </a:spcAft>
            <a:buNone/>
          </a:pPr>
          <a:r>
            <a:rPr lang="en-US" sz="3500" kern="1200" dirty="0"/>
            <a:t>Better customer service</a:t>
          </a:r>
        </a:p>
      </dsp:txBody>
      <dsp:txXfrm>
        <a:off x="40980" y="4759342"/>
        <a:ext cx="10338390" cy="757514"/>
      </dsp:txXfrm>
    </dsp:sp>
    <dsp:sp modelId="{0A5C6748-DDE6-4CD0-9D68-489F1D5C63F3}">
      <dsp:nvSpPr>
        <dsp:cNvPr id="0" name=""/>
        <dsp:cNvSpPr/>
      </dsp:nvSpPr>
      <dsp:spPr>
        <a:xfrm>
          <a:off x="0" y="5658637"/>
          <a:ext cx="10420350" cy="839474"/>
        </a:xfrm>
        <a:prstGeom prst="round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l" defTabSz="1555750">
            <a:lnSpc>
              <a:spcPct val="90000"/>
            </a:lnSpc>
            <a:spcBef>
              <a:spcPct val="0"/>
            </a:spcBef>
            <a:spcAft>
              <a:spcPct val="35000"/>
            </a:spcAft>
            <a:buNone/>
          </a:pPr>
          <a:r>
            <a:rPr lang="en-US" sz="3500" kern="1200" dirty="0"/>
            <a:t>Increase sales potential</a:t>
          </a:r>
        </a:p>
      </dsp:txBody>
      <dsp:txXfrm>
        <a:off x="40980" y="5699617"/>
        <a:ext cx="10338390" cy="757514"/>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AF5BEC2-037A-4A71-BAFB-9452EE9CE5F2}">
      <dsp:nvSpPr>
        <dsp:cNvPr id="0" name=""/>
        <dsp:cNvSpPr/>
      </dsp:nvSpPr>
      <dsp:spPr>
        <a:xfrm rot="5400000">
          <a:off x="6381216" y="513882"/>
          <a:ext cx="4191000" cy="3646170"/>
        </a:xfrm>
        <a:prstGeom prst="hexagon">
          <a:avLst>
            <a:gd name="adj" fmla="val 25000"/>
            <a:gd name="vf" fmla="val 11547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a:ea typeface="MS Gothic" panose="020B0609070205080204" pitchFamily="49" charset="-128"/>
            </a:rPr>
            <a:t>Computer programming is a way of giving computers instructions about what they should do next. </a:t>
          </a:r>
          <a:endParaRPr lang="en-US" sz="2400" kern="1200" dirty="0"/>
        </a:p>
      </dsp:txBody>
      <dsp:txXfrm rot="-5400000">
        <a:off x="7221826" y="894566"/>
        <a:ext cx="2509780" cy="2884805"/>
      </dsp:txXfrm>
    </dsp:sp>
    <dsp:sp modelId="{C4D4325E-457A-472E-AC1A-C904C41854DB}">
      <dsp:nvSpPr>
        <dsp:cNvPr id="0" name=""/>
        <dsp:cNvSpPr/>
      </dsp:nvSpPr>
      <dsp:spPr>
        <a:xfrm>
          <a:off x="10410444" y="1079667"/>
          <a:ext cx="4677156" cy="2514600"/>
        </a:xfrm>
        <a:prstGeom prst="rect">
          <a:avLst/>
        </a:prstGeom>
        <a:noFill/>
        <a:ln>
          <a:noFill/>
        </a:ln>
        <a:effectLst/>
      </dsp:spPr>
      <dsp:style>
        <a:lnRef idx="0">
          <a:scrgbClr r="0" g="0" b="0"/>
        </a:lnRef>
        <a:fillRef idx="0">
          <a:scrgbClr r="0" g="0" b="0"/>
        </a:fillRef>
        <a:effectRef idx="0">
          <a:scrgbClr r="0" g="0" b="0"/>
        </a:effectRef>
        <a:fontRef idx="minor"/>
      </dsp:style>
    </dsp:sp>
    <dsp:sp modelId="{55083187-0CE7-4358-AD77-749968913ECE}">
      <dsp:nvSpPr>
        <dsp:cNvPr id="0" name=""/>
        <dsp:cNvSpPr/>
      </dsp:nvSpPr>
      <dsp:spPr>
        <a:xfrm rot="5400000">
          <a:off x="2443352" y="513882"/>
          <a:ext cx="4191000" cy="3646170"/>
        </a:xfrm>
        <a:prstGeom prst="hexagon">
          <a:avLst>
            <a:gd name="adj" fmla="val 25000"/>
            <a:gd name="vf" fmla="val 115470"/>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rot="-5400000">
        <a:off x="3283962" y="894566"/>
        <a:ext cx="2509780" cy="2884805"/>
      </dsp:txXfrm>
    </dsp:sp>
    <dsp:sp modelId="{B484DD5E-21CB-45AB-8728-557F02115CC6}">
      <dsp:nvSpPr>
        <dsp:cNvPr id="0" name=""/>
        <dsp:cNvSpPr/>
      </dsp:nvSpPr>
      <dsp:spPr>
        <a:xfrm rot="5400000">
          <a:off x="4404741" y="4071203"/>
          <a:ext cx="4191000" cy="3646170"/>
        </a:xfrm>
        <a:prstGeom prst="hexagon">
          <a:avLst>
            <a:gd name="adj" fmla="val 25000"/>
            <a:gd name="vf" fmla="val 115470"/>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ea typeface="MS Gothic" panose="020B0609070205080204" pitchFamily="49" charset="-128"/>
            </a:rPr>
            <a:t>These instructions are known as code, and computer programmers write code to solve problems or perform a task.</a:t>
          </a:r>
        </a:p>
      </dsp:txBody>
      <dsp:txXfrm rot="-5400000">
        <a:off x="5245351" y="4451887"/>
        <a:ext cx="2509780" cy="2884805"/>
      </dsp:txXfrm>
    </dsp:sp>
    <dsp:sp modelId="{5E11AD61-0026-45DB-9128-0F74CCE6D4F8}">
      <dsp:nvSpPr>
        <dsp:cNvPr id="0" name=""/>
        <dsp:cNvSpPr/>
      </dsp:nvSpPr>
      <dsp:spPr>
        <a:xfrm>
          <a:off x="0" y="4636988"/>
          <a:ext cx="4526280" cy="2514600"/>
        </a:xfrm>
        <a:prstGeom prst="rect">
          <a:avLst/>
        </a:prstGeom>
        <a:noFill/>
        <a:ln>
          <a:noFill/>
        </a:ln>
        <a:effectLst/>
      </dsp:spPr>
      <dsp:style>
        <a:lnRef idx="0">
          <a:scrgbClr r="0" g="0" b="0"/>
        </a:lnRef>
        <a:fillRef idx="0">
          <a:scrgbClr r="0" g="0" b="0"/>
        </a:fillRef>
        <a:effectRef idx="0">
          <a:scrgbClr r="0" g="0" b="0"/>
        </a:effectRef>
        <a:fontRef idx="minor"/>
      </dsp:style>
    </dsp:sp>
    <dsp:sp modelId="{E008B1CC-6962-44FF-AE63-AB50866E511B}">
      <dsp:nvSpPr>
        <dsp:cNvPr id="0" name=""/>
        <dsp:cNvSpPr/>
      </dsp:nvSpPr>
      <dsp:spPr>
        <a:xfrm rot="5400000">
          <a:off x="8342604" y="4071203"/>
          <a:ext cx="4191000" cy="3646170"/>
        </a:xfrm>
        <a:prstGeom prst="hexagon">
          <a:avLst>
            <a:gd name="adj" fmla="val 25000"/>
            <a:gd name="vf" fmla="val 115470"/>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rot="-5400000">
        <a:off x="9183214" y="4451887"/>
        <a:ext cx="2509780" cy="2884805"/>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604636D-218F-47B6-BC02-530DC1BBAADE}">
      <dsp:nvSpPr>
        <dsp:cNvPr id="0" name=""/>
        <dsp:cNvSpPr/>
      </dsp:nvSpPr>
      <dsp:spPr>
        <a:xfrm>
          <a:off x="5650479" y="2456768"/>
          <a:ext cx="2105801" cy="2105801"/>
        </a:xfrm>
        <a:prstGeom prst="roundRect">
          <a:avLst/>
        </a:prstGeom>
        <a:solidFill>
          <a:schemeClr val="accent2">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81280" tIns="81280" rIns="81280" bIns="81280" numCol="1" spcCol="1270" anchor="ctr" anchorCtr="0">
          <a:noAutofit/>
        </a:bodyPr>
        <a:lstStyle/>
        <a:p>
          <a:pPr marL="0" lvl="0" indent="0" algn="ctr" defTabSz="1422400">
            <a:lnSpc>
              <a:spcPct val="90000"/>
            </a:lnSpc>
            <a:spcBef>
              <a:spcPct val="0"/>
            </a:spcBef>
            <a:spcAft>
              <a:spcPct val="35000"/>
            </a:spcAft>
            <a:buNone/>
          </a:pPr>
          <a:r>
            <a:rPr lang="en-US" sz="3200" kern="1200" dirty="0"/>
            <a:t>Creativity</a:t>
          </a:r>
        </a:p>
      </dsp:txBody>
      <dsp:txXfrm>
        <a:off x="5753276" y="2559565"/>
        <a:ext cx="1900207" cy="1900207"/>
      </dsp:txXfrm>
    </dsp:sp>
    <dsp:sp modelId="{B509F431-1383-4AEE-A4D5-A5D537127EE9}">
      <dsp:nvSpPr>
        <dsp:cNvPr id="0" name=""/>
        <dsp:cNvSpPr/>
      </dsp:nvSpPr>
      <dsp:spPr>
        <a:xfrm rot="16200000">
          <a:off x="6180741" y="1934129"/>
          <a:ext cx="1045278" cy="0"/>
        </a:xfrm>
        <a:custGeom>
          <a:avLst/>
          <a:gdLst/>
          <a:ahLst/>
          <a:cxnLst/>
          <a:rect l="0" t="0" r="0" b="0"/>
          <a:pathLst>
            <a:path>
              <a:moveTo>
                <a:pt x="0" y="0"/>
              </a:moveTo>
              <a:lnTo>
                <a:pt x="1045278" y="0"/>
              </a:lnTo>
            </a:path>
          </a:pathLst>
        </a:custGeom>
        <a:noFill/>
        <a:ln w="25400" cap="flat" cmpd="sng" algn="ctr">
          <a:solidFill>
            <a:schemeClr val="accent2">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413BC6A-CD5B-4A63-9912-EC571C9D0311}">
      <dsp:nvSpPr>
        <dsp:cNvPr id="0" name=""/>
        <dsp:cNvSpPr/>
      </dsp:nvSpPr>
      <dsp:spPr>
        <a:xfrm>
          <a:off x="5304902" y="603"/>
          <a:ext cx="2796956" cy="1410886"/>
        </a:xfrm>
        <a:prstGeom prst="roundRect">
          <a:avLst/>
        </a:prstGeom>
        <a:solidFill>
          <a:schemeClr val="accent3">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81280" tIns="81280" rIns="81280" bIns="81280" numCol="1" spcCol="1270" anchor="ctr" anchorCtr="0">
          <a:noAutofit/>
        </a:bodyPr>
        <a:lstStyle/>
        <a:p>
          <a:pPr marL="0" lvl="0" indent="0" algn="ctr" defTabSz="1422400">
            <a:lnSpc>
              <a:spcPct val="90000"/>
            </a:lnSpc>
            <a:spcBef>
              <a:spcPct val="0"/>
            </a:spcBef>
            <a:spcAft>
              <a:spcPct val="35000"/>
            </a:spcAft>
            <a:buNone/>
          </a:pPr>
          <a:r>
            <a:rPr lang="en-US" sz="3200" kern="1200" dirty="0"/>
            <a:t>Problem Solving</a:t>
          </a:r>
        </a:p>
      </dsp:txBody>
      <dsp:txXfrm>
        <a:off x="5373776" y="69477"/>
        <a:ext cx="2659208" cy="1273138"/>
      </dsp:txXfrm>
    </dsp:sp>
    <dsp:sp modelId="{C0F7B7B0-189E-45E1-8F23-C7C32DC5148D}">
      <dsp:nvSpPr>
        <dsp:cNvPr id="0" name=""/>
        <dsp:cNvSpPr/>
      </dsp:nvSpPr>
      <dsp:spPr>
        <a:xfrm rot="20169900">
          <a:off x="7732978" y="2934105"/>
          <a:ext cx="546443" cy="0"/>
        </a:xfrm>
        <a:custGeom>
          <a:avLst/>
          <a:gdLst/>
          <a:ahLst/>
          <a:cxnLst/>
          <a:rect l="0" t="0" r="0" b="0"/>
          <a:pathLst>
            <a:path>
              <a:moveTo>
                <a:pt x="0" y="0"/>
              </a:moveTo>
              <a:lnTo>
                <a:pt x="546443" y="0"/>
              </a:lnTo>
            </a:path>
          </a:pathLst>
        </a:custGeom>
        <a:noFill/>
        <a:ln w="25400" cap="flat" cmpd="sng" algn="ctr">
          <a:solidFill>
            <a:schemeClr val="accent2">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1CDA20B-92FF-4E44-B761-07EF7E52CDF6}">
      <dsp:nvSpPr>
        <dsp:cNvPr id="0" name=""/>
        <dsp:cNvSpPr/>
      </dsp:nvSpPr>
      <dsp:spPr>
        <a:xfrm>
          <a:off x="8225523" y="1412809"/>
          <a:ext cx="3254817" cy="1410886"/>
        </a:xfrm>
        <a:prstGeom prst="roundRect">
          <a:avLst/>
        </a:prstGeom>
        <a:solidFill>
          <a:schemeClr val="accent4">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81280" tIns="81280" rIns="81280" bIns="81280" numCol="1" spcCol="1270" anchor="ctr" anchorCtr="0">
          <a:noAutofit/>
        </a:bodyPr>
        <a:lstStyle/>
        <a:p>
          <a:pPr marL="0" lvl="0" indent="0" algn="ctr" defTabSz="1422400">
            <a:lnSpc>
              <a:spcPct val="90000"/>
            </a:lnSpc>
            <a:spcBef>
              <a:spcPct val="0"/>
            </a:spcBef>
            <a:spcAft>
              <a:spcPct val="35000"/>
            </a:spcAft>
            <a:buNone/>
          </a:pPr>
          <a:r>
            <a:rPr lang="en-US" sz="3200" kern="1200" dirty="0"/>
            <a:t>Work Remotely</a:t>
          </a:r>
        </a:p>
      </dsp:txBody>
      <dsp:txXfrm>
        <a:off x="8294397" y="1481683"/>
        <a:ext cx="3117069" cy="1273138"/>
      </dsp:txXfrm>
    </dsp:sp>
    <dsp:sp modelId="{728220AE-5F4D-4CD8-B5EF-1E57B559711D}">
      <dsp:nvSpPr>
        <dsp:cNvPr id="0" name=""/>
        <dsp:cNvSpPr/>
      </dsp:nvSpPr>
      <dsp:spPr>
        <a:xfrm rot="1626120">
          <a:off x="7711349" y="4234932"/>
          <a:ext cx="818393" cy="0"/>
        </a:xfrm>
        <a:custGeom>
          <a:avLst/>
          <a:gdLst/>
          <a:ahLst/>
          <a:cxnLst/>
          <a:rect l="0" t="0" r="0" b="0"/>
          <a:pathLst>
            <a:path>
              <a:moveTo>
                <a:pt x="0" y="0"/>
              </a:moveTo>
              <a:lnTo>
                <a:pt x="818393" y="0"/>
              </a:lnTo>
            </a:path>
          </a:pathLst>
        </a:custGeom>
        <a:noFill/>
        <a:ln w="25400" cap="flat" cmpd="sng" algn="ctr">
          <a:solidFill>
            <a:schemeClr val="accent2">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FDF8DE2-071C-4729-A2AF-C9D57248B024}">
      <dsp:nvSpPr>
        <dsp:cNvPr id="0" name=""/>
        <dsp:cNvSpPr/>
      </dsp:nvSpPr>
      <dsp:spPr>
        <a:xfrm>
          <a:off x="8484812" y="4349330"/>
          <a:ext cx="2475415" cy="1410886"/>
        </a:xfrm>
        <a:prstGeom prst="roundRect">
          <a:avLst/>
        </a:prstGeom>
        <a:solidFill>
          <a:schemeClr val="accent5">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81280" tIns="81280" rIns="81280" bIns="81280" numCol="1" spcCol="1270" anchor="ctr" anchorCtr="0">
          <a:noAutofit/>
        </a:bodyPr>
        <a:lstStyle/>
        <a:p>
          <a:pPr marL="0" lvl="0" indent="0" algn="ctr" defTabSz="1422400">
            <a:lnSpc>
              <a:spcPct val="90000"/>
            </a:lnSpc>
            <a:spcBef>
              <a:spcPct val="0"/>
            </a:spcBef>
            <a:spcAft>
              <a:spcPct val="35000"/>
            </a:spcAft>
            <a:buNone/>
          </a:pPr>
          <a:r>
            <a:rPr lang="en-US" sz="3200" kern="1200" dirty="0"/>
            <a:t>Constantly Evolving Skill Set</a:t>
          </a:r>
        </a:p>
      </dsp:txBody>
      <dsp:txXfrm>
        <a:off x="8553686" y="4418204"/>
        <a:ext cx="2337667" cy="1273138"/>
      </dsp:txXfrm>
    </dsp:sp>
    <dsp:sp modelId="{D2513481-371C-4C19-A3F6-302B8D28D7A6}">
      <dsp:nvSpPr>
        <dsp:cNvPr id="0" name=""/>
        <dsp:cNvSpPr/>
      </dsp:nvSpPr>
      <dsp:spPr>
        <a:xfrm rot="5400000">
          <a:off x="6180741" y="5085208"/>
          <a:ext cx="1045278" cy="0"/>
        </a:xfrm>
        <a:custGeom>
          <a:avLst/>
          <a:gdLst/>
          <a:ahLst/>
          <a:cxnLst/>
          <a:rect l="0" t="0" r="0" b="0"/>
          <a:pathLst>
            <a:path>
              <a:moveTo>
                <a:pt x="0" y="0"/>
              </a:moveTo>
              <a:lnTo>
                <a:pt x="1045278" y="0"/>
              </a:lnTo>
            </a:path>
          </a:pathLst>
        </a:custGeom>
        <a:noFill/>
        <a:ln w="25400" cap="flat" cmpd="sng" algn="ctr">
          <a:solidFill>
            <a:schemeClr val="accent2">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3A5257B-66B8-449F-B4C5-45FE6866F460}">
      <dsp:nvSpPr>
        <dsp:cNvPr id="0" name=""/>
        <dsp:cNvSpPr/>
      </dsp:nvSpPr>
      <dsp:spPr>
        <a:xfrm>
          <a:off x="5348406" y="5607847"/>
          <a:ext cx="2709946" cy="1410886"/>
        </a:xfrm>
        <a:prstGeom prst="roundRect">
          <a:avLst/>
        </a:prstGeom>
        <a:solidFill>
          <a:schemeClr val="accent6">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81280" tIns="81280" rIns="81280" bIns="81280" numCol="1" spcCol="1270" anchor="ctr" anchorCtr="0">
          <a:noAutofit/>
        </a:bodyPr>
        <a:lstStyle/>
        <a:p>
          <a:pPr marL="0" lvl="0" indent="0" algn="ctr" defTabSz="1422400">
            <a:lnSpc>
              <a:spcPct val="90000"/>
            </a:lnSpc>
            <a:spcBef>
              <a:spcPct val="0"/>
            </a:spcBef>
            <a:spcAft>
              <a:spcPct val="35000"/>
            </a:spcAft>
            <a:buNone/>
          </a:pPr>
          <a:r>
            <a:rPr lang="en-US" sz="3200" kern="1200" dirty="0"/>
            <a:t>Opportunities</a:t>
          </a:r>
        </a:p>
      </dsp:txBody>
      <dsp:txXfrm>
        <a:off x="5417280" y="5676721"/>
        <a:ext cx="2572198" cy="1273138"/>
      </dsp:txXfrm>
    </dsp:sp>
    <dsp:sp modelId="{D534BBAB-C019-4176-A837-714B4DA5DAA1}">
      <dsp:nvSpPr>
        <dsp:cNvPr id="0" name=""/>
        <dsp:cNvSpPr/>
      </dsp:nvSpPr>
      <dsp:spPr>
        <a:xfrm rot="9245718">
          <a:off x="4932613" y="4186140"/>
          <a:ext cx="755838" cy="0"/>
        </a:xfrm>
        <a:custGeom>
          <a:avLst/>
          <a:gdLst/>
          <a:ahLst/>
          <a:cxnLst/>
          <a:rect l="0" t="0" r="0" b="0"/>
          <a:pathLst>
            <a:path>
              <a:moveTo>
                <a:pt x="0" y="0"/>
              </a:moveTo>
              <a:lnTo>
                <a:pt x="755838" y="0"/>
              </a:lnTo>
            </a:path>
          </a:pathLst>
        </a:custGeom>
        <a:noFill/>
        <a:ln w="25400" cap="flat" cmpd="sng" algn="ctr">
          <a:solidFill>
            <a:schemeClr val="accent2">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3897C59-9EA7-400D-995D-59E923626A38}">
      <dsp:nvSpPr>
        <dsp:cNvPr id="0" name=""/>
        <dsp:cNvSpPr/>
      </dsp:nvSpPr>
      <dsp:spPr>
        <a:xfrm>
          <a:off x="2147161" y="4331434"/>
          <a:ext cx="2823424" cy="1410886"/>
        </a:xfrm>
        <a:prstGeom prst="roundRect">
          <a:avLst/>
        </a:prstGeom>
        <a:solidFill>
          <a:schemeClr val="accent2">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81280" tIns="81280" rIns="81280" bIns="81280" numCol="1" spcCol="1270" anchor="ctr" anchorCtr="0">
          <a:noAutofit/>
        </a:bodyPr>
        <a:lstStyle/>
        <a:p>
          <a:pPr marL="0" lvl="0" indent="0" algn="ctr" defTabSz="1422400">
            <a:lnSpc>
              <a:spcPct val="90000"/>
            </a:lnSpc>
            <a:spcBef>
              <a:spcPct val="0"/>
            </a:spcBef>
            <a:spcAft>
              <a:spcPct val="35000"/>
            </a:spcAft>
            <a:buNone/>
          </a:pPr>
          <a:r>
            <a:rPr lang="en-US" sz="3200" kern="1200" dirty="0"/>
            <a:t>Augmentation of Skill Set</a:t>
          </a:r>
        </a:p>
      </dsp:txBody>
      <dsp:txXfrm>
        <a:off x="2216035" y="4400308"/>
        <a:ext cx="2685676" cy="1273138"/>
      </dsp:txXfrm>
    </dsp:sp>
    <dsp:sp modelId="{688F29E1-7BE9-424E-A241-13D25D2258DA}">
      <dsp:nvSpPr>
        <dsp:cNvPr id="0" name=""/>
        <dsp:cNvSpPr/>
      </dsp:nvSpPr>
      <dsp:spPr>
        <a:xfrm rot="12251394">
          <a:off x="4937247" y="2883861"/>
          <a:ext cx="745983" cy="0"/>
        </a:xfrm>
        <a:custGeom>
          <a:avLst/>
          <a:gdLst/>
          <a:ahLst/>
          <a:cxnLst/>
          <a:rect l="0" t="0" r="0" b="0"/>
          <a:pathLst>
            <a:path>
              <a:moveTo>
                <a:pt x="0" y="0"/>
              </a:moveTo>
              <a:lnTo>
                <a:pt x="745983" y="0"/>
              </a:lnTo>
            </a:path>
          </a:pathLst>
        </a:custGeom>
        <a:noFill/>
        <a:ln w="25400" cap="flat" cmpd="sng" algn="ctr">
          <a:solidFill>
            <a:schemeClr val="accent2">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3BE97FF-1EC8-445B-9FA9-B235DCAD994A}">
      <dsp:nvSpPr>
        <dsp:cNvPr id="0" name=""/>
        <dsp:cNvSpPr/>
      </dsp:nvSpPr>
      <dsp:spPr>
        <a:xfrm>
          <a:off x="1876460" y="1330762"/>
          <a:ext cx="3093538" cy="1410886"/>
        </a:xfrm>
        <a:prstGeom prst="roundRect">
          <a:avLst/>
        </a:prstGeom>
        <a:solidFill>
          <a:schemeClr val="accent3">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81280" tIns="81280" rIns="81280" bIns="81280" numCol="1" spcCol="1270" anchor="ctr" anchorCtr="0">
          <a:noAutofit/>
        </a:bodyPr>
        <a:lstStyle/>
        <a:p>
          <a:pPr marL="0" lvl="0" indent="0" algn="ctr" defTabSz="1422400">
            <a:lnSpc>
              <a:spcPct val="90000"/>
            </a:lnSpc>
            <a:spcBef>
              <a:spcPct val="0"/>
            </a:spcBef>
            <a:spcAft>
              <a:spcPct val="35000"/>
            </a:spcAft>
            <a:buNone/>
          </a:pPr>
          <a:r>
            <a:rPr lang="en-US" sz="3200" kern="1200" dirty="0"/>
            <a:t>Sense of accomplishment</a:t>
          </a:r>
        </a:p>
      </dsp:txBody>
      <dsp:txXfrm>
        <a:off x="1945334" y="1399636"/>
        <a:ext cx="2955790" cy="1273138"/>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BB9EAFC-C426-4A29-8357-6371835426E1}">
      <dsp:nvSpPr>
        <dsp:cNvPr id="0" name=""/>
        <dsp:cNvSpPr/>
      </dsp:nvSpPr>
      <dsp:spPr>
        <a:xfrm>
          <a:off x="3284591" y="4670573"/>
          <a:ext cx="3315107" cy="2845637"/>
        </a:xfrm>
        <a:prstGeom prst="hexagon">
          <a:avLst>
            <a:gd name="adj" fmla="val 25000"/>
            <a:gd name="vf" fmla="val 115470"/>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45720" rIns="0" bIns="45720" numCol="1" spcCol="1270" anchor="ctr" anchorCtr="0">
          <a:noAutofit/>
        </a:bodyPr>
        <a:lstStyle/>
        <a:p>
          <a:pPr marL="0" lvl="0" indent="0" algn="ctr" defTabSz="1600200">
            <a:lnSpc>
              <a:spcPct val="90000"/>
            </a:lnSpc>
            <a:spcBef>
              <a:spcPct val="0"/>
            </a:spcBef>
            <a:spcAft>
              <a:spcPct val="35000"/>
            </a:spcAft>
            <a:buNone/>
          </a:pPr>
          <a:r>
            <a:rPr lang="en-US" sz="3600" kern="1200" dirty="0"/>
            <a:t>Procedural Programming Language</a:t>
          </a:r>
        </a:p>
      </dsp:txBody>
      <dsp:txXfrm>
        <a:off x="3797986" y="5111264"/>
        <a:ext cx="2288317" cy="1964255"/>
      </dsp:txXfrm>
    </dsp:sp>
    <dsp:sp modelId="{6CD2439D-8444-465A-B4E2-1F4735C79DA7}">
      <dsp:nvSpPr>
        <dsp:cNvPr id="0" name=""/>
        <dsp:cNvSpPr/>
      </dsp:nvSpPr>
      <dsp:spPr>
        <a:xfrm>
          <a:off x="3388279" y="5928035"/>
          <a:ext cx="387005" cy="333719"/>
        </a:xfrm>
        <a:prstGeom prst="hexagon">
          <a:avLst>
            <a:gd name="adj" fmla="val 25000"/>
            <a:gd name="vf" fmla="val 115470"/>
          </a:avLst>
        </a:prstGeom>
        <a:solidFill>
          <a:schemeClr val="lt1">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86068F0-4346-47EB-AAE9-45526C1AF489}">
      <dsp:nvSpPr>
        <dsp:cNvPr id="0" name=""/>
        <dsp:cNvSpPr/>
      </dsp:nvSpPr>
      <dsp:spPr>
        <a:xfrm>
          <a:off x="470401" y="3123737"/>
          <a:ext cx="3315107" cy="2845637"/>
        </a:xfrm>
        <a:prstGeom prst="hexagon">
          <a:avLst>
            <a:gd name="adj" fmla="val 25000"/>
            <a:gd name="vf" fmla="val 115470"/>
          </a:avLst>
        </a:prstGeom>
        <a:solidFill>
          <a:schemeClr val="lt1">
            <a:alpha val="90000"/>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6B92AA0-900F-41FE-9AF5-CA0A9CBEEC71}">
      <dsp:nvSpPr>
        <dsp:cNvPr id="0" name=""/>
        <dsp:cNvSpPr/>
      </dsp:nvSpPr>
      <dsp:spPr>
        <a:xfrm>
          <a:off x="2715035" y="5574773"/>
          <a:ext cx="387005" cy="333719"/>
        </a:xfrm>
        <a:prstGeom prst="hexagon">
          <a:avLst>
            <a:gd name="adj" fmla="val 25000"/>
            <a:gd name="vf" fmla="val 115470"/>
          </a:avLst>
        </a:prstGeom>
        <a:solidFill>
          <a:schemeClr val="lt1">
            <a:hueOff val="0"/>
            <a:satOff val="0"/>
            <a:lumOff val="0"/>
            <a:alphaOff val="0"/>
          </a:schemeClr>
        </a:solidFill>
        <a:ln w="254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468C913-D0C4-4701-9957-9D1F41D1432B}">
      <dsp:nvSpPr>
        <dsp:cNvPr id="0" name=""/>
        <dsp:cNvSpPr/>
      </dsp:nvSpPr>
      <dsp:spPr>
        <a:xfrm>
          <a:off x="6095861" y="3101940"/>
          <a:ext cx="3315107" cy="2845637"/>
        </a:xfrm>
        <a:prstGeom prst="hexagon">
          <a:avLst>
            <a:gd name="adj" fmla="val 25000"/>
            <a:gd name="vf" fmla="val 115470"/>
          </a:avLst>
        </a:prstGeom>
        <a:solidFill>
          <a:schemeClr val="accent3">
            <a:hueOff val="0"/>
            <a:satOff val="0"/>
            <a:lumOff val="0"/>
            <a:alphaOff val="0"/>
          </a:schemeClr>
        </a:solidFill>
        <a:ln w="254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40640" rIns="0" bIns="40640" numCol="1" spcCol="1270" anchor="ctr" anchorCtr="0">
          <a:noAutofit/>
        </a:bodyPr>
        <a:lstStyle/>
        <a:p>
          <a:pPr marL="0" lvl="0" indent="0" algn="ctr" defTabSz="1422400">
            <a:lnSpc>
              <a:spcPct val="90000"/>
            </a:lnSpc>
            <a:spcBef>
              <a:spcPct val="0"/>
            </a:spcBef>
            <a:spcAft>
              <a:spcPct val="35000"/>
            </a:spcAft>
            <a:buNone/>
          </a:pPr>
          <a:r>
            <a:rPr lang="en-US" sz="3200" kern="1200" dirty="0"/>
            <a:t>Functional Programming Language</a:t>
          </a:r>
        </a:p>
      </dsp:txBody>
      <dsp:txXfrm>
        <a:off x="6609256" y="3542631"/>
        <a:ext cx="2288317" cy="1964255"/>
      </dsp:txXfrm>
    </dsp:sp>
    <dsp:sp modelId="{2B078608-64E4-4DDD-B079-802DFCDE3972}">
      <dsp:nvSpPr>
        <dsp:cNvPr id="0" name=""/>
        <dsp:cNvSpPr/>
      </dsp:nvSpPr>
      <dsp:spPr>
        <a:xfrm>
          <a:off x="8366782" y="5549970"/>
          <a:ext cx="387005" cy="333719"/>
        </a:xfrm>
        <a:prstGeom prst="hexagon">
          <a:avLst>
            <a:gd name="adj" fmla="val 25000"/>
            <a:gd name="vf" fmla="val 115470"/>
          </a:avLst>
        </a:prstGeom>
        <a:solidFill>
          <a:schemeClr val="lt1">
            <a:hueOff val="0"/>
            <a:satOff val="0"/>
            <a:lumOff val="0"/>
            <a:alphaOff val="0"/>
          </a:schemeClr>
        </a:solidFill>
        <a:ln w="2540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B25AB98-B90B-4030-868C-95E0D78C7D69}">
      <dsp:nvSpPr>
        <dsp:cNvPr id="0" name=""/>
        <dsp:cNvSpPr/>
      </dsp:nvSpPr>
      <dsp:spPr>
        <a:xfrm>
          <a:off x="8921734" y="4666063"/>
          <a:ext cx="3315107" cy="2845637"/>
        </a:xfrm>
        <a:prstGeom prst="hexagon">
          <a:avLst>
            <a:gd name="adj" fmla="val 25000"/>
            <a:gd name="vf" fmla="val 115470"/>
          </a:avLst>
        </a:prstGeom>
        <a:solidFill>
          <a:schemeClr val="lt1">
            <a:alpha val="90000"/>
            <a:hueOff val="0"/>
            <a:satOff val="0"/>
            <a:lumOff val="0"/>
            <a:alphaOff val="0"/>
          </a:schemeClr>
        </a:solidFill>
        <a:ln w="254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979C5E4-F6AF-4FB3-8FFE-0E011344514E}">
      <dsp:nvSpPr>
        <dsp:cNvPr id="0" name=""/>
        <dsp:cNvSpPr/>
      </dsp:nvSpPr>
      <dsp:spPr>
        <a:xfrm>
          <a:off x="8997675" y="5940813"/>
          <a:ext cx="387005" cy="333719"/>
        </a:xfrm>
        <a:prstGeom prst="hexagon">
          <a:avLst>
            <a:gd name="adj" fmla="val 25000"/>
            <a:gd name="vf" fmla="val 115470"/>
          </a:avLst>
        </a:prstGeom>
        <a:solidFill>
          <a:schemeClr val="lt1">
            <a:hueOff val="0"/>
            <a:satOff val="0"/>
            <a:lumOff val="0"/>
            <a:alphaOff val="0"/>
          </a:schemeClr>
        </a:solidFill>
        <a:ln w="2540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3BCCD57-6256-4476-B401-8EDEAEEBE2E1}">
      <dsp:nvSpPr>
        <dsp:cNvPr id="0" name=""/>
        <dsp:cNvSpPr/>
      </dsp:nvSpPr>
      <dsp:spPr>
        <a:xfrm>
          <a:off x="3284591" y="1568633"/>
          <a:ext cx="3315107" cy="2845637"/>
        </a:xfrm>
        <a:prstGeom prst="hexagon">
          <a:avLst>
            <a:gd name="adj" fmla="val 25000"/>
            <a:gd name="vf" fmla="val 115470"/>
          </a:avLst>
        </a:prstGeom>
        <a:solidFill>
          <a:schemeClr val="accent4">
            <a:hueOff val="0"/>
            <a:satOff val="0"/>
            <a:lumOff val="0"/>
            <a:alphaOff val="0"/>
          </a:schemeClr>
        </a:solidFill>
        <a:ln w="2540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40640" rIns="0" bIns="40640" numCol="1" spcCol="1270" anchor="ctr" anchorCtr="0">
          <a:noAutofit/>
        </a:bodyPr>
        <a:lstStyle/>
        <a:p>
          <a:pPr marL="0" lvl="0" indent="0" algn="ctr" defTabSz="1422400">
            <a:lnSpc>
              <a:spcPct val="90000"/>
            </a:lnSpc>
            <a:spcBef>
              <a:spcPct val="0"/>
            </a:spcBef>
            <a:spcAft>
              <a:spcPct val="35000"/>
            </a:spcAft>
            <a:buNone/>
          </a:pPr>
          <a:r>
            <a:rPr lang="en-US" sz="3200" kern="1200" dirty="0"/>
            <a:t>Object Oriented Programming Language</a:t>
          </a:r>
        </a:p>
      </dsp:txBody>
      <dsp:txXfrm>
        <a:off x="3797986" y="2009324"/>
        <a:ext cx="2288317" cy="1964255"/>
      </dsp:txXfrm>
    </dsp:sp>
    <dsp:sp modelId="{7C877048-564A-4A71-90C2-7A045733DE4D}">
      <dsp:nvSpPr>
        <dsp:cNvPr id="0" name=""/>
        <dsp:cNvSpPr/>
      </dsp:nvSpPr>
      <dsp:spPr>
        <a:xfrm>
          <a:off x="5540909" y="1627259"/>
          <a:ext cx="387005" cy="333719"/>
        </a:xfrm>
        <a:prstGeom prst="hexagon">
          <a:avLst>
            <a:gd name="adj" fmla="val 25000"/>
            <a:gd name="vf" fmla="val 115470"/>
          </a:avLst>
        </a:prstGeom>
        <a:solidFill>
          <a:schemeClr val="lt1">
            <a:hueOff val="0"/>
            <a:satOff val="0"/>
            <a:lumOff val="0"/>
            <a:alphaOff val="0"/>
          </a:schemeClr>
        </a:solidFill>
        <a:ln w="25400" cap="flat" cmpd="sng" algn="ctr">
          <a:solidFill>
            <a:schemeClr val="accent6">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534EB93-25E2-4921-ABF9-6FD335CB6D5B}">
      <dsp:nvSpPr>
        <dsp:cNvPr id="0" name=""/>
        <dsp:cNvSpPr/>
      </dsp:nvSpPr>
      <dsp:spPr>
        <a:xfrm>
          <a:off x="6095861" y="0"/>
          <a:ext cx="3315107" cy="2845637"/>
        </a:xfrm>
        <a:prstGeom prst="hexagon">
          <a:avLst>
            <a:gd name="adj" fmla="val 25000"/>
            <a:gd name="vf" fmla="val 115470"/>
          </a:avLst>
        </a:prstGeom>
        <a:solidFill>
          <a:schemeClr val="lt1">
            <a:alpha val="90000"/>
            <a:hueOff val="0"/>
            <a:satOff val="0"/>
            <a:lumOff val="0"/>
            <a:alphaOff val="0"/>
          </a:schemeClr>
        </a:solidFill>
        <a:ln w="2540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64550723-B4A6-4499-ACF7-39AB9BB46F8C}">
      <dsp:nvSpPr>
        <dsp:cNvPr id="0" name=""/>
        <dsp:cNvSpPr/>
      </dsp:nvSpPr>
      <dsp:spPr>
        <a:xfrm>
          <a:off x="6171801" y="1261220"/>
          <a:ext cx="387005" cy="333719"/>
        </a:xfrm>
        <a:prstGeom prst="hexagon">
          <a:avLst>
            <a:gd name="adj" fmla="val 25000"/>
            <a:gd name="vf" fmla="val 115470"/>
          </a:avLst>
        </a:prstGeom>
        <a:solidFill>
          <a:schemeClr val="lt1">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4532745-B7F3-43B9-BDC0-3340582847A4}">
      <dsp:nvSpPr>
        <dsp:cNvPr id="0" name=""/>
        <dsp:cNvSpPr/>
      </dsp:nvSpPr>
      <dsp:spPr>
        <a:xfrm>
          <a:off x="8921734" y="1564123"/>
          <a:ext cx="3315107" cy="2845637"/>
        </a:xfrm>
        <a:prstGeom prst="hexagon">
          <a:avLst>
            <a:gd name="adj" fmla="val 25000"/>
            <a:gd name="vf" fmla="val 115470"/>
          </a:avLst>
        </a:prstGeom>
        <a:solidFill>
          <a:schemeClr val="accent5">
            <a:hueOff val="0"/>
            <a:satOff val="0"/>
            <a:lumOff val="0"/>
            <a:alphaOff val="0"/>
          </a:schemeClr>
        </a:solidFill>
        <a:ln w="2540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40640" rIns="0" bIns="40640" numCol="1" spcCol="1270" anchor="ctr" anchorCtr="0">
          <a:noAutofit/>
        </a:bodyPr>
        <a:lstStyle/>
        <a:p>
          <a:pPr marL="0" lvl="0" indent="0" algn="ctr" defTabSz="1422400">
            <a:lnSpc>
              <a:spcPct val="90000"/>
            </a:lnSpc>
            <a:spcBef>
              <a:spcPct val="0"/>
            </a:spcBef>
            <a:spcAft>
              <a:spcPct val="35000"/>
            </a:spcAft>
            <a:buNone/>
          </a:pPr>
          <a:r>
            <a:rPr lang="en-US" sz="3200" kern="1200" dirty="0"/>
            <a:t>Scripting Programming Language</a:t>
          </a:r>
        </a:p>
      </dsp:txBody>
      <dsp:txXfrm>
        <a:off x="9435129" y="2004814"/>
        <a:ext cx="2288317" cy="1964255"/>
      </dsp:txXfrm>
    </dsp:sp>
    <dsp:sp modelId="{1CE17233-7546-4F5D-BEBF-78949A9207DE}">
      <dsp:nvSpPr>
        <dsp:cNvPr id="0" name=""/>
        <dsp:cNvSpPr/>
      </dsp:nvSpPr>
      <dsp:spPr>
        <a:xfrm>
          <a:off x="11772435" y="2820082"/>
          <a:ext cx="387005" cy="333719"/>
        </a:xfrm>
        <a:prstGeom prst="hexagon">
          <a:avLst>
            <a:gd name="adj" fmla="val 25000"/>
            <a:gd name="vf" fmla="val 115470"/>
          </a:avLst>
        </a:prstGeom>
        <a:solidFill>
          <a:schemeClr val="lt1">
            <a:hueOff val="0"/>
            <a:satOff val="0"/>
            <a:lumOff val="0"/>
            <a:alphaOff val="0"/>
          </a:schemeClr>
        </a:solidFill>
        <a:ln w="254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3E8B2E9-77FF-4ABE-8A8E-2D533A54DFD9}">
      <dsp:nvSpPr>
        <dsp:cNvPr id="0" name=""/>
        <dsp:cNvSpPr/>
      </dsp:nvSpPr>
      <dsp:spPr>
        <a:xfrm>
          <a:off x="11759291" y="3128247"/>
          <a:ext cx="3315107" cy="2845637"/>
        </a:xfrm>
        <a:prstGeom prst="hexagon">
          <a:avLst>
            <a:gd name="adj" fmla="val 25000"/>
            <a:gd name="vf" fmla="val 115470"/>
          </a:avLst>
        </a:prstGeom>
        <a:solidFill>
          <a:schemeClr val="lt1">
            <a:alpha val="90000"/>
            <a:hueOff val="0"/>
            <a:satOff val="0"/>
            <a:lumOff val="0"/>
            <a:alphaOff val="0"/>
          </a:schemeClr>
        </a:solidFill>
        <a:ln w="2540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F3893CE-82AC-4551-8B76-2B8E943A45D7}">
      <dsp:nvSpPr>
        <dsp:cNvPr id="0" name=""/>
        <dsp:cNvSpPr/>
      </dsp:nvSpPr>
      <dsp:spPr>
        <a:xfrm>
          <a:off x="12428154" y="3178605"/>
          <a:ext cx="387005" cy="333719"/>
        </a:xfrm>
        <a:prstGeom prst="hexagon">
          <a:avLst>
            <a:gd name="adj" fmla="val 25000"/>
            <a:gd name="vf" fmla="val 115470"/>
          </a:avLst>
        </a:prstGeom>
        <a:solidFill>
          <a:schemeClr val="lt1">
            <a:hueOff val="0"/>
            <a:satOff val="0"/>
            <a:lumOff val="0"/>
            <a:alphaOff val="0"/>
          </a:schemeClr>
        </a:solidFill>
        <a:ln w="2540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80740A4-4379-4008-9EDF-D4D7FF2BC96E}">
      <dsp:nvSpPr>
        <dsp:cNvPr id="0" name=""/>
        <dsp:cNvSpPr/>
      </dsp:nvSpPr>
      <dsp:spPr>
        <a:xfrm>
          <a:off x="0" y="0"/>
          <a:ext cx="14407834" cy="0"/>
        </a:xfrm>
        <a:prstGeom prst="line">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D6888D9-FA1A-4F85-92FE-58A61269A437}">
      <dsp:nvSpPr>
        <dsp:cNvPr id="0" name=""/>
        <dsp:cNvSpPr/>
      </dsp:nvSpPr>
      <dsp:spPr>
        <a:xfrm>
          <a:off x="0" y="0"/>
          <a:ext cx="3876610" cy="7239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7160" rIns="137160" bIns="137160" numCol="1" spcCol="1270" anchor="t" anchorCtr="0">
          <a:noAutofit/>
        </a:bodyPr>
        <a:lstStyle/>
        <a:p>
          <a:pPr marL="0" lvl="0" indent="0" algn="l" defTabSz="1600200">
            <a:lnSpc>
              <a:spcPct val="90000"/>
            </a:lnSpc>
            <a:spcBef>
              <a:spcPct val="0"/>
            </a:spcBef>
            <a:spcAft>
              <a:spcPct val="35000"/>
            </a:spcAft>
            <a:buNone/>
          </a:pPr>
          <a:r>
            <a:rPr lang="en-US" sz="3600" kern="1200" dirty="0"/>
            <a:t>Procedural Programming Language</a:t>
          </a:r>
        </a:p>
      </dsp:txBody>
      <dsp:txXfrm>
        <a:off x="0" y="0"/>
        <a:ext cx="3876610" cy="7239000"/>
      </dsp:txXfrm>
    </dsp:sp>
    <dsp:sp modelId="{68C504DE-8ABD-4999-985C-3C6E6DE6DBBF}">
      <dsp:nvSpPr>
        <dsp:cNvPr id="0" name=""/>
        <dsp:cNvSpPr/>
      </dsp:nvSpPr>
      <dsp:spPr>
        <a:xfrm>
          <a:off x="4073944" y="113109"/>
          <a:ext cx="10327138" cy="22621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t" anchorCtr="0">
          <a:noAutofit/>
        </a:bodyPr>
        <a:lstStyle/>
        <a:p>
          <a:pPr marL="0" lvl="0" indent="0" algn="l" defTabSz="1422400">
            <a:lnSpc>
              <a:spcPct val="90000"/>
            </a:lnSpc>
            <a:spcBef>
              <a:spcPct val="0"/>
            </a:spcBef>
            <a:spcAft>
              <a:spcPct val="35000"/>
            </a:spcAft>
            <a:buNone/>
          </a:pPr>
          <a:r>
            <a:rPr lang="en-US" sz="3200" b="0" i="0" kern="1200" dirty="0"/>
            <a:t>Procedural programming language is used to execute a sequence of statements which lead to a result. </a:t>
          </a:r>
          <a:endParaRPr lang="en-US" sz="3200" kern="1200" dirty="0"/>
        </a:p>
      </dsp:txBody>
      <dsp:txXfrm>
        <a:off x="4073944" y="113109"/>
        <a:ext cx="10327138" cy="2262187"/>
      </dsp:txXfrm>
    </dsp:sp>
    <dsp:sp modelId="{4AC4DBE4-285B-4A81-9326-EB35B477BFBF}">
      <dsp:nvSpPr>
        <dsp:cNvPr id="0" name=""/>
        <dsp:cNvSpPr/>
      </dsp:nvSpPr>
      <dsp:spPr>
        <a:xfrm>
          <a:off x="3876610" y="2375296"/>
          <a:ext cx="10524472" cy="0"/>
        </a:xfrm>
        <a:prstGeom prst="line">
          <a:avLst/>
        </a:prstGeom>
        <a:solidFill>
          <a:schemeClr val="accent2">
            <a:hueOff val="0"/>
            <a:satOff val="0"/>
            <a:lumOff val="0"/>
            <a:alphaOff val="0"/>
          </a:schemeClr>
        </a:solidFill>
        <a:ln w="25400" cap="flat" cmpd="sng" algn="ctr">
          <a:solidFill>
            <a:schemeClr val="accent2">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138C670-5653-4888-ADF0-B3D8E9129173}">
      <dsp:nvSpPr>
        <dsp:cNvPr id="0" name=""/>
        <dsp:cNvSpPr/>
      </dsp:nvSpPr>
      <dsp:spPr>
        <a:xfrm>
          <a:off x="4073944" y="2488406"/>
          <a:ext cx="10327138" cy="22621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t" anchorCtr="0">
          <a:noAutofit/>
        </a:bodyPr>
        <a:lstStyle/>
        <a:p>
          <a:pPr marL="0" lvl="0" indent="0" algn="l" defTabSz="1422400">
            <a:lnSpc>
              <a:spcPct val="90000"/>
            </a:lnSpc>
            <a:spcBef>
              <a:spcPct val="0"/>
            </a:spcBef>
            <a:spcAft>
              <a:spcPct val="35000"/>
            </a:spcAft>
            <a:buNone/>
          </a:pPr>
          <a:r>
            <a:rPr lang="en-US" sz="3200" b="0" i="0" kern="1200" dirty="0"/>
            <a:t>This type of programming language uses multiple variables, heavy loops and other elements, which separates them from functional programming languages. </a:t>
          </a:r>
          <a:endParaRPr lang="en-US" sz="3200" kern="1200" dirty="0"/>
        </a:p>
      </dsp:txBody>
      <dsp:txXfrm>
        <a:off x="4073944" y="2488406"/>
        <a:ext cx="10327138" cy="2262187"/>
      </dsp:txXfrm>
    </dsp:sp>
    <dsp:sp modelId="{2C7B53CF-75FB-4E83-AF11-4F6F9BAEB1E2}">
      <dsp:nvSpPr>
        <dsp:cNvPr id="0" name=""/>
        <dsp:cNvSpPr/>
      </dsp:nvSpPr>
      <dsp:spPr>
        <a:xfrm>
          <a:off x="3876610" y="4750593"/>
          <a:ext cx="10524472" cy="0"/>
        </a:xfrm>
        <a:prstGeom prst="line">
          <a:avLst/>
        </a:prstGeom>
        <a:solidFill>
          <a:schemeClr val="accent2">
            <a:hueOff val="0"/>
            <a:satOff val="0"/>
            <a:lumOff val="0"/>
            <a:alphaOff val="0"/>
          </a:schemeClr>
        </a:solidFill>
        <a:ln w="25400" cap="flat" cmpd="sng" algn="ctr">
          <a:solidFill>
            <a:schemeClr val="accent2">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7150420-6E5D-47AB-BB7E-570B83312267}">
      <dsp:nvSpPr>
        <dsp:cNvPr id="0" name=""/>
        <dsp:cNvSpPr/>
      </dsp:nvSpPr>
      <dsp:spPr>
        <a:xfrm>
          <a:off x="4073944" y="4863703"/>
          <a:ext cx="10327138" cy="22621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t" anchorCtr="0">
          <a:noAutofit/>
        </a:bodyPr>
        <a:lstStyle/>
        <a:p>
          <a:pPr marL="0" lvl="0" indent="0" algn="l" defTabSz="1422400">
            <a:lnSpc>
              <a:spcPct val="90000"/>
            </a:lnSpc>
            <a:spcBef>
              <a:spcPct val="0"/>
            </a:spcBef>
            <a:spcAft>
              <a:spcPct val="35000"/>
            </a:spcAft>
            <a:buNone/>
          </a:pPr>
          <a:r>
            <a:rPr lang="en-US" sz="3200" b="0" i="0" kern="1200" dirty="0"/>
            <a:t>Functions of procedural language may control variables, other than function’s value  returns.</a:t>
          </a:r>
          <a:endParaRPr lang="en-US" sz="3200" kern="1200" dirty="0"/>
        </a:p>
      </dsp:txBody>
      <dsp:txXfrm>
        <a:off x="4073944" y="4863703"/>
        <a:ext cx="10327138" cy="2262187"/>
      </dsp:txXfrm>
    </dsp:sp>
    <dsp:sp modelId="{C499FAFA-B771-492B-9BD6-33FC51547D2A}">
      <dsp:nvSpPr>
        <dsp:cNvPr id="0" name=""/>
        <dsp:cNvSpPr/>
      </dsp:nvSpPr>
      <dsp:spPr>
        <a:xfrm>
          <a:off x="3876610" y="7125890"/>
          <a:ext cx="10524472" cy="0"/>
        </a:xfrm>
        <a:prstGeom prst="line">
          <a:avLst/>
        </a:prstGeom>
        <a:solidFill>
          <a:schemeClr val="accent2">
            <a:hueOff val="0"/>
            <a:satOff val="0"/>
            <a:lumOff val="0"/>
            <a:alphaOff val="0"/>
          </a:schemeClr>
        </a:solidFill>
        <a:ln w="25400" cap="flat" cmpd="sng" algn="ctr">
          <a:solidFill>
            <a:schemeClr val="accent2">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D69FA82-8658-4B19-9187-51816D2F473B}">
      <dsp:nvSpPr>
        <dsp:cNvPr id="0" name=""/>
        <dsp:cNvSpPr/>
      </dsp:nvSpPr>
      <dsp:spPr>
        <a:xfrm rot="5400000">
          <a:off x="2154169" y="1470012"/>
          <a:ext cx="2303647" cy="277498"/>
        </a:xfrm>
        <a:prstGeom prst="rect">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AA61C84E-91FE-4672-87E5-C989B11E4223}">
      <dsp:nvSpPr>
        <dsp:cNvPr id="0" name=""/>
        <dsp:cNvSpPr/>
      </dsp:nvSpPr>
      <dsp:spPr>
        <a:xfrm>
          <a:off x="2684908" y="1015"/>
          <a:ext cx="3083318" cy="1849991"/>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7650" tIns="247650" rIns="247650" bIns="247650" numCol="1" spcCol="1270" anchor="ctr" anchorCtr="0">
          <a:noAutofit/>
        </a:bodyPr>
        <a:lstStyle/>
        <a:p>
          <a:pPr marL="0" lvl="0" indent="0" algn="ctr" defTabSz="2889250">
            <a:lnSpc>
              <a:spcPct val="90000"/>
            </a:lnSpc>
            <a:spcBef>
              <a:spcPct val="0"/>
            </a:spcBef>
            <a:spcAft>
              <a:spcPct val="35000"/>
            </a:spcAft>
            <a:buNone/>
          </a:pPr>
          <a:r>
            <a:rPr lang="en-US" sz="6500" kern="1200" dirty="0"/>
            <a:t>Fortran</a:t>
          </a:r>
        </a:p>
      </dsp:txBody>
      <dsp:txXfrm>
        <a:off x="2739092" y="55199"/>
        <a:ext cx="2974950" cy="1741623"/>
      </dsp:txXfrm>
    </dsp:sp>
    <dsp:sp modelId="{E4227219-394E-4D34-B5A4-E99602AE2FF7}">
      <dsp:nvSpPr>
        <dsp:cNvPr id="0" name=""/>
        <dsp:cNvSpPr/>
      </dsp:nvSpPr>
      <dsp:spPr>
        <a:xfrm rot="5400000">
          <a:off x="2154169" y="3782501"/>
          <a:ext cx="2303647" cy="277498"/>
        </a:xfrm>
        <a:prstGeom prst="rect">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A4E15E32-6BBA-4E97-A829-5DABA52064F2}">
      <dsp:nvSpPr>
        <dsp:cNvPr id="0" name=""/>
        <dsp:cNvSpPr/>
      </dsp:nvSpPr>
      <dsp:spPr>
        <a:xfrm>
          <a:off x="2684908" y="2313504"/>
          <a:ext cx="3083318" cy="1849991"/>
        </a:xfrm>
        <a:prstGeom prst="roundRect">
          <a:avLst>
            <a:gd name="adj" fmla="val 10000"/>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7650" tIns="247650" rIns="247650" bIns="247650" numCol="1" spcCol="1270" anchor="ctr" anchorCtr="0">
          <a:noAutofit/>
        </a:bodyPr>
        <a:lstStyle/>
        <a:p>
          <a:pPr marL="0" lvl="0" indent="0" algn="ctr" defTabSz="2889250">
            <a:lnSpc>
              <a:spcPct val="90000"/>
            </a:lnSpc>
            <a:spcBef>
              <a:spcPct val="0"/>
            </a:spcBef>
            <a:spcAft>
              <a:spcPct val="35000"/>
            </a:spcAft>
            <a:buNone/>
          </a:pPr>
          <a:r>
            <a:rPr lang="en-US" sz="6500" kern="1200" dirty="0"/>
            <a:t>Cobol</a:t>
          </a:r>
        </a:p>
      </dsp:txBody>
      <dsp:txXfrm>
        <a:off x="2739092" y="2367688"/>
        <a:ext cx="2974950" cy="1741623"/>
      </dsp:txXfrm>
    </dsp:sp>
    <dsp:sp modelId="{B3A9080B-176F-4D5D-BA58-62B3BABFF471}">
      <dsp:nvSpPr>
        <dsp:cNvPr id="0" name=""/>
        <dsp:cNvSpPr/>
      </dsp:nvSpPr>
      <dsp:spPr>
        <a:xfrm>
          <a:off x="3310414" y="4938746"/>
          <a:ext cx="4091972" cy="277498"/>
        </a:xfrm>
        <a:prstGeom prst="rect">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C025FA35-8960-4678-A5C9-AF5D73BB6264}">
      <dsp:nvSpPr>
        <dsp:cNvPr id="0" name=""/>
        <dsp:cNvSpPr/>
      </dsp:nvSpPr>
      <dsp:spPr>
        <a:xfrm>
          <a:off x="2684908" y="4625993"/>
          <a:ext cx="3083318" cy="1849991"/>
        </a:xfrm>
        <a:prstGeom prst="roundRect">
          <a:avLst>
            <a:gd name="adj" fmla="val 10000"/>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7650" tIns="247650" rIns="247650" bIns="247650" numCol="1" spcCol="1270" anchor="ctr" anchorCtr="0">
          <a:noAutofit/>
        </a:bodyPr>
        <a:lstStyle/>
        <a:p>
          <a:pPr marL="0" lvl="0" indent="0" algn="ctr" defTabSz="2889250">
            <a:lnSpc>
              <a:spcPct val="90000"/>
            </a:lnSpc>
            <a:spcBef>
              <a:spcPct val="0"/>
            </a:spcBef>
            <a:spcAft>
              <a:spcPct val="35000"/>
            </a:spcAft>
            <a:buNone/>
          </a:pPr>
          <a:r>
            <a:rPr lang="en-US" sz="6500" kern="1200" dirty="0" err="1"/>
            <a:t>Algo</a:t>
          </a:r>
          <a:endParaRPr lang="en-US" sz="6500" kern="1200" dirty="0"/>
        </a:p>
      </dsp:txBody>
      <dsp:txXfrm>
        <a:off x="2739092" y="4680177"/>
        <a:ext cx="2974950" cy="1741623"/>
      </dsp:txXfrm>
    </dsp:sp>
    <dsp:sp modelId="{318C9E2A-AFF0-440A-A4A8-0F6AF51E126F}">
      <dsp:nvSpPr>
        <dsp:cNvPr id="0" name=""/>
        <dsp:cNvSpPr/>
      </dsp:nvSpPr>
      <dsp:spPr>
        <a:xfrm rot="16200000">
          <a:off x="6254983" y="3782501"/>
          <a:ext cx="2303647" cy="277498"/>
        </a:xfrm>
        <a:prstGeom prst="rect">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1A4D5E31-D3DC-491A-97AC-C9ACA5156448}">
      <dsp:nvSpPr>
        <dsp:cNvPr id="0" name=""/>
        <dsp:cNvSpPr/>
      </dsp:nvSpPr>
      <dsp:spPr>
        <a:xfrm>
          <a:off x="6785722" y="4625993"/>
          <a:ext cx="3083318" cy="1849991"/>
        </a:xfrm>
        <a:prstGeom prst="roundRect">
          <a:avLst>
            <a:gd name="adj" fmla="val 10000"/>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7650" tIns="247650" rIns="247650" bIns="247650" numCol="1" spcCol="1270" anchor="ctr" anchorCtr="0">
          <a:noAutofit/>
        </a:bodyPr>
        <a:lstStyle/>
        <a:p>
          <a:pPr marL="0" lvl="0" indent="0" algn="ctr" defTabSz="2889250">
            <a:lnSpc>
              <a:spcPct val="90000"/>
            </a:lnSpc>
            <a:spcBef>
              <a:spcPct val="0"/>
            </a:spcBef>
            <a:spcAft>
              <a:spcPct val="35000"/>
            </a:spcAft>
            <a:buNone/>
          </a:pPr>
          <a:r>
            <a:rPr lang="en-US" sz="6500" kern="1200" dirty="0"/>
            <a:t>Basic</a:t>
          </a:r>
        </a:p>
      </dsp:txBody>
      <dsp:txXfrm>
        <a:off x="6839906" y="4680177"/>
        <a:ext cx="2974950" cy="1741623"/>
      </dsp:txXfrm>
    </dsp:sp>
    <dsp:sp modelId="{F5A60A52-53C7-40BC-8FDF-32F02B49CB4A}">
      <dsp:nvSpPr>
        <dsp:cNvPr id="0" name=""/>
        <dsp:cNvSpPr/>
      </dsp:nvSpPr>
      <dsp:spPr>
        <a:xfrm rot="16200000">
          <a:off x="6254983" y="1470012"/>
          <a:ext cx="2303647" cy="277498"/>
        </a:xfrm>
        <a:prstGeom prst="rect">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41338540-80C2-4B13-844F-7FCD03FC9813}">
      <dsp:nvSpPr>
        <dsp:cNvPr id="0" name=""/>
        <dsp:cNvSpPr/>
      </dsp:nvSpPr>
      <dsp:spPr>
        <a:xfrm>
          <a:off x="6785722" y="2313504"/>
          <a:ext cx="3083318" cy="1849991"/>
        </a:xfrm>
        <a:prstGeom prst="roundRect">
          <a:avLst>
            <a:gd name="adj" fmla="val 10000"/>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7650" tIns="247650" rIns="247650" bIns="247650" numCol="1" spcCol="1270" anchor="ctr" anchorCtr="0">
          <a:noAutofit/>
        </a:bodyPr>
        <a:lstStyle/>
        <a:p>
          <a:pPr marL="0" lvl="0" indent="0" algn="ctr" defTabSz="2889250">
            <a:lnSpc>
              <a:spcPct val="90000"/>
            </a:lnSpc>
            <a:spcBef>
              <a:spcPct val="0"/>
            </a:spcBef>
            <a:spcAft>
              <a:spcPct val="35000"/>
            </a:spcAft>
            <a:buNone/>
          </a:pPr>
          <a:r>
            <a:rPr lang="en-US" sz="6500" kern="1200" dirty="0"/>
            <a:t>C</a:t>
          </a:r>
        </a:p>
      </dsp:txBody>
      <dsp:txXfrm>
        <a:off x="6839906" y="2367688"/>
        <a:ext cx="2974950" cy="1741623"/>
      </dsp:txXfrm>
    </dsp:sp>
    <dsp:sp modelId="{63600684-EE3F-4649-B8ED-9933B69792AC}">
      <dsp:nvSpPr>
        <dsp:cNvPr id="0" name=""/>
        <dsp:cNvSpPr/>
      </dsp:nvSpPr>
      <dsp:spPr>
        <a:xfrm>
          <a:off x="6785722" y="1015"/>
          <a:ext cx="3083318" cy="1849991"/>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7650" tIns="247650" rIns="247650" bIns="247650" numCol="1" spcCol="1270" anchor="ctr" anchorCtr="0">
          <a:noAutofit/>
        </a:bodyPr>
        <a:lstStyle/>
        <a:p>
          <a:pPr marL="0" lvl="0" indent="0" algn="ctr" defTabSz="2889250">
            <a:lnSpc>
              <a:spcPct val="90000"/>
            </a:lnSpc>
            <a:spcBef>
              <a:spcPct val="0"/>
            </a:spcBef>
            <a:spcAft>
              <a:spcPct val="35000"/>
            </a:spcAft>
            <a:buNone/>
          </a:pPr>
          <a:r>
            <a:rPr lang="en-US" sz="6500" kern="1200" dirty="0"/>
            <a:t>Pascal</a:t>
          </a:r>
        </a:p>
      </dsp:txBody>
      <dsp:txXfrm>
        <a:off x="6839906" y="55199"/>
        <a:ext cx="2974950" cy="1741623"/>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7B267C9-167A-449F-BB96-EA41B23B10E3}">
      <dsp:nvSpPr>
        <dsp:cNvPr id="0" name=""/>
        <dsp:cNvSpPr/>
      </dsp:nvSpPr>
      <dsp:spPr>
        <a:xfrm>
          <a:off x="0" y="0"/>
          <a:ext cx="14478000" cy="0"/>
        </a:xfrm>
        <a:prstGeom prst="line">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F8AE755-1367-4904-B2A0-AC3BB6D64F80}">
      <dsp:nvSpPr>
        <dsp:cNvPr id="0" name=""/>
        <dsp:cNvSpPr/>
      </dsp:nvSpPr>
      <dsp:spPr>
        <a:xfrm>
          <a:off x="0" y="0"/>
          <a:ext cx="2895600" cy="685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0970" tIns="140970" rIns="140970" bIns="140970" numCol="1" spcCol="1270" anchor="t" anchorCtr="0">
          <a:noAutofit/>
        </a:bodyPr>
        <a:lstStyle/>
        <a:p>
          <a:pPr marL="0" lvl="0" indent="0" algn="l" defTabSz="1644650">
            <a:lnSpc>
              <a:spcPct val="90000"/>
            </a:lnSpc>
            <a:spcBef>
              <a:spcPct val="0"/>
            </a:spcBef>
            <a:spcAft>
              <a:spcPct val="35000"/>
            </a:spcAft>
            <a:buNone/>
          </a:pPr>
          <a:r>
            <a:rPr lang="en-US" sz="3700" kern="1200" dirty="0"/>
            <a:t>Functional Programming</a:t>
          </a:r>
        </a:p>
        <a:p>
          <a:pPr marL="0" lvl="0" indent="0" algn="l" defTabSz="1644650">
            <a:lnSpc>
              <a:spcPct val="90000"/>
            </a:lnSpc>
            <a:spcBef>
              <a:spcPct val="0"/>
            </a:spcBef>
            <a:spcAft>
              <a:spcPct val="35000"/>
            </a:spcAft>
            <a:buNone/>
          </a:pPr>
          <a:r>
            <a:rPr lang="en-US" sz="3700" kern="1200" dirty="0"/>
            <a:t>Language</a:t>
          </a:r>
        </a:p>
      </dsp:txBody>
      <dsp:txXfrm>
        <a:off x="0" y="0"/>
        <a:ext cx="2895600" cy="6858000"/>
      </dsp:txXfrm>
    </dsp:sp>
    <dsp:sp modelId="{0EDDE23B-70B0-45CB-A434-80C7D056227A}">
      <dsp:nvSpPr>
        <dsp:cNvPr id="0" name=""/>
        <dsp:cNvSpPr/>
      </dsp:nvSpPr>
      <dsp:spPr>
        <a:xfrm>
          <a:off x="3112770" y="80618"/>
          <a:ext cx="11365230" cy="16123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t" anchorCtr="0">
          <a:noAutofit/>
        </a:bodyPr>
        <a:lstStyle/>
        <a:p>
          <a:pPr marL="0" lvl="0" indent="0" algn="l" defTabSz="1422400">
            <a:lnSpc>
              <a:spcPct val="90000"/>
            </a:lnSpc>
            <a:spcBef>
              <a:spcPct val="0"/>
            </a:spcBef>
            <a:spcAft>
              <a:spcPct val="35000"/>
            </a:spcAft>
            <a:buNone/>
          </a:pPr>
          <a:r>
            <a:rPr lang="en-US" sz="3200" b="0" i="0" kern="1200" dirty="0"/>
            <a:t>Functional programming (also called FP) is a way of thinking about software construction by creating pure functions. </a:t>
          </a:r>
          <a:endParaRPr lang="en-US" sz="3200" kern="1200" dirty="0"/>
        </a:p>
      </dsp:txBody>
      <dsp:txXfrm>
        <a:off x="3112770" y="80618"/>
        <a:ext cx="11365230" cy="1612366"/>
      </dsp:txXfrm>
    </dsp:sp>
    <dsp:sp modelId="{F0BD2C63-9220-4588-AC85-45F42D0AA3EC}">
      <dsp:nvSpPr>
        <dsp:cNvPr id="0" name=""/>
        <dsp:cNvSpPr/>
      </dsp:nvSpPr>
      <dsp:spPr>
        <a:xfrm>
          <a:off x="2895600" y="1692985"/>
          <a:ext cx="11582400" cy="0"/>
        </a:xfrm>
        <a:prstGeom prst="line">
          <a:avLst/>
        </a:prstGeom>
        <a:solidFill>
          <a:schemeClr val="accent2">
            <a:hueOff val="0"/>
            <a:satOff val="0"/>
            <a:lumOff val="0"/>
            <a:alphaOff val="0"/>
          </a:schemeClr>
        </a:solidFill>
        <a:ln w="25400" cap="flat" cmpd="sng" algn="ctr">
          <a:solidFill>
            <a:schemeClr val="accent2">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BB4B7EE-D584-4DDE-BE84-37B6801CE312}">
      <dsp:nvSpPr>
        <dsp:cNvPr id="0" name=""/>
        <dsp:cNvSpPr/>
      </dsp:nvSpPr>
      <dsp:spPr>
        <a:xfrm>
          <a:off x="3112770" y="1773603"/>
          <a:ext cx="11365230" cy="16123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t" anchorCtr="0">
          <a:noAutofit/>
        </a:bodyPr>
        <a:lstStyle/>
        <a:p>
          <a:pPr marL="0" lvl="0" indent="0" algn="l" defTabSz="1422400">
            <a:lnSpc>
              <a:spcPct val="90000"/>
            </a:lnSpc>
            <a:spcBef>
              <a:spcPct val="0"/>
            </a:spcBef>
            <a:spcAft>
              <a:spcPct val="35000"/>
            </a:spcAft>
            <a:buNone/>
          </a:pPr>
          <a:r>
            <a:rPr lang="en-US" sz="3200" kern="1200" dirty="0"/>
            <a:t>T</a:t>
          </a:r>
          <a:r>
            <a:rPr lang="en-US" sz="3200" b="0" i="0" kern="1200" dirty="0"/>
            <a:t>ypically uses stored data, frequently avoiding loops in favor of recursive functions.</a:t>
          </a:r>
          <a:endParaRPr lang="en-US" sz="3200" kern="1200" dirty="0"/>
        </a:p>
      </dsp:txBody>
      <dsp:txXfrm>
        <a:off x="3112770" y="1773603"/>
        <a:ext cx="11365230" cy="1612366"/>
      </dsp:txXfrm>
    </dsp:sp>
    <dsp:sp modelId="{952EB24A-E6AA-4EB3-9628-6DA3F6DA5085}">
      <dsp:nvSpPr>
        <dsp:cNvPr id="0" name=""/>
        <dsp:cNvSpPr/>
      </dsp:nvSpPr>
      <dsp:spPr>
        <a:xfrm>
          <a:off x="2895600" y="3385970"/>
          <a:ext cx="11582400" cy="0"/>
        </a:xfrm>
        <a:prstGeom prst="line">
          <a:avLst/>
        </a:prstGeom>
        <a:solidFill>
          <a:schemeClr val="accent2">
            <a:hueOff val="0"/>
            <a:satOff val="0"/>
            <a:lumOff val="0"/>
            <a:alphaOff val="0"/>
          </a:schemeClr>
        </a:solidFill>
        <a:ln w="25400" cap="flat" cmpd="sng" algn="ctr">
          <a:solidFill>
            <a:schemeClr val="accent2">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B3F306A-794B-4C2F-B665-7AE46CCA285A}">
      <dsp:nvSpPr>
        <dsp:cNvPr id="0" name=""/>
        <dsp:cNvSpPr/>
      </dsp:nvSpPr>
      <dsp:spPr>
        <a:xfrm>
          <a:off x="3112770" y="3466588"/>
          <a:ext cx="11365230" cy="16123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t" anchorCtr="0">
          <a:noAutofit/>
        </a:bodyPr>
        <a:lstStyle/>
        <a:p>
          <a:pPr marL="0" lvl="0" indent="0" algn="l" defTabSz="1422400">
            <a:lnSpc>
              <a:spcPct val="90000"/>
            </a:lnSpc>
            <a:spcBef>
              <a:spcPct val="0"/>
            </a:spcBef>
            <a:spcAft>
              <a:spcPct val="35000"/>
            </a:spcAft>
            <a:buNone/>
          </a:pPr>
          <a:r>
            <a:rPr lang="en-US" sz="3200" b="0" i="0" kern="1200" dirty="0"/>
            <a:t>FP emphasizes on expressions and declarations rather than execution of statements.</a:t>
          </a:r>
          <a:endParaRPr lang="en-US" sz="3200" kern="1200" dirty="0"/>
        </a:p>
      </dsp:txBody>
      <dsp:txXfrm>
        <a:off x="3112770" y="3466588"/>
        <a:ext cx="11365230" cy="1612366"/>
      </dsp:txXfrm>
    </dsp:sp>
    <dsp:sp modelId="{D611B2DE-3C1C-46AC-8EAC-7ECE3F8A29FF}">
      <dsp:nvSpPr>
        <dsp:cNvPr id="0" name=""/>
        <dsp:cNvSpPr/>
      </dsp:nvSpPr>
      <dsp:spPr>
        <a:xfrm>
          <a:off x="2895600" y="5078955"/>
          <a:ext cx="11582400" cy="0"/>
        </a:xfrm>
        <a:prstGeom prst="line">
          <a:avLst/>
        </a:prstGeom>
        <a:solidFill>
          <a:schemeClr val="accent2">
            <a:hueOff val="0"/>
            <a:satOff val="0"/>
            <a:lumOff val="0"/>
            <a:alphaOff val="0"/>
          </a:schemeClr>
        </a:solidFill>
        <a:ln w="25400" cap="flat" cmpd="sng" algn="ctr">
          <a:solidFill>
            <a:schemeClr val="accent2">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773BC90-456E-46EA-9351-DE3E1470A014}">
      <dsp:nvSpPr>
        <dsp:cNvPr id="0" name=""/>
        <dsp:cNvSpPr/>
      </dsp:nvSpPr>
      <dsp:spPr>
        <a:xfrm>
          <a:off x="3112770" y="5159573"/>
          <a:ext cx="11365230" cy="16123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t" anchorCtr="0">
          <a:noAutofit/>
        </a:bodyPr>
        <a:lstStyle/>
        <a:p>
          <a:pPr marL="0" lvl="0" indent="0" algn="l" defTabSz="1422400">
            <a:lnSpc>
              <a:spcPct val="90000"/>
            </a:lnSpc>
            <a:spcBef>
              <a:spcPct val="0"/>
            </a:spcBef>
            <a:spcAft>
              <a:spcPct val="35000"/>
            </a:spcAft>
            <a:buNone/>
          </a:pPr>
          <a:r>
            <a:rPr lang="en-US" sz="3200" b="0" i="0" kern="1200" dirty="0"/>
            <a:t>Unlike other procedures which depend on a local or global state, value output in FP depends only on the arguments passed to the function.</a:t>
          </a:r>
          <a:endParaRPr lang="en-US" sz="3200" kern="1200" dirty="0"/>
        </a:p>
      </dsp:txBody>
      <dsp:txXfrm>
        <a:off x="3112770" y="5159573"/>
        <a:ext cx="11365230" cy="1612366"/>
      </dsp:txXfrm>
    </dsp:sp>
    <dsp:sp modelId="{B06BA2D1-05FF-4630-B021-E9E6F22D98BE}">
      <dsp:nvSpPr>
        <dsp:cNvPr id="0" name=""/>
        <dsp:cNvSpPr/>
      </dsp:nvSpPr>
      <dsp:spPr>
        <a:xfrm>
          <a:off x="2895600" y="6771940"/>
          <a:ext cx="11582400" cy="0"/>
        </a:xfrm>
        <a:prstGeom prst="line">
          <a:avLst/>
        </a:prstGeom>
        <a:solidFill>
          <a:schemeClr val="accent2">
            <a:hueOff val="0"/>
            <a:satOff val="0"/>
            <a:lumOff val="0"/>
            <a:alphaOff val="0"/>
          </a:schemeClr>
        </a:solidFill>
        <a:ln w="25400" cap="flat" cmpd="sng" algn="ctr">
          <a:solidFill>
            <a:schemeClr val="accent2">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5F0F642-F31D-4755-A861-32A216E688AB}">
      <dsp:nvSpPr>
        <dsp:cNvPr id="0" name=""/>
        <dsp:cNvSpPr/>
      </dsp:nvSpPr>
      <dsp:spPr>
        <a:xfrm>
          <a:off x="0" y="0"/>
          <a:ext cx="15316200" cy="1076062"/>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b="0" i="0" kern="1200" dirty="0"/>
            <a:t>Functional programming method focuses on results, not the process.</a:t>
          </a:r>
          <a:endParaRPr lang="en-US" sz="3200" kern="1200" dirty="0"/>
        </a:p>
      </dsp:txBody>
      <dsp:txXfrm>
        <a:off x="3170846" y="0"/>
        <a:ext cx="12145353" cy="1076062"/>
      </dsp:txXfrm>
    </dsp:sp>
    <dsp:sp modelId="{76718EC4-7305-46F0-B948-65B87134DE01}">
      <dsp:nvSpPr>
        <dsp:cNvPr id="0" name=""/>
        <dsp:cNvSpPr/>
      </dsp:nvSpPr>
      <dsp:spPr>
        <a:xfrm>
          <a:off x="107606" y="107606"/>
          <a:ext cx="3063240" cy="860849"/>
        </a:xfrm>
        <a:prstGeom prst="roundRect">
          <a:avLst>
            <a:gd name="adj" fmla="val 10000"/>
          </a:avLst>
        </a:prstGeom>
        <a:solidFill>
          <a:schemeClr val="accent2">
            <a:tint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CE25BC2-6643-40F8-ADCB-E44386E9D550}">
      <dsp:nvSpPr>
        <dsp:cNvPr id="0" name=""/>
        <dsp:cNvSpPr/>
      </dsp:nvSpPr>
      <dsp:spPr>
        <a:xfrm>
          <a:off x="0" y="1183668"/>
          <a:ext cx="15316200" cy="1076062"/>
        </a:xfrm>
        <a:prstGeom prst="roundRect">
          <a:avLst>
            <a:gd name="adj" fmla="val 10000"/>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b="0" i="0" kern="1200" dirty="0"/>
            <a:t>Emphasis is on what is to be computed.</a:t>
          </a:r>
        </a:p>
      </dsp:txBody>
      <dsp:txXfrm>
        <a:off x="3170846" y="1183668"/>
        <a:ext cx="12145353" cy="1076062"/>
      </dsp:txXfrm>
    </dsp:sp>
    <dsp:sp modelId="{F0C7F817-5D08-45EB-9679-25EB48BE7CFD}">
      <dsp:nvSpPr>
        <dsp:cNvPr id="0" name=""/>
        <dsp:cNvSpPr/>
      </dsp:nvSpPr>
      <dsp:spPr>
        <a:xfrm>
          <a:off x="107606" y="1291274"/>
          <a:ext cx="3063240" cy="860849"/>
        </a:xfrm>
        <a:prstGeom prst="roundRect">
          <a:avLst>
            <a:gd name="adj" fmla="val 10000"/>
          </a:avLst>
        </a:prstGeom>
        <a:solidFill>
          <a:schemeClr val="accent3">
            <a:tint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5B7C35A6-ECFD-4850-A922-2CF57C4D9E79}">
      <dsp:nvSpPr>
        <dsp:cNvPr id="0" name=""/>
        <dsp:cNvSpPr/>
      </dsp:nvSpPr>
      <dsp:spPr>
        <a:xfrm>
          <a:off x="0" y="2367337"/>
          <a:ext cx="15316200" cy="1076062"/>
        </a:xfrm>
        <a:prstGeom prst="roundRect">
          <a:avLst>
            <a:gd name="adj" fmla="val 10000"/>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b="0" i="0" kern="1200" dirty="0"/>
            <a:t>Data is immutable.</a:t>
          </a:r>
        </a:p>
      </dsp:txBody>
      <dsp:txXfrm>
        <a:off x="3170846" y="2367337"/>
        <a:ext cx="12145353" cy="1076062"/>
      </dsp:txXfrm>
    </dsp:sp>
    <dsp:sp modelId="{B85F97C3-8175-4824-9636-8635278A4DC0}">
      <dsp:nvSpPr>
        <dsp:cNvPr id="0" name=""/>
        <dsp:cNvSpPr/>
      </dsp:nvSpPr>
      <dsp:spPr>
        <a:xfrm>
          <a:off x="107606" y="2474943"/>
          <a:ext cx="3063240" cy="860849"/>
        </a:xfrm>
        <a:prstGeom prst="roundRect">
          <a:avLst>
            <a:gd name="adj" fmla="val 10000"/>
          </a:avLst>
        </a:prstGeom>
        <a:solidFill>
          <a:schemeClr val="accent4">
            <a:tint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FD097B2-6FB2-41BE-94B1-3212A2046F21}">
      <dsp:nvSpPr>
        <dsp:cNvPr id="0" name=""/>
        <dsp:cNvSpPr/>
      </dsp:nvSpPr>
      <dsp:spPr>
        <a:xfrm>
          <a:off x="0" y="3551005"/>
          <a:ext cx="15316200" cy="1076062"/>
        </a:xfrm>
        <a:prstGeom prst="roundRect">
          <a:avLst>
            <a:gd name="adj" fmla="val 10000"/>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b="0" i="0" kern="1200" dirty="0"/>
            <a:t>Functional programming decompose the problem into ‘functions.</a:t>
          </a:r>
        </a:p>
      </dsp:txBody>
      <dsp:txXfrm>
        <a:off x="3170846" y="3551005"/>
        <a:ext cx="12145353" cy="1076062"/>
      </dsp:txXfrm>
    </dsp:sp>
    <dsp:sp modelId="{52802B68-B47C-4DAD-903C-DDE925C392DE}">
      <dsp:nvSpPr>
        <dsp:cNvPr id="0" name=""/>
        <dsp:cNvSpPr/>
      </dsp:nvSpPr>
      <dsp:spPr>
        <a:xfrm>
          <a:off x="107606" y="3658611"/>
          <a:ext cx="3063240" cy="860849"/>
        </a:xfrm>
        <a:prstGeom prst="roundRect">
          <a:avLst>
            <a:gd name="adj" fmla="val 10000"/>
          </a:avLst>
        </a:prstGeom>
        <a:solidFill>
          <a:schemeClr val="accent5">
            <a:tint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42F630E-B07D-4117-A6F3-ED4E02F3A807}">
      <dsp:nvSpPr>
        <dsp:cNvPr id="0" name=""/>
        <dsp:cNvSpPr/>
      </dsp:nvSpPr>
      <dsp:spPr>
        <a:xfrm>
          <a:off x="0" y="4734674"/>
          <a:ext cx="15316200" cy="1076062"/>
        </a:xfrm>
        <a:prstGeom prst="roundRect">
          <a:avLst>
            <a:gd name="adj" fmla="val 10000"/>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b="0" i="0" kern="1200" dirty="0"/>
            <a:t>It is built on the concept of mathematical functions which uses conditional expressions and recursion to do perform the calculation.</a:t>
          </a:r>
        </a:p>
      </dsp:txBody>
      <dsp:txXfrm>
        <a:off x="3170846" y="4734674"/>
        <a:ext cx="12145353" cy="1076062"/>
      </dsp:txXfrm>
    </dsp:sp>
    <dsp:sp modelId="{696C75A0-DF65-4BA8-AD59-6DA134D3E339}">
      <dsp:nvSpPr>
        <dsp:cNvPr id="0" name=""/>
        <dsp:cNvSpPr/>
      </dsp:nvSpPr>
      <dsp:spPr>
        <a:xfrm>
          <a:off x="107606" y="4842280"/>
          <a:ext cx="3063240" cy="860849"/>
        </a:xfrm>
        <a:prstGeom prst="roundRect">
          <a:avLst>
            <a:gd name="adj" fmla="val 10000"/>
          </a:avLst>
        </a:prstGeom>
        <a:solidFill>
          <a:schemeClr val="accent6">
            <a:tint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13ECAD1-6554-4B7B-89BB-1933FD8C413F}">
      <dsp:nvSpPr>
        <dsp:cNvPr id="0" name=""/>
        <dsp:cNvSpPr/>
      </dsp:nvSpPr>
      <dsp:spPr>
        <a:xfrm>
          <a:off x="0" y="5918342"/>
          <a:ext cx="15316200" cy="1076062"/>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b="0" i="0" kern="1200"/>
            <a:t>It does not support iteration like loop statements and conditional statements like If-Else</a:t>
          </a:r>
        </a:p>
      </dsp:txBody>
      <dsp:txXfrm>
        <a:off x="3170846" y="5918342"/>
        <a:ext cx="12145353" cy="1076062"/>
      </dsp:txXfrm>
    </dsp:sp>
    <dsp:sp modelId="{AE640401-95BB-403B-A2CB-5E4D8ABBB175}">
      <dsp:nvSpPr>
        <dsp:cNvPr id="0" name=""/>
        <dsp:cNvSpPr/>
      </dsp:nvSpPr>
      <dsp:spPr>
        <a:xfrm>
          <a:off x="107606" y="6025948"/>
          <a:ext cx="3063240" cy="860849"/>
        </a:xfrm>
        <a:prstGeom prst="roundRect">
          <a:avLst>
            <a:gd name="adj" fmla="val 10000"/>
          </a:avLst>
        </a:prstGeom>
        <a:solidFill>
          <a:schemeClr val="accent2">
            <a:tint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554161C-983D-43C0-B42B-34FDB20E8CFB}">
      <dsp:nvSpPr>
        <dsp:cNvPr id="0" name=""/>
        <dsp:cNvSpPr/>
      </dsp:nvSpPr>
      <dsp:spPr>
        <a:xfrm>
          <a:off x="3447631" y="1343501"/>
          <a:ext cx="762029" cy="91440"/>
        </a:xfrm>
        <a:custGeom>
          <a:avLst/>
          <a:gdLst/>
          <a:ahLst/>
          <a:cxnLst/>
          <a:rect l="0" t="0" r="0" b="0"/>
          <a:pathLst>
            <a:path>
              <a:moveTo>
                <a:pt x="0" y="45720"/>
              </a:moveTo>
              <a:lnTo>
                <a:pt x="762029" y="45720"/>
              </a:lnTo>
            </a:path>
          </a:pathLst>
        </a:custGeom>
        <a:noFill/>
        <a:ln w="9525" cap="flat" cmpd="sng" algn="ctr">
          <a:solidFill>
            <a:schemeClr val="accent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808829" y="1385258"/>
        <a:ext cx="39631" cy="7926"/>
      </dsp:txXfrm>
    </dsp:sp>
    <dsp:sp modelId="{3F8F5652-127F-464C-B53F-95437300DC73}">
      <dsp:nvSpPr>
        <dsp:cNvPr id="0" name=""/>
        <dsp:cNvSpPr/>
      </dsp:nvSpPr>
      <dsp:spPr>
        <a:xfrm>
          <a:off x="3217" y="355357"/>
          <a:ext cx="3446213" cy="2067728"/>
        </a:xfrm>
        <a:prstGeom prst="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6248" tIns="206248" rIns="206248" bIns="206248" numCol="1" spcCol="1270" anchor="ctr" anchorCtr="0">
          <a:noAutofit/>
        </a:bodyPr>
        <a:lstStyle/>
        <a:p>
          <a:pPr marL="0" lvl="0" indent="0" algn="ctr" defTabSz="1289050">
            <a:lnSpc>
              <a:spcPct val="90000"/>
            </a:lnSpc>
            <a:spcBef>
              <a:spcPct val="0"/>
            </a:spcBef>
            <a:spcAft>
              <a:spcPct val="35000"/>
            </a:spcAft>
            <a:buNone/>
          </a:pPr>
          <a:r>
            <a:rPr lang="en-US" sz="2900" b="0" i="0" kern="1200" dirty="0"/>
            <a:t>Allows you to avoid confusing problems and errors in the code</a:t>
          </a:r>
          <a:endParaRPr lang="en-US" sz="2900" kern="1200" dirty="0"/>
        </a:p>
      </dsp:txBody>
      <dsp:txXfrm>
        <a:off x="3217" y="355357"/>
        <a:ext cx="3446213" cy="2067728"/>
      </dsp:txXfrm>
    </dsp:sp>
    <dsp:sp modelId="{A7A7DD1F-4DC5-441A-BA3C-7A59EF762178}">
      <dsp:nvSpPr>
        <dsp:cNvPr id="0" name=""/>
        <dsp:cNvSpPr/>
      </dsp:nvSpPr>
      <dsp:spPr>
        <a:xfrm>
          <a:off x="7686473" y="1343501"/>
          <a:ext cx="762029" cy="91440"/>
        </a:xfrm>
        <a:custGeom>
          <a:avLst/>
          <a:gdLst/>
          <a:ahLst/>
          <a:cxnLst/>
          <a:rect l="0" t="0" r="0" b="0"/>
          <a:pathLst>
            <a:path>
              <a:moveTo>
                <a:pt x="0" y="45720"/>
              </a:moveTo>
              <a:lnTo>
                <a:pt x="762029" y="45720"/>
              </a:lnTo>
            </a:path>
          </a:pathLst>
        </a:custGeom>
        <a:noFill/>
        <a:ln w="9525" cap="flat" cmpd="sng" algn="ctr">
          <a:solidFill>
            <a:schemeClr val="accent3">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8047672" y="1385258"/>
        <a:ext cx="39631" cy="7926"/>
      </dsp:txXfrm>
    </dsp:sp>
    <dsp:sp modelId="{872ECAA5-C6FE-4005-BB8D-C2533CE70AF2}">
      <dsp:nvSpPr>
        <dsp:cNvPr id="0" name=""/>
        <dsp:cNvSpPr/>
      </dsp:nvSpPr>
      <dsp:spPr>
        <a:xfrm>
          <a:off x="4242060" y="355357"/>
          <a:ext cx="3446213" cy="2067728"/>
        </a:xfrm>
        <a:prstGeom prst="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6248" tIns="206248" rIns="206248" bIns="206248" numCol="1" spcCol="1270" anchor="ctr" anchorCtr="0">
          <a:noAutofit/>
        </a:bodyPr>
        <a:lstStyle/>
        <a:p>
          <a:pPr marL="0" lvl="0" indent="0" algn="ctr" defTabSz="1289050">
            <a:lnSpc>
              <a:spcPct val="90000"/>
            </a:lnSpc>
            <a:spcBef>
              <a:spcPct val="0"/>
            </a:spcBef>
            <a:spcAft>
              <a:spcPct val="35000"/>
            </a:spcAft>
            <a:buNone/>
          </a:pPr>
          <a:r>
            <a:rPr lang="en-US" sz="2900" b="0" i="0" kern="1200"/>
            <a:t>Easier to test and execute Unit testing and debug FP Code.</a:t>
          </a:r>
        </a:p>
      </dsp:txBody>
      <dsp:txXfrm>
        <a:off x="4242060" y="355357"/>
        <a:ext cx="3446213" cy="2067728"/>
      </dsp:txXfrm>
    </dsp:sp>
    <dsp:sp modelId="{355A753B-D5BF-4962-A2FB-56C23A5EEC1F}">
      <dsp:nvSpPr>
        <dsp:cNvPr id="0" name=""/>
        <dsp:cNvSpPr/>
      </dsp:nvSpPr>
      <dsp:spPr>
        <a:xfrm>
          <a:off x="11925316" y="1343501"/>
          <a:ext cx="762029" cy="91440"/>
        </a:xfrm>
        <a:custGeom>
          <a:avLst/>
          <a:gdLst/>
          <a:ahLst/>
          <a:cxnLst/>
          <a:rect l="0" t="0" r="0" b="0"/>
          <a:pathLst>
            <a:path>
              <a:moveTo>
                <a:pt x="0" y="45720"/>
              </a:moveTo>
              <a:lnTo>
                <a:pt x="762029" y="45720"/>
              </a:lnTo>
            </a:path>
          </a:pathLst>
        </a:custGeom>
        <a:noFill/>
        <a:ln w="9525" cap="flat" cmpd="sng" algn="ctr">
          <a:solidFill>
            <a:schemeClr val="accent4">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2286515" y="1385258"/>
        <a:ext cx="39631" cy="7926"/>
      </dsp:txXfrm>
    </dsp:sp>
    <dsp:sp modelId="{DB251C02-E56B-4C93-84AC-BA65CD3A57FF}">
      <dsp:nvSpPr>
        <dsp:cNvPr id="0" name=""/>
        <dsp:cNvSpPr/>
      </dsp:nvSpPr>
      <dsp:spPr>
        <a:xfrm>
          <a:off x="8480903" y="355357"/>
          <a:ext cx="3446213" cy="2067728"/>
        </a:xfrm>
        <a:prstGeom prst="rec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6248" tIns="206248" rIns="206248" bIns="206248" numCol="1" spcCol="1270" anchor="ctr" anchorCtr="0">
          <a:noAutofit/>
        </a:bodyPr>
        <a:lstStyle/>
        <a:p>
          <a:pPr marL="0" lvl="0" indent="0" algn="ctr" defTabSz="1289050">
            <a:lnSpc>
              <a:spcPct val="90000"/>
            </a:lnSpc>
            <a:spcBef>
              <a:spcPct val="0"/>
            </a:spcBef>
            <a:spcAft>
              <a:spcPct val="35000"/>
            </a:spcAft>
            <a:buNone/>
          </a:pPr>
          <a:r>
            <a:rPr lang="en-US" sz="2900" b="0" i="0" kern="1200" dirty="0"/>
            <a:t>Parallel processing and concurrency</a:t>
          </a:r>
        </a:p>
      </dsp:txBody>
      <dsp:txXfrm>
        <a:off x="8480903" y="355357"/>
        <a:ext cx="3446213" cy="2067728"/>
      </dsp:txXfrm>
    </dsp:sp>
    <dsp:sp modelId="{9A1B7606-2253-4A44-909D-F0699FCB9F4B}">
      <dsp:nvSpPr>
        <dsp:cNvPr id="0" name=""/>
        <dsp:cNvSpPr/>
      </dsp:nvSpPr>
      <dsp:spPr>
        <a:xfrm>
          <a:off x="1726324" y="2421285"/>
          <a:ext cx="12716528" cy="762029"/>
        </a:xfrm>
        <a:custGeom>
          <a:avLst/>
          <a:gdLst/>
          <a:ahLst/>
          <a:cxnLst/>
          <a:rect l="0" t="0" r="0" b="0"/>
          <a:pathLst>
            <a:path>
              <a:moveTo>
                <a:pt x="12716528" y="0"/>
              </a:moveTo>
              <a:lnTo>
                <a:pt x="12716528" y="398114"/>
              </a:lnTo>
              <a:lnTo>
                <a:pt x="0" y="398114"/>
              </a:lnTo>
              <a:lnTo>
                <a:pt x="0" y="762029"/>
              </a:lnTo>
            </a:path>
          </a:pathLst>
        </a:custGeom>
        <a:noFill/>
        <a:ln w="9525" cap="flat" cmpd="sng" algn="ctr">
          <a:solidFill>
            <a:schemeClr val="accent5">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7766058" y="2798336"/>
        <a:ext cx="637060" cy="7926"/>
      </dsp:txXfrm>
    </dsp:sp>
    <dsp:sp modelId="{09E4CC98-5A31-42D9-9921-063A7456F2C7}">
      <dsp:nvSpPr>
        <dsp:cNvPr id="0" name=""/>
        <dsp:cNvSpPr/>
      </dsp:nvSpPr>
      <dsp:spPr>
        <a:xfrm>
          <a:off x="12719745" y="355357"/>
          <a:ext cx="3446213" cy="2067728"/>
        </a:xfrm>
        <a:prstGeom prst="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6248" tIns="206248" rIns="206248" bIns="206248" numCol="1" spcCol="1270" anchor="ctr" anchorCtr="0">
          <a:noAutofit/>
        </a:bodyPr>
        <a:lstStyle/>
        <a:p>
          <a:pPr marL="0" lvl="0" indent="0" algn="ctr" defTabSz="1289050">
            <a:lnSpc>
              <a:spcPct val="90000"/>
            </a:lnSpc>
            <a:spcBef>
              <a:spcPct val="0"/>
            </a:spcBef>
            <a:spcAft>
              <a:spcPct val="35000"/>
            </a:spcAft>
            <a:buNone/>
          </a:pPr>
          <a:r>
            <a:rPr lang="en-US" sz="2900" b="0" i="0" kern="1200"/>
            <a:t>Hot code deployment and fault tolerance</a:t>
          </a:r>
        </a:p>
      </dsp:txBody>
      <dsp:txXfrm>
        <a:off x="12719745" y="355357"/>
        <a:ext cx="3446213" cy="2067728"/>
      </dsp:txXfrm>
    </dsp:sp>
    <dsp:sp modelId="{BE974370-1E52-4AB7-9D45-174A1E9EBF7C}">
      <dsp:nvSpPr>
        <dsp:cNvPr id="0" name=""/>
        <dsp:cNvSpPr/>
      </dsp:nvSpPr>
      <dsp:spPr>
        <a:xfrm>
          <a:off x="3447631" y="4203858"/>
          <a:ext cx="762029" cy="91440"/>
        </a:xfrm>
        <a:custGeom>
          <a:avLst/>
          <a:gdLst/>
          <a:ahLst/>
          <a:cxnLst/>
          <a:rect l="0" t="0" r="0" b="0"/>
          <a:pathLst>
            <a:path>
              <a:moveTo>
                <a:pt x="0" y="45720"/>
              </a:moveTo>
              <a:lnTo>
                <a:pt x="762029" y="45720"/>
              </a:lnTo>
            </a:path>
          </a:pathLst>
        </a:custGeom>
        <a:noFill/>
        <a:ln w="9525" cap="flat" cmpd="sng" algn="ctr">
          <a:solidFill>
            <a:schemeClr val="accent6">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808829" y="4245615"/>
        <a:ext cx="39631" cy="7926"/>
      </dsp:txXfrm>
    </dsp:sp>
    <dsp:sp modelId="{D5CF1A70-5B8D-4BB9-A8DB-B0116318E0FF}">
      <dsp:nvSpPr>
        <dsp:cNvPr id="0" name=""/>
        <dsp:cNvSpPr/>
      </dsp:nvSpPr>
      <dsp:spPr>
        <a:xfrm>
          <a:off x="3217" y="3215714"/>
          <a:ext cx="3446213" cy="2067728"/>
        </a:xfrm>
        <a:prstGeom prst="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6248" tIns="206248" rIns="206248" bIns="206248" numCol="1" spcCol="1270" anchor="ctr" anchorCtr="0">
          <a:noAutofit/>
        </a:bodyPr>
        <a:lstStyle/>
        <a:p>
          <a:pPr marL="0" lvl="0" indent="0" algn="ctr" defTabSz="1289050">
            <a:lnSpc>
              <a:spcPct val="90000"/>
            </a:lnSpc>
            <a:spcBef>
              <a:spcPct val="0"/>
            </a:spcBef>
            <a:spcAft>
              <a:spcPct val="35000"/>
            </a:spcAft>
            <a:buNone/>
          </a:pPr>
          <a:r>
            <a:rPr lang="en-US" sz="2900" b="0" i="0" kern="1200"/>
            <a:t>Offers better modularity with a shorter code</a:t>
          </a:r>
        </a:p>
      </dsp:txBody>
      <dsp:txXfrm>
        <a:off x="3217" y="3215714"/>
        <a:ext cx="3446213" cy="2067728"/>
      </dsp:txXfrm>
    </dsp:sp>
    <dsp:sp modelId="{6BB1DCCE-7FE5-4B77-A7C6-95E40EACA004}">
      <dsp:nvSpPr>
        <dsp:cNvPr id="0" name=""/>
        <dsp:cNvSpPr/>
      </dsp:nvSpPr>
      <dsp:spPr>
        <a:xfrm>
          <a:off x="7686473" y="4203858"/>
          <a:ext cx="762029" cy="91440"/>
        </a:xfrm>
        <a:custGeom>
          <a:avLst/>
          <a:gdLst/>
          <a:ahLst/>
          <a:cxnLst/>
          <a:rect l="0" t="0" r="0" b="0"/>
          <a:pathLst>
            <a:path>
              <a:moveTo>
                <a:pt x="0" y="45720"/>
              </a:moveTo>
              <a:lnTo>
                <a:pt x="762029" y="45720"/>
              </a:lnTo>
            </a:path>
          </a:pathLst>
        </a:custGeom>
        <a:noFill/>
        <a:ln w="9525" cap="flat" cmpd="sng" algn="ctr">
          <a:solidFill>
            <a:schemeClr val="accent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8047672" y="4245615"/>
        <a:ext cx="39631" cy="7926"/>
      </dsp:txXfrm>
    </dsp:sp>
    <dsp:sp modelId="{6D6459BA-FACD-4735-83F4-4C7EB6D2B561}">
      <dsp:nvSpPr>
        <dsp:cNvPr id="0" name=""/>
        <dsp:cNvSpPr/>
      </dsp:nvSpPr>
      <dsp:spPr>
        <a:xfrm>
          <a:off x="4242060" y="3215714"/>
          <a:ext cx="3446213" cy="2067728"/>
        </a:xfrm>
        <a:prstGeom prst="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6248" tIns="206248" rIns="206248" bIns="206248" numCol="1" spcCol="1270" anchor="ctr" anchorCtr="0">
          <a:noAutofit/>
        </a:bodyPr>
        <a:lstStyle/>
        <a:p>
          <a:pPr marL="0" lvl="0" indent="0" algn="ctr" defTabSz="1289050">
            <a:lnSpc>
              <a:spcPct val="90000"/>
            </a:lnSpc>
            <a:spcBef>
              <a:spcPct val="0"/>
            </a:spcBef>
            <a:spcAft>
              <a:spcPct val="35000"/>
            </a:spcAft>
            <a:buNone/>
          </a:pPr>
          <a:r>
            <a:rPr lang="en-US" sz="2900" b="0" i="0" kern="1200"/>
            <a:t>Increased productivity of the developer</a:t>
          </a:r>
        </a:p>
      </dsp:txBody>
      <dsp:txXfrm>
        <a:off x="4242060" y="3215714"/>
        <a:ext cx="3446213" cy="2067728"/>
      </dsp:txXfrm>
    </dsp:sp>
    <dsp:sp modelId="{E93800E6-DD28-4C2F-BD2C-873E4301C0CB}">
      <dsp:nvSpPr>
        <dsp:cNvPr id="0" name=""/>
        <dsp:cNvSpPr/>
      </dsp:nvSpPr>
      <dsp:spPr>
        <a:xfrm>
          <a:off x="8480903" y="3215714"/>
          <a:ext cx="3446213" cy="2067728"/>
        </a:xfrm>
        <a:prstGeom prst="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6248" tIns="206248" rIns="206248" bIns="206248" numCol="1" spcCol="1270" anchor="ctr" anchorCtr="0">
          <a:noAutofit/>
        </a:bodyPr>
        <a:lstStyle/>
        <a:p>
          <a:pPr marL="0" lvl="0" indent="0" algn="ctr" defTabSz="1289050">
            <a:lnSpc>
              <a:spcPct val="90000"/>
            </a:lnSpc>
            <a:spcBef>
              <a:spcPct val="0"/>
            </a:spcBef>
            <a:spcAft>
              <a:spcPct val="35000"/>
            </a:spcAft>
            <a:buNone/>
          </a:pPr>
          <a:r>
            <a:rPr lang="en-US" sz="2900" b="0" i="0" kern="1200" dirty="0"/>
            <a:t>Supports Nested Functions</a:t>
          </a:r>
        </a:p>
      </dsp:txBody>
      <dsp:txXfrm>
        <a:off x="8480903" y="3215714"/>
        <a:ext cx="3446213" cy="2067728"/>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39376F2-90D9-4759-A02D-D576F0973A07}">
      <dsp:nvSpPr>
        <dsp:cNvPr id="0" name=""/>
        <dsp:cNvSpPr/>
      </dsp:nvSpPr>
      <dsp:spPr>
        <a:xfrm rot="5400000">
          <a:off x="434682" y="1555919"/>
          <a:ext cx="2440217" cy="293837"/>
        </a:xfrm>
        <a:prstGeom prst="rect">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DDC90542-B0AD-4C42-B4A6-8B75191B3146}">
      <dsp:nvSpPr>
        <dsp:cNvPr id="0" name=""/>
        <dsp:cNvSpPr/>
      </dsp:nvSpPr>
      <dsp:spPr>
        <a:xfrm>
          <a:off x="997604" y="895"/>
          <a:ext cx="3264861" cy="1958916"/>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0970" tIns="140970" rIns="140970" bIns="140970" numCol="1" spcCol="1270" anchor="ctr" anchorCtr="0">
          <a:noAutofit/>
        </a:bodyPr>
        <a:lstStyle/>
        <a:p>
          <a:pPr marL="0" lvl="0" indent="0" algn="ctr" defTabSz="1644650">
            <a:lnSpc>
              <a:spcPct val="90000"/>
            </a:lnSpc>
            <a:spcBef>
              <a:spcPct val="0"/>
            </a:spcBef>
            <a:spcAft>
              <a:spcPct val="35000"/>
            </a:spcAft>
            <a:buNone/>
          </a:pPr>
          <a:r>
            <a:rPr lang="en-US" sz="3700" kern="1200" dirty="0" err="1"/>
            <a:t>Haskel</a:t>
          </a:r>
          <a:endParaRPr lang="en-US" sz="3700" kern="1200" dirty="0"/>
        </a:p>
      </dsp:txBody>
      <dsp:txXfrm>
        <a:off x="1054979" y="58270"/>
        <a:ext cx="3150111" cy="1844166"/>
      </dsp:txXfrm>
    </dsp:sp>
    <dsp:sp modelId="{2CBC9ADD-7E0C-4D2F-828A-68205C5C0AC0}">
      <dsp:nvSpPr>
        <dsp:cNvPr id="0" name=""/>
        <dsp:cNvSpPr/>
      </dsp:nvSpPr>
      <dsp:spPr>
        <a:xfrm rot="5400000">
          <a:off x="434682" y="4004565"/>
          <a:ext cx="2440217" cy="293837"/>
        </a:xfrm>
        <a:prstGeom prst="rect">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F55E9267-CAD8-4051-9D1E-D7F47414FB67}">
      <dsp:nvSpPr>
        <dsp:cNvPr id="0" name=""/>
        <dsp:cNvSpPr/>
      </dsp:nvSpPr>
      <dsp:spPr>
        <a:xfrm>
          <a:off x="997604" y="2449541"/>
          <a:ext cx="3264861" cy="1958916"/>
        </a:xfrm>
        <a:prstGeom prst="roundRect">
          <a:avLst>
            <a:gd name="adj" fmla="val 10000"/>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0970" tIns="140970" rIns="140970" bIns="140970" numCol="1" spcCol="1270" anchor="ctr" anchorCtr="0">
          <a:noAutofit/>
        </a:bodyPr>
        <a:lstStyle/>
        <a:p>
          <a:pPr marL="0" lvl="0" indent="0" algn="ctr" defTabSz="1644650">
            <a:lnSpc>
              <a:spcPct val="90000"/>
            </a:lnSpc>
            <a:spcBef>
              <a:spcPct val="0"/>
            </a:spcBef>
            <a:spcAft>
              <a:spcPct val="35000"/>
            </a:spcAft>
            <a:buNone/>
          </a:pPr>
          <a:r>
            <a:rPr lang="en-US" sz="3700" kern="1200" dirty="0"/>
            <a:t>SML (Standard Meta Language)</a:t>
          </a:r>
        </a:p>
      </dsp:txBody>
      <dsp:txXfrm>
        <a:off x="1054979" y="2506916"/>
        <a:ext cx="3150111" cy="1844166"/>
      </dsp:txXfrm>
    </dsp:sp>
    <dsp:sp modelId="{8F0CD18B-2EB1-4381-A991-1B0C5EE4A564}">
      <dsp:nvSpPr>
        <dsp:cNvPr id="0" name=""/>
        <dsp:cNvSpPr/>
      </dsp:nvSpPr>
      <dsp:spPr>
        <a:xfrm>
          <a:off x="1659004" y="5228888"/>
          <a:ext cx="4333836" cy="293837"/>
        </a:xfrm>
        <a:prstGeom prst="rect">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039AC339-51F9-44C0-A0C5-A818D773D33A}">
      <dsp:nvSpPr>
        <dsp:cNvPr id="0" name=""/>
        <dsp:cNvSpPr/>
      </dsp:nvSpPr>
      <dsp:spPr>
        <a:xfrm>
          <a:off x="997604" y="4898187"/>
          <a:ext cx="3264861" cy="1958916"/>
        </a:xfrm>
        <a:prstGeom prst="roundRect">
          <a:avLst>
            <a:gd name="adj" fmla="val 10000"/>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0970" tIns="140970" rIns="140970" bIns="140970" numCol="1" spcCol="1270" anchor="ctr" anchorCtr="0">
          <a:noAutofit/>
        </a:bodyPr>
        <a:lstStyle/>
        <a:p>
          <a:pPr marL="0" lvl="0" indent="0" algn="ctr" defTabSz="1644650">
            <a:lnSpc>
              <a:spcPct val="90000"/>
            </a:lnSpc>
            <a:spcBef>
              <a:spcPct val="0"/>
            </a:spcBef>
            <a:spcAft>
              <a:spcPct val="35000"/>
            </a:spcAft>
            <a:buNone/>
          </a:pPr>
          <a:r>
            <a:rPr lang="en-US" sz="3700" kern="1200" dirty="0"/>
            <a:t>Scala</a:t>
          </a:r>
        </a:p>
      </dsp:txBody>
      <dsp:txXfrm>
        <a:off x="1054979" y="4955562"/>
        <a:ext cx="3150111" cy="1844166"/>
      </dsp:txXfrm>
    </dsp:sp>
    <dsp:sp modelId="{5ED341B7-D14E-4C20-A013-579264AFDD4C}">
      <dsp:nvSpPr>
        <dsp:cNvPr id="0" name=""/>
        <dsp:cNvSpPr/>
      </dsp:nvSpPr>
      <dsp:spPr>
        <a:xfrm rot="16200000">
          <a:off x="4776947" y="4004565"/>
          <a:ext cx="2440217" cy="293837"/>
        </a:xfrm>
        <a:prstGeom prst="rect">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EC97DD3D-0867-44D2-BA3E-163D492AB43E}">
      <dsp:nvSpPr>
        <dsp:cNvPr id="0" name=""/>
        <dsp:cNvSpPr/>
      </dsp:nvSpPr>
      <dsp:spPr>
        <a:xfrm>
          <a:off x="5339869" y="4898187"/>
          <a:ext cx="3264861" cy="1958916"/>
        </a:xfrm>
        <a:prstGeom prst="roundRect">
          <a:avLst>
            <a:gd name="adj" fmla="val 10000"/>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0970" tIns="140970" rIns="140970" bIns="140970" numCol="1" spcCol="1270" anchor="ctr" anchorCtr="0">
          <a:noAutofit/>
        </a:bodyPr>
        <a:lstStyle/>
        <a:p>
          <a:pPr marL="0" lvl="0" indent="0" algn="ctr" defTabSz="1644650">
            <a:lnSpc>
              <a:spcPct val="90000"/>
            </a:lnSpc>
            <a:spcBef>
              <a:spcPct val="0"/>
            </a:spcBef>
            <a:spcAft>
              <a:spcPct val="35000"/>
            </a:spcAft>
            <a:buNone/>
          </a:pPr>
          <a:r>
            <a:rPr lang="en-US" sz="3700" kern="1200" dirty="0"/>
            <a:t>F#</a:t>
          </a:r>
        </a:p>
      </dsp:txBody>
      <dsp:txXfrm>
        <a:off x="5397244" y="4955562"/>
        <a:ext cx="3150111" cy="1844166"/>
      </dsp:txXfrm>
    </dsp:sp>
    <dsp:sp modelId="{7E6EE71A-C589-4A18-9EEB-09C0F1A3BA63}">
      <dsp:nvSpPr>
        <dsp:cNvPr id="0" name=""/>
        <dsp:cNvSpPr/>
      </dsp:nvSpPr>
      <dsp:spPr>
        <a:xfrm rot="16200000">
          <a:off x="4776947" y="1555919"/>
          <a:ext cx="2440217" cy="293837"/>
        </a:xfrm>
        <a:prstGeom prst="rect">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8E116F8C-522E-4AA4-BD9F-CBD46013F090}">
      <dsp:nvSpPr>
        <dsp:cNvPr id="0" name=""/>
        <dsp:cNvSpPr/>
      </dsp:nvSpPr>
      <dsp:spPr>
        <a:xfrm>
          <a:off x="5339869" y="2449541"/>
          <a:ext cx="3264861" cy="1958916"/>
        </a:xfrm>
        <a:prstGeom prst="roundRect">
          <a:avLst>
            <a:gd name="adj" fmla="val 10000"/>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0970" tIns="140970" rIns="140970" bIns="140970" numCol="1" spcCol="1270" anchor="ctr" anchorCtr="0">
          <a:noAutofit/>
        </a:bodyPr>
        <a:lstStyle/>
        <a:p>
          <a:pPr marL="0" lvl="0" indent="0" algn="ctr" defTabSz="1644650">
            <a:lnSpc>
              <a:spcPct val="90000"/>
            </a:lnSpc>
            <a:spcBef>
              <a:spcPct val="0"/>
            </a:spcBef>
            <a:spcAft>
              <a:spcPct val="35000"/>
            </a:spcAft>
            <a:buNone/>
          </a:pPr>
          <a:r>
            <a:rPr lang="en-US" sz="3700" kern="1200" dirty="0"/>
            <a:t>SQL</a:t>
          </a:r>
        </a:p>
      </dsp:txBody>
      <dsp:txXfrm>
        <a:off x="5397244" y="2506916"/>
        <a:ext cx="3150111" cy="1844166"/>
      </dsp:txXfrm>
    </dsp:sp>
    <dsp:sp modelId="{BFFDC63D-48C2-48FD-8EEF-841722389977}">
      <dsp:nvSpPr>
        <dsp:cNvPr id="0" name=""/>
        <dsp:cNvSpPr/>
      </dsp:nvSpPr>
      <dsp:spPr>
        <a:xfrm>
          <a:off x="6001270" y="331596"/>
          <a:ext cx="4333836" cy="293837"/>
        </a:xfrm>
        <a:prstGeom prst="rect">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05F62142-787D-4B84-A25D-BBD4DACED9A4}">
      <dsp:nvSpPr>
        <dsp:cNvPr id="0" name=""/>
        <dsp:cNvSpPr/>
      </dsp:nvSpPr>
      <dsp:spPr>
        <a:xfrm>
          <a:off x="5339869" y="895"/>
          <a:ext cx="3264861" cy="1958916"/>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0970" tIns="140970" rIns="140970" bIns="140970" numCol="1" spcCol="1270" anchor="ctr" anchorCtr="0">
          <a:noAutofit/>
        </a:bodyPr>
        <a:lstStyle/>
        <a:p>
          <a:pPr marL="0" lvl="0" indent="0" algn="ctr" defTabSz="1644650">
            <a:lnSpc>
              <a:spcPct val="90000"/>
            </a:lnSpc>
            <a:spcBef>
              <a:spcPct val="0"/>
            </a:spcBef>
            <a:spcAft>
              <a:spcPct val="35000"/>
            </a:spcAft>
            <a:buNone/>
          </a:pPr>
          <a:r>
            <a:rPr lang="en-US" sz="3700" kern="1200" dirty="0" err="1"/>
            <a:t>Clojure</a:t>
          </a:r>
          <a:endParaRPr lang="en-US" sz="3700" kern="1200" dirty="0"/>
        </a:p>
      </dsp:txBody>
      <dsp:txXfrm>
        <a:off x="5397244" y="58270"/>
        <a:ext cx="3150111" cy="1844166"/>
      </dsp:txXfrm>
    </dsp:sp>
    <dsp:sp modelId="{0438CA60-BCB3-45A5-853D-02D155FEB832}">
      <dsp:nvSpPr>
        <dsp:cNvPr id="0" name=""/>
        <dsp:cNvSpPr/>
      </dsp:nvSpPr>
      <dsp:spPr>
        <a:xfrm>
          <a:off x="9682134" y="895"/>
          <a:ext cx="3264861" cy="1958916"/>
        </a:xfrm>
        <a:prstGeom prst="roundRect">
          <a:avLst>
            <a:gd name="adj" fmla="val 10000"/>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0970" tIns="140970" rIns="140970" bIns="140970" numCol="1" spcCol="1270" anchor="ctr" anchorCtr="0">
          <a:noAutofit/>
        </a:bodyPr>
        <a:lstStyle/>
        <a:p>
          <a:pPr marL="0" lvl="0" indent="0" algn="ctr" defTabSz="1644650">
            <a:lnSpc>
              <a:spcPct val="90000"/>
            </a:lnSpc>
            <a:spcBef>
              <a:spcPct val="0"/>
            </a:spcBef>
            <a:spcAft>
              <a:spcPct val="35000"/>
            </a:spcAft>
            <a:buNone/>
          </a:pPr>
          <a:r>
            <a:rPr lang="en-US" sz="3700" kern="1200" dirty="0"/>
            <a:t>Mathematica</a:t>
          </a:r>
        </a:p>
      </dsp:txBody>
      <dsp:txXfrm>
        <a:off x="9739509" y="58270"/>
        <a:ext cx="3150111" cy="1844166"/>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5899C12-F491-4719-966B-910D66EF3E09}">
      <dsp:nvSpPr>
        <dsp:cNvPr id="0" name=""/>
        <dsp:cNvSpPr/>
      </dsp:nvSpPr>
      <dsp:spPr>
        <a:xfrm>
          <a:off x="0" y="0"/>
          <a:ext cx="14478000" cy="0"/>
        </a:xfrm>
        <a:prstGeom prst="line">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F8ED3DC-B966-4B30-9E78-26D9CC9A88D6}">
      <dsp:nvSpPr>
        <dsp:cNvPr id="0" name=""/>
        <dsp:cNvSpPr/>
      </dsp:nvSpPr>
      <dsp:spPr>
        <a:xfrm>
          <a:off x="0" y="0"/>
          <a:ext cx="1693057" cy="69746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t" anchorCtr="0">
          <a:noAutofit/>
        </a:bodyPr>
        <a:lstStyle/>
        <a:p>
          <a:pPr marL="0" lvl="0" indent="0" algn="l" defTabSz="1422400">
            <a:lnSpc>
              <a:spcPct val="90000"/>
            </a:lnSpc>
            <a:spcBef>
              <a:spcPct val="0"/>
            </a:spcBef>
            <a:spcAft>
              <a:spcPct val="35000"/>
            </a:spcAft>
            <a:buNone/>
          </a:pPr>
          <a:r>
            <a:rPr lang="en-US" sz="3200" kern="1200" dirty="0"/>
            <a:t>OOP</a:t>
          </a:r>
        </a:p>
      </dsp:txBody>
      <dsp:txXfrm>
        <a:off x="0" y="0"/>
        <a:ext cx="1693057" cy="6974682"/>
      </dsp:txXfrm>
    </dsp:sp>
    <dsp:sp modelId="{E833AAB1-A9CD-476E-A189-C97851E281FA}">
      <dsp:nvSpPr>
        <dsp:cNvPr id="0" name=""/>
        <dsp:cNvSpPr/>
      </dsp:nvSpPr>
      <dsp:spPr>
        <a:xfrm>
          <a:off x="1910227" y="81989"/>
          <a:ext cx="11365230" cy="16397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t" anchorCtr="0">
          <a:noAutofit/>
        </a:bodyPr>
        <a:lstStyle/>
        <a:p>
          <a:pPr marL="0" lvl="0" indent="0" algn="l" defTabSz="1422400">
            <a:lnSpc>
              <a:spcPct val="90000"/>
            </a:lnSpc>
            <a:spcBef>
              <a:spcPct val="0"/>
            </a:spcBef>
            <a:spcAft>
              <a:spcPct val="35000"/>
            </a:spcAft>
            <a:buNone/>
          </a:pPr>
          <a:r>
            <a:rPr lang="en-US" sz="3200" b="0" i="0" kern="1200" dirty="0"/>
            <a:t>This programming language  views the world as a group of objects that have internal data and external accessing parts of that data. </a:t>
          </a:r>
          <a:endParaRPr lang="en-US" sz="3200" kern="1200" dirty="0"/>
        </a:p>
      </dsp:txBody>
      <dsp:txXfrm>
        <a:off x="1910227" y="81989"/>
        <a:ext cx="11365230" cy="1639799"/>
      </dsp:txXfrm>
    </dsp:sp>
    <dsp:sp modelId="{0BF3FE90-CF8C-4DAA-B760-C43595D82128}">
      <dsp:nvSpPr>
        <dsp:cNvPr id="0" name=""/>
        <dsp:cNvSpPr/>
      </dsp:nvSpPr>
      <dsp:spPr>
        <a:xfrm>
          <a:off x="1693057" y="1721789"/>
          <a:ext cx="11582400" cy="0"/>
        </a:xfrm>
        <a:prstGeom prst="line">
          <a:avLst/>
        </a:prstGeom>
        <a:solidFill>
          <a:schemeClr val="accent2">
            <a:hueOff val="0"/>
            <a:satOff val="0"/>
            <a:lumOff val="0"/>
            <a:alphaOff val="0"/>
          </a:schemeClr>
        </a:solidFill>
        <a:ln w="25400" cap="flat" cmpd="sng" algn="ctr">
          <a:solidFill>
            <a:schemeClr val="accent2">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CF44343-0020-4401-9232-936A6306BD0E}">
      <dsp:nvSpPr>
        <dsp:cNvPr id="0" name=""/>
        <dsp:cNvSpPr/>
      </dsp:nvSpPr>
      <dsp:spPr>
        <a:xfrm>
          <a:off x="1910227" y="1803779"/>
          <a:ext cx="11365230" cy="16397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t" anchorCtr="0">
          <a:noAutofit/>
        </a:bodyPr>
        <a:lstStyle/>
        <a:p>
          <a:pPr marL="0" lvl="0" indent="0" algn="l" defTabSz="1422400">
            <a:lnSpc>
              <a:spcPct val="90000"/>
            </a:lnSpc>
            <a:spcBef>
              <a:spcPct val="0"/>
            </a:spcBef>
            <a:spcAft>
              <a:spcPct val="35000"/>
            </a:spcAft>
            <a:buNone/>
          </a:pPr>
          <a:r>
            <a:rPr lang="en-US" sz="3200" b="0" i="0" kern="1200" dirty="0"/>
            <a:t>The aim is to think about the fault by separating it into a collection of objects that offer services which can be used to solve a specific problem.</a:t>
          </a:r>
          <a:endParaRPr lang="en-US" sz="3200" kern="1200" dirty="0"/>
        </a:p>
      </dsp:txBody>
      <dsp:txXfrm>
        <a:off x="1910227" y="1803779"/>
        <a:ext cx="11365230" cy="1639799"/>
      </dsp:txXfrm>
    </dsp:sp>
    <dsp:sp modelId="{5DB3CB62-3F51-45C9-A539-05CFB43CC1D8}">
      <dsp:nvSpPr>
        <dsp:cNvPr id="0" name=""/>
        <dsp:cNvSpPr/>
      </dsp:nvSpPr>
      <dsp:spPr>
        <a:xfrm>
          <a:off x="1693057" y="3443578"/>
          <a:ext cx="11582400" cy="0"/>
        </a:xfrm>
        <a:prstGeom prst="line">
          <a:avLst/>
        </a:prstGeom>
        <a:solidFill>
          <a:schemeClr val="accent2">
            <a:hueOff val="0"/>
            <a:satOff val="0"/>
            <a:lumOff val="0"/>
            <a:alphaOff val="0"/>
          </a:schemeClr>
        </a:solidFill>
        <a:ln w="25400" cap="flat" cmpd="sng" algn="ctr">
          <a:solidFill>
            <a:schemeClr val="accent2">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76F87C4-123F-4A8E-ACA6-7EE01BF91716}">
      <dsp:nvSpPr>
        <dsp:cNvPr id="0" name=""/>
        <dsp:cNvSpPr/>
      </dsp:nvSpPr>
      <dsp:spPr>
        <a:xfrm>
          <a:off x="1910227" y="3525568"/>
          <a:ext cx="11365230" cy="16397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t" anchorCtr="0">
          <a:noAutofit/>
        </a:bodyPr>
        <a:lstStyle/>
        <a:p>
          <a:pPr marL="0" lvl="0" indent="0" algn="l" defTabSz="1422400">
            <a:lnSpc>
              <a:spcPct val="90000"/>
            </a:lnSpc>
            <a:spcBef>
              <a:spcPct val="0"/>
            </a:spcBef>
            <a:spcAft>
              <a:spcPct val="35000"/>
            </a:spcAft>
            <a:buNone/>
          </a:pPr>
          <a:r>
            <a:rPr lang="en-US" sz="3200" b="0" i="0" kern="1200" dirty="0"/>
            <a:t>One of the main principle of object oriented programming language  is encapsulation that everything an object will need must be inside of the object. </a:t>
          </a:r>
          <a:endParaRPr lang="en-US" sz="3200" kern="1200" dirty="0"/>
        </a:p>
      </dsp:txBody>
      <dsp:txXfrm>
        <a:off x="1910227" y="3525568"/>
        <a:ext cx="11365230" cy="1639799"/>
      </dsp:txXfrm>
    </dsp:sp>
    <dsp:sp modelId="{237734F2-1E30-4BDB-8B09-7880008AC6D3}">
      <dsp:nvSpPr>
        <dsp:cNvPr id="0" name=""/>
        <dsp:cNvSpPr/>
      </dsp:nvSpPr>
      <dsp:spPr>
        <a:xfrm>
          <a:off x="1693057" y="5165368"/>
          <a:ext cx="11582400" cy="0"/>
        </a:xfrm>
        <a:prstGeom prst="line">
          <a:avLst/>
        </a:prstGeom>
        <a:solidFill>
          <a:schemeClr val="accent2">
            <a:hueOff val="0"/>
            <a:satOff val="0"/>
            <a:lumOff val="0"/>
            <a:alphaOff val="0"/>
          </a:schemeClr>
        </a:solidFill>
        <a:ln w="25400" cap="flat" cmpd="sng" algn="ctr">
          <a:solidFill>
            <a:schemeClr val="accent2">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7C8C3C7-AA1E-4883-983B-42BD283FB9B8}">
      <dsp:nvSpPr>
        <dsp:cNvPr id="0" name=""/>
        <dsp:cNvSpPr/>
      </dsp:nvSpPr>
      <dsp:spPr>
        <a:xfrm>
          <a:off x="1910227" y="5247358"/>
          <a:ext cx="11365230" cy="16397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t" anchorCtr="0">
          <a:noAutofit/>
        </a:bodyPr>
        <a:lstStyle/>
        <a:p>
          <a:pPr marL="0" lvl="0" indent="0" algn="l" defTabSz="1422400">
            <a:lnSpc>
              <a:spcPct val="90000"/>
            </a:lnSpc>
            <a:spcBef>
              <a:spcPct val="0"/>
            </a:spcBef>
            <a:spcAft>
              <a:spcPct val="35000"/>
            </a:spcAft>
            <a:buNone/>
          </a:pPr>
          <a:r>
            <a:rPr lang="en-US" sz="3200" b="0" i="0" kern="1200" dirty="0"/>
            <a:t>This language also emphasizes reusability through inheritance and the capacity to spread current implementations without having to change a great deal of code by using polymorphism.</a:t>
          </a:r>
          <a:endParaRPr lang="en-US" sz="3200" kern="1200" dirty="0"/>
        </a:p>
      </dsp:txBody>
      <dsp:txXfrm>
        <a:off x="1910227" y="5247358"/>
        <a:ext cx="11365230" cy="1639799"/>
      </dsp:txXfrm>
    </dsp:sp>
    <dsp:sp modelId="{BD8468E0-D713-4F35-A3B8-ADA1C9DF79BB}">
      <dsp:nvSpPr>
        <dsp:cNvPr id="0" name=""/>
        <dsp:cNvSpPr/>
      </dsp:nvSpPr>
      <dsp:spPr>
        <a:xfrm>
          <a:off x="1693057" y="6887157"/>
          <a:ext cx="11582400" cy="0"/>
        </a:xfrm>
        <a:prstGeom prst="line">
          <a:avLst/>
        </a:prstGeom>
        <a:solidFill>
          <a:schemeClr val="accent2">
            <a:hueOff val="0"/>
            <a:satOff val="0"/>
            <a:lumOff val="0"/>
            <a:alphaOff val="0"/>
          </a:schemeClr>
        </a:solidFill>
        <a:ln w="25400" cap="flat" cmpd="sng" algn="ctr">
          <a:solidFill>
            <a:schemeClr val="accent2">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69BB56A-4BF3-42ED-8B93-C015E8EEA1BA}">
      <dsp:nvSpPr>
        <dsp:cNvPr id="0" name=""/>
        <dsp:cNvSpPr/>
      </dsp:nvSpPr>
      <dsp:spPr>
        <a:xfrm rot="5400000">
          <a:off x="9676661" y="-4665717"/>
          <a:ext cx="1408288" cy="11099116"/>
        </a:xfrm>
        <a:prstGeom prst="round2SameRect">
          <a:avLst/>
        </a:prstGeom>
        <a:solidFill>
          <a:schemeClr val="accent2">
            <a:tint val="40000"/>
            <a:alpha val="90000"/>
            <a:hueOff val="0"/>
            <a:satOff val="0"/>
            <a:lumOff val="0"/>
            <a:alphaOff val="0"/>
          </a:schemeClr>
        </a:solidFill>
        <a:ln w="25400"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85750" lvl="1" indent="-285750" algn="l" defTabSz="1422400">
            <a:lnSpc>
              <a:spcPct val="90000"/>
            </a:lnSpc>
            <a:spcBef>
              <a:spcPct val="0"/>
            </a:spcBef>
            <a:spcAft>
              <a:spcPct val="15000"/>
            </a:spcAft>
            <a:buChar char="•"/>
          </a:pPr>
          <a:r>
            <a:rPr lang="en-US" sz="3200" b="0" i="0" kern="1200" dirty="0"/>
            <a:t>Classes are user-defined data types that can act as the blueprint for individual objects, attributes and methods.</a:t>
          </a:r>
          <a:endParaRPr lang="en-US" sz="3200" kern="1200" dirty="0"/>
        </a:p>
      </dsp:txBody>
      <dsp:txXfrm rot="-5400000">
        <a:off x="4831248" y="248443"/>
        <a:ext cx="11030369" cy="1270794"/>
      </dsp:txXfrm>
    </dsp:sp>
    <dsp:sp modelId="{712EAC83-14E5-4296-A17C-839923E60F42}">
      <dsp:nvSpPr>
        <dsp:cNvPr id="0" name=""/>
        <dsp:cNvSpPr/>
      </dsp:nvSpPr>
      <dsp:spPr>
        <a:xfrm>
          <a:off x="1412005" y="3659"/>
          <a:ext cx="3419242" cy="1760360"/>
        </a:xfrm>
        <a:prstGeom prst="roundRect">
          <a:avLst/>
        </a:prstGeom>
        <a:solidFill>
          <a:schemeClr val="accent2">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52400" tIns="76200" rIns="152400" bIns="76200" numCol="1" spcCol="1270" anchor="ctr" anchorCtr="0">
          <a:noAutofit/>
        </a:bodyPr>
        <a:lstStyle/>
        <a:p>
          <a:pPr marL="0" lvl="0" indent="0" algn="ctr" defTabSz="1778000">
            <a:lnSpc>
              <a:spcPct val="90000"/>
            </a:lnSpc>
            <a:spcBef>
              <a:spcPct val="0"/>
            </a:spcBef>
            <a:spcAft>
              <a:spcPct val="35000"/>
            </a:spcAft>
            <a:buNone/>
          </a:pPr>
          <a:r>
            <a:rPr lang="en-US" sz="4000" kern="1200" dirty="0"/>
            <a:t>Classes</a:t>
          </a:r>
        </a:p>
      </dsp:txBody>
      <dsp:txXfrm>
        <a:off x="1497939" y="89593"/>
        <a:ext cx="3247374" cy="1588492"/>
      </dsp:txXfrm>
    </dsp:sp>
    <dsp:sp modelId="{276BA9A0-BD36-4FB2-A7F0-EC6F4DAA069D}">
      <dsp:nvSpPr>
        <dsp:cNvPr id="0" name=""/>
        <dsp:cNvSpPr/>
      </dsp:nvSpPr>
      <dsp:spPr>
        <a:xfrm rot="5400000">
          <a:off x="9676661" y="-2817338"/>
          <a:ext cx="1408288" cy="11099116"/>
        </a:xfrm>
        <a:prstGeom prst="round2SameRect">
          <a:avLst/>
        </a:prstGeom>
        <a:solidFill>
          <a:schemeClr val="accent3">
            <a:tint val="40000"/>
            <a:alpha val="90000"/>
            <a:hueOff val="0"/>
            <a:satOff val="0"/>
            <a:lumOff val="0"/>
            <a:alphaOff val="0"/>
          </a:schemeClr>
        </a:solidFill>
        <a:ln w="25400" cap="flat" cmpd="sng" algn="ctr">
          <a:solidFill>
            <a:schemeClr val="accent3">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85750" lvl="1" indent="-285750" algn="l" defTabSz="1244600">
            <a:lnSpc>
              <a:spcPct val="90000"/>
            </a:lnSpc>
            <a:spcBef>
              <a:spcPct val="0"/>
            </a:spcBef>
            <a:spcAft>
              <a:spcPct val="15000"/>
            </a:spcAft>
            <a:buChar char="•"/>
          </a:pPr>
          <a:r>
            <a:rPr lang="en-US" sz="2800" kern="1200" dirty="0"/>
            <a:t>Objects are instances of a class created with specifically defined data. Objects can respond to real-world objects or an abstract entity.</a:t>
          </a:r>
        </a:p>
      </dsp:txBody>
      <dsp:txXfrm rot="-5400000">
        <a:off x="4831248" y="2096822"/>
        <a:ext cx="11030369" cy="1270794"/>
      </dsp:txXfrm>
    </dsp:sp>
    <dsp:sp modelId="{1C15674B-B639-4141-91E7-46D564D885F9}">
      <dsp:nvSpPr>
        <dsp:cNvPr id="0" name=""/>
        <dsp:cNvSpPr/>
      </dsp:nvSpPr>
      <dsp:spPr>
        <a:xfrm>
          <a:off x="1412005" y="1852039"/>
          <a:ext cx="3419242" cy="1760360"/>
        </a:xfrm>
        <a:prstGeom prst="roundRect">
          <a:avLst/>
        </a:prstGeom>
        <a:solidFill>
          <a:schemeClr val="accent3">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52400" tIns="76200" rIns="152400" bIns="76200" numCol="1" spcCol="1270" anchor="ctr" anchorCtr="0">
          <a:noAutofit/>
        </a:bodyPr>
        <a:lstStyle/>
        <a:p>
          <a:pPr marL="0" lvl="0" indent="0" algn="ctr" defTabSz="1778000">
            <a:lnSpc>
              <a:spcPct val="90000"/>
            </a:lnSpc>
            <a:spcBef>
              <a:spcPct val="0"/>
            </a:spcBef>
            <a:spcAft>
              <a:spcPct val="35000"/>
            </a:spcAft>
            <a:buNone/>
          </a:pPr>
          <a:r>
            <a:rPr lang="en-US" sz="4000" kern="1200" dirty="0"/>
            <a:t>Objects</a:t>
          </a:r>
        </a:p>
      </dsp:txBody>
      <dsp:txXfrm>
        <a:off x="1497939" y="1937973"/>
        <a:ext cx="3247374" cy="1588492"/>
      </dsp:txXfrm>
    </dsp:sp>
    <dsp:sp modelId="{1DCAE618-1FCE-4CC9-A8AC-095064AB3AE5}">
      <dsp:nvSpPr>
        <dsp:cNvPr id="0" name=""/>
        <dsp:cNvSpPr/>
      </dsp:nvSpPr>
      <dsp:spPr>
        <a:xfrm rot="5400000">
          <a:off x="9676661" y="-968959"/>
          <a:ext cx="1408288" cy="11099116"/>
        </a:xfrm>
        <a:prstGeom prst="round2SameRect">
          <a:avLst/>
        </a:prstGeom>
        <a:solidFill>
          <a:schemeClr val="accent4">
            <a:tint val="40000"/>
            <a:alpha val="90000"/>
            <a:hueOff val="0"/>
            <a:satOff val="0"/>
            <a:lumOff val="0"/>
            <a:alphaOff val="0"/>
          </a:schemeClr>
        </a:solidFill>
        <a:ln w="25400" cap="flat" cmpd="sng" algn="ctr">
          <a:solidFill>
            <a:schemeClr val="accent4">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85750" lvl="1" indent="-285750" algn="l" defTabSz="1244600">
            <a:lnSpc>
              <a:spcPct val="90000"/>
            </a:lnSpc>
            <a:spcBef>
              <a:spcPct val="0"/>
            </a:spcBef>
            <a:spcAft>
              <a:spcPct val="15000"/>
            </a:spcAft>
            <a:buChar char="•"/>
          </a:pPr>
          <a:r>
            <a:rPr lang="en-US" sz="2800" b="0" i="0" kern="1200" dirty="0"/>
            <a:t>Methods are functions that are defined inside a class that describe the behaviors of an object. Each method contained in class definitions starts with a reference to an instance object. </a:t>
          </a:r>
          <a:endParaRPr lang="en-US" sz="2800" kern="1200" dirty="0"/>
        </a:p>
      </dsp:txBody>
      <dsp:txXfrm rot="-5400000">
        <a:off x="4831248" y="3945201"/>
        <a:ext cx="11030369" cy="1270794"/>
      </dsp:txXfrm>
    </dsp:sp>
    <dsp:sp modelId="{E907019A-2A4F-472F-9C2B-40DFBA0151A0}">
      <dsp:nvSpPr>
        <dsp:cNvPr id="0" name=""/>
        <dsp:cNvSpPr/>
      </dsp:nvSpPr>
      <dsp:spPr>
        <a:xfrm>
          <a:off x="1412005" y="3700418"/>
          <a:ext cx="3419242" cy="1760360"/>
        </a:xfrm>
        <a:prstGeom prst="roundRect">
          <a:avLst/>
        </a:prstGeom>
        <a:solidFill>
          <a:schemeClr val="accent4">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52400" tIns="76200" rIns="152400" bIns="76200" numCol="1" spcCol="1270" anchor="ctr" anchorCtr="0">
          <a:noAutofit/>
        </a:bodyPr>
        <a:lstStyle/>
        <a:p>
          <a:pPr marL="0" lvl="0" indent="0" algn="ctr" defTabSz="1778000">
            <a:lnSpc>
              <a:spcPct val="90000"/>
            </a:lnSpc>
            <a:spcBef>
              <a:spcPct val="0"/>
            </a:spcBef>
            <a:spcAft>
              <a:spcPct val="35000"/>
            </a:spcAft>
            <a:buNone/>
          </a:pPr>
          <a:r>
            <a:rPr lang="en-US" sz="4000" kern="1200" dirty="0"/>
            <a:t>Methods</a:t>
          </a:r>
        </a:p>
      </dsp:txBody>
      <dsp:txXfrm>
        <a:off x="1497939" y="3786352"/>
        <a:ext cx="3247374" cy="1588492"/>
      </dsp:txXfrm>
    </dsp:sp>
    <dsp:sp modelId="{09F284DC-DE34-4D90-8034-03B02DF91FC5}">
      <dsp:nvSpPr>
        <dsp:cNvPr id="0" name=""/>
        <dsp:cNvSpPr/>
      </dsp:nvSpPr>
      <dsp:spPr>
        <a:xfrm rot="5400000">
          <a:off x="9676661" y="879419"/>
          <a:ext cx="1408288" cy="11099116"/>
        </a:xfrm>
        <a:prstGeom prst="round2SameRect">
          <a:avLst/>
        </a:prstGeom>
        <a:solidFill>
          <a:schemeClr val="accent5">
            <a:tint val="40000"/>
            <a:alpha val="90000"/>
            <a:hueOff val="0"/>
            <a:satOff val="0"/>
            <a:lumOff val="0"/>
            <a:alphaOff val="0"/>
          </a:schemeClr>
        </a:solidFill>
        <a:ln w="25400" cap="flat" cmpd="sng" algn="ctr">
          <a:solidFill>
            <a:schemeClr val="accent5">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85750" lvl="1" indent="-285750" algn="l" defTabSz="1244600">
            <a:lnSpc>
              <a:spcPct val="90000"/>
            </a:lnSpc>
            <a:spcBef>
              <a:spcPct val="0"/>
            </a:spcBef>
            <a:spcAft>
              <a:spcPct val="15000"/>
            </a:spcAft>
            <a:buChar char="•"/>
          </a:pPr>
          <a:r>
            <a:rPr lang="en-US" sz="2800" b="0" i="0" kern="1200" dirty="0"/>
            <a:t>Attributes are defined in the class template and represent the state of an object. Objects will have data stored in the attributes field. Class attributes belong to the class itself.</a:t>
          </a:r>
          <a:endParaRPr lang="en-US" sz="2800" kern="1200" dirty="0"/>
        </a:p>
      </dsp:txBody>
      <dsp:txXfrm rot="-5400000">
        <a:off x="4831248" y="5793580"/>
        <a:ext cx="11030369" cy="1270794"/>
      </dsp:txXfrm>
    </dsp:sp>
    <dsp:sp modelId="{A0E4CFB1-B708-4AA6-A2FE-DB290DB872C0}">
      <dsp:nvSpPr>
        <dsp:cNvPr id="0" name=""/>
        <dsp:cNvSpPr/>
      </dsp:nvSpPr>
      <dsp:spPr>
        <a:xfrm>
          <a:off x="1412005" y="5548797"/>
          <a:ext cx="3419242" cy="1760360"/>
        </a:xfrm>
        <a:prstGeom prst="roundRect">
          <a:avLst/>
        </a:prstGeom>
        <a:solidFill>
          <a:schemeClr val="accent5">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52400" tIns="76200" rIns="152400" bIns="76200" numCol="1" spcCol="1270" anchor="ctr" anchorCtr="0">
          <a:noAutofit/>
        </a:bodyPr>
        <a:lstStyle/>
        <a:p>
          <a:pPr marL="0" lvl="0" indent="0" algn="ctr" defTabSz="1778000">
            <a:lnSpc>
              <a:spcPct val="90000"/>
            </a:lnSpc>
            <a:spcBef>
              <a:spcPct val="0"/>
            </a:spcBef>
            <a:spcAft>
              <a:spcPct val="35000"/>
            </a:spcAft>
            <a:buNone/>
          </a:pPr>
          <a:r>
            <a:rPr lang="en-US" sz="4000" kern="1200" dirty="0"/>
            <a:t>Attributes</a:t>
          </a:r>
        </a:p>
      </dsp:txBody>
      <dsp:txXfrm>
        <a:off x="1497939" y="5634731"/>
        <a:ext cx="3247374" cy="1588492"/>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1A9878D-39DF-46E5-BC18-9C3573039E38}">
      <dsp:nvSpPr>
        <dsp:cNvPr id="0" name=""/>
        <dsp:cNvSpPr/>
      </dsp:nvSpPr>
      <dsp:spPr>
        <a:xfrm>
          <a:off x="0" y="7523875"/>
          <a:ext cx="15087600" cy="0"/>
        </a:xfrm>
        <a:prstGeom prst="line">
          <a:avLst/>
        </a:prstGeom>
        <a:noFill/>
        <a:ln w="25400" cap="flat" cmpd="sng" algn="ctr">
          <a:solidFill>
            <a:schemeClr val="accent1">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DEC71CD-A5FB-4DBD-AD1F-F700C39AA94C}">
      <dsp:nvSpPr>
        <dsp:cNvPr id="0" name=""/>
        <dsp:cNvSpPr/>
      </dsp:nvSpPr>
      <dsp:spPr>
        <a:xfrm>
          <a:off x="0" y="6442142"/>
          <a:ext cx="15087600" cy="0"/>
        </a:xfrm>
        <a:prstGeom prst="line">
          <a:avLst/>
        </a:prstGeom>
        <a:noFill/>
        <a:ln w="25400" cap="flat" cmpd="sng" algn="ctr">
          <a:solidFill>
            <a:schemeClr val="accent1">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1E92D5B-F473-4E5B-85D9-A58CA33F4C4B}">
      <dsp:nvSpPr>
        <dsp:cNvPr id="0" name=""/>
        <dsp:cNvSpPr/>
      </dsp:nvSpPr>
      <dsp:spPr>
        <a:xfrm>
          <a:off x="0" y="5360409"/>
          <a:ext cx="15087600" cy="0"/>
        </a:xfrm>
        <a:prstGeom prst="line">
          <a:avLst/>
        </a:prstGeom>
        <a:noFill/>
        <a:ln w="25400" cap="flat" cmpd="sng" algn="ctr">
          <a:solidFill>
            <a:schemeClr val="accent1">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E50DC68-E3DB-4C08-86E2-36310DF29FFD}">
      <dsp:nvSpPr>
        <dsp:cNvPr id="0" name=""/>
        <dsp:cNvSpPr/>
      </dsp:nvSpPr>
      <dsp:spPr>
        <a:xfrm>
          <a:off x="0" y="4278676"/>
          <a:ext cx="15087600" cy="0"/>
        </a:xfrm>
        <a:prstGeom prst="line">
          <a:avLst/>
        </a:prstGeom>
        <a:noFill/>
        <a:ln w="25400" cap="flat" cmpd="sng" algn="ctr">
          <a:solidFill>
            <a:schemeClr val="accent1">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F1AA33A-02E7-407D-95DC-456F09E5FADC}">
      <dsp:nvSpPr>
        <dsp:cNvPr id="0" name=""/>
        <dsp:cNvSpPr/>
      </dsp:nvSpPr>
      <dsp:spPr>
        <a:xfrm>
          <a:off x="0" y="3196943"/>
          <a:ext cx="15087600" cy="0"/>
        </a:xfrm>
        <a:prstGeom prst="line">
          <a:avLst/>
        </a:prstGeom>
        <a:noFill/>
        <a:ln w="25400" cap="flat" cmpd="sng" algn="ctr">
          <a:solidFill>
            <a:schemeClr val="accent1">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37206D4-3134-4D95-8FB3-9FDF09D0E3FA}">
      <dsp:nvSpPr>
        <dsp:cNvPr id="0" name=""/>
        <dsp:cNvSpPr/>
      </dsp:nvSpPr>
      <dsp:spPr>
        <a:xfrm>
          <a:off x="0" y="2115210"/>
          <a:ext cx="15087600" cy="0"/>
        </a:xfrm>
        <a:prstGeom prst="line">
          <a:avLst/>
        </a:prstGeom>
        <a:noFill/>
        <a:ln w="25400" cap="flat" cmpd="sng" algn="ctr">
          <a:solidFill>
            <a:schemeClr val="accent1">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C796455-E962-4490-92A3-4357B33E11A0}">
      <dsp:nvSpPr>
        <dsp:cNvPr id="0" name=""/>
        <dsp:cNvSpPr/>
      </dsp:nvSpPr>
      <dsp:spPr>
        <a:xfrm>
          <a:off x="0" y="1033477"/>
          <a:ext cx="15087600" cy="0"/>
        </a:xfrm>
        <a:prstGeom prst="line">
          <a:avLst/>
        </a:prstGeom>
        <a:noFill/>
        <a:ln w="25400" cap="flat" cmpd="sng" algn="ctr">
          <a:solidFill>
            <a:schemeClr val="accent1">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EABC60F-D80B-4BA4-BFB5-2D4DED0170AD}">
      <dsp:nvSpPr>
        <dsp:cNvPr id="0" name=""/>
        <dsp:cNvSpPr/>
      </dsp:nvSpPr>
      <dsp:spPr>
        <a:xfrm>
          <a:off x="3922775" y="3255"/>
          <a:ext cx="11164824" cy="10302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b" anchorCtr="0">
          <a:noAutofit/>
        </a:bodyPr>
        <a:lstStyle/>
        <a:p>
          <a:pPr marL="0" lvl="0" indent="0" algn="l" defTabSz="1066800">
            <a:lnSpc>
              <a:spcPct val="90000"/>
            </a:lnSpc>
            <a:spcBef>
              <a:spcPct val="0"/>
            </a:spcBef>
            <a:spcAft>
              <a:spcPct val="35000"/>
            </a:spcAft>
            <a:buNone/>
          </a:pPr>
          <a:r>
            <a:rPr lang="en-US" sz="2400" b="0" i="0" kern="1200" dirty="0"/>
            <a:t>Encapsulation enables objects to be self-contained, making troubleshooting and collaborative development easier.</a:t>
          </a:r>
          <a:endParaRPr lang="en-US" sz="2400" kern="1200" dirty="0"/>
        </a:p>
      </dsp:txBody>
      <dsp:txXfrm>
        <a:off x="3922775" y="3255"/>
        <a:ext cx="11164824" cy="1030222"/>
      </dsp:txXfrm>
    </dsp:sp>
    <dsp:sp modelId="{D7EC95C4-176A-4F05-879B-3AA3E34AB1A6}">
      <dsp:nvSpPr>
        <dsp:cNvPr id="0" name=""/>
        <dsp:cNvSpPr/>
      </dsp:nvSpPr>
      <dsp:spPr>
        <a:xfrm>
          <a:off x="0" y="3255"/>
          <a:ext cx="3922776" cy="1030222"/>
        </a:xfrm>
        <a:prstGeom prst="round2SameRect">
          <a:avLst>
            <a:gd name="adj1" fmla="val 16670"/>
            <a:gd name="adj2" fmla="val 0"/>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1066800">
            <a:lnSpc>
              <a:spcPct val="90000"/>
            </a:lnSpc>
            <a:spcBef>
              <a:spcPct val="0"/>
            </a:spcBef>
            <a:spcAft>
              <a:spcPct val="35000"/>
            </a:spcAft>
            <a:buNone/>
          </a:pPr>
          <a:r>
            <a:rPr lang="en-US" sz="2400" b="1" i="0" kern="1200" dirty="0"/>
            <a:t>Modularity</a:t>
          </a:r>
          <a:r>
            <a:rPr lang="en-US" sz="2400" b="0" i="0" kern="1200" dirty="0"/>
            <a:t> </a:t>
          </a:r>
          <a:endParaRPr lang="en-US" sz="2400" kern="1200" dirty="0"/>
        </a:p>
      </dsp:txBody>
      <dsp:txXfrm>
        <a:off x="50300" y="53555"/>
        <a:ext cx="3822176" cy="979922"/>
      </dsp:txXfrm>
    </dsp:sp>
    <dsp:sp modelId="{737221D7-9F25-4D29-80AF-F3ED3910DEB5}">
      <dsp:nvSpPr>
        <dsp:cNvPr id="0" name=""/>
        <dsp:cNvSpPr/>
      </dsp:nvSpPr>
      <dsp:spPr>
        <a:xfrm>
          <a:off x="3922775" y="1084988"/>
          <a:ext cx="11164824" cy="10302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b" anchorCtr="0">
          <a:noAutofit/>
        </a:bodyPr>
        <a:lstStyle/>
        <a:p>
          <a:pPr marL="0" lvl="0" indent="0" algn="l" defTabSz="1066800">
            <a:lnSpc>
              <a:spcPct val="90000"/>
            </a:lnSpc>
            <a:spcBef>
              <a:spcPct val="0"/>
            </a:spcBef>
            <a:spcAft>
              <a:spcPct val="35000"/>
            </a:spcAft>
            <a:buNone/>
          </a:pPr>
          <a:r>
            <a:rPr lang="en-US" sz="2400" b="0" i="0" kern="1200" dirty="0"/>
            <a:t>Code can be reused through inheritance, meaning a team does not have to write the same code multiple times.</a:t>
          </a:r>
        </a:p>
      </dsp:txBody>
      <dsp:txXfrm>
        <a:off x="3922775" y="1084988"/>
        <a:ext cx="11164824" cy="1030222"/>
      </dsp:txXfrm>
    </dsp:sp>
    <dsp:sp modelId="{F5DF8EEC-8FE0-4913-B646-0DF0D2FB4204}">
      <dsp:nvSpPr>
        <dsp:cNvPr id="0" name=""/>
        <dsp:cNvSpPr/>
      </dsp:nvSpPr>
      <dsp:spPr>
        <a:xfrm>
          <a:off x="0" y="1084988"/>
          <a:ext cx="3922776" cy="1030222"/>
        </a:xfrm>
        <a:prstGeom prst="round2SameRect">
          <a:avLst>
            <a:gd name="adj1" fmla="val 16670"/>
            <a:gd name="adj2" fmla="val 0"/>
          </a:avLst>
        </a:prstGeom>
        <a:solidFill>
          <a:schemeClr val="accent3">
            <a:hueOff val="0"/>
            <a:satOff val="0"/>
            <a:lumOff val="0"/>
            <a:alphaOff val="0"/>
          </a:schemeClr>
        </a:solidFill>
        <a:ln w="254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1066800">
            <a:lnSpc>
              <a:spcPct val="90000"/>
            </a:lnSpc>
            <a:spcBef>
              <a:spcPct val="0"/>
            </a:spcBef>
            <a:spcAft>
              <a:spcPct val="35000"/>
            </a:spcAft>
            <a:buNone/>
          </a:pPr>
          <a:r>
            <a:rPr lang="en-US" sz="2400" b="1" i="0" kern="1200" dirty="0"/>
            <a:t>Reusability</a:t>
          </a:r>
          <a:endParaRPr lang="en-US" sz="2400" b="0" i="0" kern="1200" dirty="0"/>
        </a:p>
      </dsp:txBody>
      <dsp:txXfrm>
        <a:off x="50300" y="1135288"/>
        <a:ext cx="3822176" cy="979922"/>
      </dsp:txXfrm>
    </dsp:sp>
    <dsp:sp modelId="{0BBF86CA-C34E-468E-8C6A-7590AE3E3E52}">
      <dsp:nvSpPr>
        <dsp:cNvPr id="0" name=""/>
        <dsp:cNvSpPr/>
      </dsp:nvSpPr>
      <dsp:spPr>
        <a:xfrm>
          <a:off x="3922775" y="2166721"/>
          <a:ext cx="11164824" cy="10302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b" anchorCtr="0">
          <a:noAutofit/>
        </a:bodyPr>
        <a:lstStyle/>
        <a:p>
          <a:pPr marL="0" lvl="0" indent="0" algn="l" defTabSz="1066800">
            <a:lnSpc>
              <a:spcPct val="90000"/>
            </a:lnSpc>
            <a:spcBef>
              <a:spcPct val="0"/>
            </a:spcBef>
            <a:spcAft>
              <a:spcPct val="35000"/>
            </a:spcAft>
            <a:buNone/>
          </a:pPr>
          <a:r>
            <a:rPr lang="en-US" sz="2400" b="0" i="0" kern="1200" dirty="0"/>
            <a:t>Programmers can construct new programs quicker through the use of multiple libraries and reusable code.</a:t>
          </a:r>
        </a:p>
      </dsp:txBody>
      <dsp:txXfrm>
        <a:off x="3922775" y="2166721"/>
        <a:ext cx="11164824" cy="1030222"/>
      </dsp:txXfrm>
    </dsp:sp>
    <dsp:sp modelId="{23D3FE83-F8D1-4269-9FCE-928847959F43}">
      <dsp:nvSpPr>
        <dsp:cNvPr id="0" name=""/>
        <dsp:cNvSpPr/>
      </dsp:nvSpPr>
      <dsp:spPr>
        <a:xfrm>
          <a:off x="0" y="2166721"/>
          <a:ext cx="3922776" cy="1030222"/>
        </a:xfrm>
        <a:prstGeom prst="round2SameRect">
          <a:avLst>
            <a:gd name="adj1" fmla="val 16670"/>
            <a:gd name="adj2" fmla="val 0"/>
          </a:avLst>
        </a:prstGeom>
        <a:solidFill>
          <a:schemeClr val="accent4">
            <a:hueOff val="0"/>
            <a:satOff val="0"/>
            <a:lumOff val="0"/>
            <a:alphaOff val="0"/>
          </a:schemeClr>
        </a:solidFill>
        <a:ln w="2540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1066800">
            <a:lnSpc>
              <a:spcPct val="90000"/>
            </a:lnSpc>
            <a:spcBef>
              <a:spcPct val="0"/>
            </a:spcBef>
            <a:spcAft>
              <a:spcPct val="35000"/>
            </a:spcAft>
            <a:buNone/>
          </a:pPr>
          <a:r>
            <a:rPr lang="en-US" sz="2400" b="1" i="0" kern="1200" dirty="0"/>
            <a:t>Productivity</a:t>
          </a:r>
          <a:endParaRPr lang="en-US" sz="2400" b="0" i="0" kern="1200" dirty="0"/>
        </a:p>
      </dsp:txBody>
      <dsp:txXfrm>
        <a:off x="50300" y="2217021"/>
        <a:ext cx="3822176" cy="979922"/>
      </dsp:txXfrm>
    </dsp:sp>
    <dsp:sp modelId="{7268F29E-C9F4-47B8-AC42-A5BE3710E5FB}">
      <dsp:nvSpPr>
        <dsp:cNvPr id="0" name=""/>
        <dsp:cNvSpPr/>
      </dsp:nvSpPr>
      <dsp:spPr>
        <a:xfrm>
          <a:off x="3922775" y="3248454"/>
          <a:ext cx="11164824" cy="10302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b" anchorCtr="0">
          <a:noAutofit/>
        </a:bodyPr>
        <a:lstStyle/>
        <a:p>
          <a:pPr marL="0" lvl="0" indent="0" algn="l" defTabSz="1066800">
            <a:lnSpc>
              <a:spcPct val="90000"/>
            </a:lnSpc>
            <a:spcBef>
              <a:spcPct val="0"/>
            </a:spcBef>
            <a:spcAft>
              <a:spcPct val="35000"/>
            </a:spcAft>
            <a:buNone/>
          </a:pPr>
          <a:r>
            <a:rPr lang="en-US" sz="2400" b="0" i="0" kern="1200" dirty="0"/>
            <a:t>Programmers can implement system functionalities independently.</a:t>
          </a:r>
        </a:p>
      </dsp:txBody>
      <dsp:txXfrm>
        <a:off x="3922775" y="3248454"/>
        <a:ext cx="11164824" cy="1030222"/>
      </dsp:txXfrm>
    </dsp:sp>
    <dsp:sp modelId="{F98C47EF-6932-46F4-955E-A8220627E333}">
      <dsp:nvSpPr>
        <dsp:cNvPr id="0" name=""/>
        <dsp:cNvSpPr/>
      </dsp:nvSpPr>
      <dsp:spPr>
        <a:xfrm>
          <a:off x="0" y="3248454"/>
          <a:ext cx="3922776" cy="1030222"/>
        </a:xfrm>
        <a:prstGeom prst="round2SameRect">
          <a:avLst>
            <a:gd name="adj1" fmla="val 16670"/>
            <a:gd name="adj2" fmla="val 0"/>
          </a:avLst>
        </a:prstGeom>
        <a:solidFill>
          <a:schemeClr val="accent5">
            <a:hueOff val="0"/>
            <a:satOff val="0"/>
            <a:lumOff val="0"/>
            <a:alphaOff val="0"/>
          </a:schemeClr>
        </a:solidFill>
        <a:ln w="2540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1066800">
            <a:lnSpc>
              <a:spcPct val="90000"/>
            </a:lnSpc>
            <a:spcBef>
              <a:spcPct val="0"/>
            </a:spcBef>
            <a:spcAft>
              <a:spcPct val="35000"/>
            </a:spcAft>
            <a:buNone/>
          </a:pPr>
          <a:r>
            <a:rPr lang="en-US" sz="2400" b="1" i="0" kern="1200" dirty="0"/>
            <a:t>Easily upgradable and scalable</a:t>
          </a:r>
          <a:endParaRPr lang="en-US" sz="2400" b="0" i="0" kern="1200" dirty="0"/>
        </a:p>
      </dsp:txBody>
      <dsp:txXfrm>
        <a:off x="50300" y="3298754"/>
        <a:ext cx="3822176" cy="979922"/>
      </dsp:txXfrm>
    </dsp:sp>
    <dsp:sp modelId="{077A1375-B15A-467D-A5F3-414D5CFF603E}">
      <dsp:nvSpPr>
        <dsp:cNvPr id="0" name=""/>
        <dsp:cNvSpPr/>
      </dsp:nvSpPr>
      <dsp:spPr>
        <a:xfrm>
          <a:off x="3922775" y="4330187"/>
          <a:ext cx="11164824" cy="10302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b" anchorCtr="0">
          <a:noAutofit/>
        </a:bodyPr>
        <a:lstStyle/>
        <a:p>
          <a:pPr marL="0" lvl="0" indent="0" algn="l" defTabSz="1066800">
            <a:lnSpc>
              <a:spcPct val="90000"/>
            </a:lnSpc>
            <a:spcBef>
              <a:spcPct val="0"/>
            </a:spcBef>
            <a:spcAft>
              <a:spcPct val="35000"/>
            </a:spcAft>
            <a:buNone/>
          </a:pPr>
          <a:r>
            <a:rPr lang="en-US" sz="2400" b="0" i="0" kern="1200" dirty="0"/>
            <a:t>Descriptions of external systems are simple, due to message passing techniques that are used for objects communication.</a:t>
          </a:r>
        </a:p>
      </dsp:txBody>
      <dsp:txXfrm>
        <a:off x="3922775" y="4330187"/>
        <a:ext cx="11164824" cy="1030222"/>
      </dsp:txXfrm>
    </dsp:sp>
    <dsp:sp modelId="{9EA7D9CD-AB37-443D-9574-2B8260EECAEE}">
      <dsp:nvSpPr>
        <dsp:cNvPr id="0" name=""/>
        <dsp:cNvSpPr/>
      </dsp:nvSpPr>
      <dsp:spPr>
        <a:xfrm>
          <a:off x="0" y="4330187"/>
          <a:ext cx="3922776" cy="1030222"/>
        </a:xfrm>
        <a:prstGeom prst="round2SameRect">
          <a:avLst>
            <a:gd name="adj1" fmla="val 16670"/>
            <a:gd name="adj2" fmla="val 0"/>
          </a:avLst>
        </a:prstGeom>
        <a:solidFill>
          <a:schemeClr val="accent6">
            <a:hueOff val="0"/>
            <a:satOff val="0"/>
            <a:lumOff val="0"/>
            <a:alphaOff val="0"/>
          </a:schemeClr>
        </a:solidFill>
        <a:ln w="25400" cap="flat" cmpd="sng" algn="ctr">
          <a:solidFill>
            <a:schemeClr val="accent6">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1066800">
            <a:lnSpc>
              <a:spcPct val="90000"/>
            </a:lnSpc>
            <a:spcBef>
              <a:spcPct val="0"/>
            </a:spcBef>
            <a:spcAft>
              <a:spcPct val="35000"/>
            </a:spcAft>
            <a:buNone/>
          </a:pPr>
          <a:r>
            <a:rPr lang="en-US" sz="2400" b="1" i="0" kern="1200" dirty="0"/>
            <a:t>Interface descriptions</a:t>
          </a:r>
          <a:endParaRPr lang="en-US" sz="2400" b="0" i="0" kern="1200" dirty="0"/>
        </a:p>
      </dsp:txBody>
      <dsp:txXfrm>
        <a:off x="50300" y="4380487"/>
        <a:ext cx="3822176" cy="979922"/>
      </dsp:txXfrm>
    </dsp:sp>
    <dsp:sp modelId="{9DF00945-2D4F-488B-A31A-FE1748393F7C}">
      <dsp:nvSpPr>
        <dsp:cNvPr id="0" name=""/>
        <dsp:cNvSpPr/>
      </dsp:nvSpPr>
      <dsp:spPr>
        <a:xfrm>
          <a:off x="3922775" y="5411920"/>
          <a:ext cx="11164824" cy="10302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b" anchorCtr="0">
          <a:noAutofit/>
        </a:bodyPr>
        <a:lstStyle/>
        <a:p>
          <a:pPr marL="0" lvl="0" indent="0" algn="l" defTabSz="1066800">
            <a:lnSpc>
              <a:spcPct val="90000"/>
            </a:lnSpc>
            <a:spcBef>
              <a:spcPct val="0"/>
            </a:spcBef>
            <a:spcAft>
              <a:spcPct val="35000"/>
            </a:spcAft>
            <a:buNone/>
          </a:pPr>
          <a:r>
            <a:rPr lang="en-US" sz="2400" b="0" i="0" kern="1200" dirty="0"/>
            <a:t>Using encapsulation and abstraction, complex code is hidden, software maintenance is easier and internet protocols are protected.</a:t>
          </a:r>
        </a:p>
      </dsp:txBody>
      <dsp:txXfrm>
        <a:off x="3922775" y="5411920"/>
        <a:ext cx="11164824" cy="1030222"/>
      </dsp:txXfrm>
    </dsp:sp>
    <dsp:sp modelId="{F18ACE8A-9AF9-4CD2-97EB-6D9251EBC8E5}">
      <dsp:nvSpPr>
        <dsp:cNvPr id="0" name=""/>
        <dsp:cNvSpPr/>
      </dsp:nvSpPr>
      <dsp:spPr>
        <a:xfrm>
          <a:off x="0" y="5411920"/>
          <a:ext cx="3922776" cy="1030222"/>
        </a:xfrm>
        <a:prstGeom prst="round2SameRect">
          <a:avLst>
            <a:gd name="adj1" fmla="val 16670"/>
            <a:gd name="adj2" fmla="val 0"/>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1066800">
            <a:lnSpc>
              <a:spcPct val="90000"/>
            </a:lnSpc>
            <a:spcBef>
              <a:spcPct val="0"/>
            </a:spcBef>
            <a:spcAft>
              <a:spcPct val="35000"/>
            </a:spcAft>
            <a:buNone/>
          </a:pPr>
          <a:r>
            <a:rPr lang="en-US" sz="2400" b="1" i="0" kern="1200" dirty="0"/>
            <a:t>Security</a:t>
          </a:r>
          <a:endParaRPr lang="en-US" sz="2400" b="0" i="0" kern="1200" dirty="0"/>
        </a:p>
      </dsp:txBody>
      <dsp:txXfrm>
        <a:off x="50300" y="5462220"/>
        <a:ext cx="3822176" cy="979922"/>
      </dsp:txXfrm>
    </dsp:sp>
    <dsp:sp modelId="{46B9924C-A971-411E-8139-03390CA9D3E2}">
      <dsp:nvSpPr>
        <dsp:cNvPr id="0" name=""/>
        <dsp:cNvSpPr/>
      </dsp:nvSpPr>
      <dsp:spPr>
        <a:xfrm>
          <a:off x="3922775" y="6493653"/>
          <a:ext cx="11164824" cy="10302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b" anchorCtr="0">
          <a:noAutofit/>
        </a:bodyPr>
        <a:lstStyle/>
        <a:p>
          <a:pPr marL="0" lvl="0" indent="0" algn="l" defTabSz="1066800">
            <a:lnSpc>
              <a:spcPct val="90000"/>
            </a:lnSpc>
            <a:spcBef>
              <a:spcPct val="0"/>
            </a:spcBef>
            <a:spcAft>
              <a:spcPct val="35000"/>
            </a:spcAft>
            <a:buNone/>
          </a:pPr>
          <a:r>
            <a:rPr lang="en-US" sz="2400" b="0" i="0" kern="1200"/>
            <a:t>Polymorphism </a:t>
          </a:r>
          <a:r>
            <a:rPr lang="en-US" sz="2400" b="0" i="0" kern="1200" dirty="0"/>
            <a:t>enables a single function to adapt to the class it is placed in. Different objects can also pass through the same interface.</a:t>
          </a:r>
        </a:p>
      </dsp:txBody>
      <dsp:txXfrm>
        <a:off x="3922775" y="6493653"/>
        <a:ext cx="11164824" cy="1030222"/>
      </dsp:txXfrm>
    </dsp:sp>
    <dsp:sp modelId="{0591D632-9CFE-4B18-888C-7377D608B00A}">
      <dsp:nvSpPr>
        <dsp:cNvPr id="0" name=""/>
        <dsp:cNvSpPr/>
      </dsp:nvSpPr>
      <dsp:spPr>
        <a:xfrm>
          <a:off x="0" y="6493653"/>
          <a:ext cx="3922776" cy="1030222"/>
        </a:xfrm>
        <a:prstGeom prst="round2SameRect">
          <a:avLst>
            <a:gd name="adj1" fmla="val 16670"/>
            <a:gd name="adj2" fmla="val 0"/>
          </a:avLst>
        </a:prstGeom>
        <a:solidFill>
          <a:schemeClr val="accent3">
            <a:hueOff val="0"/>
            <a:satOff val="0"/>
            <a:lumOff val="0"/>
            <a:alphaOff val="0"/>
          </a:schemeClr>
        </a:solidFill>
        <a:ln w="254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1066800">
            <a:lnSpc>
              <a:spcPct val="90000"/>
            </a:lnSpc>
            <a:spcBef>
              <a:spcPct val="0"/>
            </a:spcBef>
            <a:spcAft>
              <a:spcPct val="35000"/>
            </a:spcAft>
            <a:buNone/>
          </a:pPr>
          <a:r>
            <a:rPr lang="en-US" sz="2400" b="1" i="0" kern="1200" dirty="0"/>
            <a:t>Flexibility</a:t>
          </a:r>
          <a:endParaRPr lang="en-US" sz="2400" b="0" i="0" kern="1200" dirty="0"/>
        </a:p>
      </dsp:txBody>
      <dsp:txXfrm>
        <a:off x="50300" y="6543953"/>
        <a:ext cx="3822176" cy="979922"/>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2C07CDB-79C2-4E85-A7B0-FDAE5584D12F}">
      <dsp:nvSpPr>
        <dsp:cNvPr id="0" name=""/>
        <dsp:cNvSpPr/>
      </dsp:nvSpPr>
      <dsp:spPr>
        <a:xfrm rot="5400000">
          <a:off x="1236038" y="1556093"/>
          <a:ext cx="2440291" cy="293742"/>
        </a:xfrm>
        <a:prstGeom prst="rect">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4F6BC7F5-A59F-44EB-B00D-353A2EC06741}">
      <dsp:nvSpPr>
        <dsp:cNvPr id="0" name=""/>
        <dsp:cNvSpPr/>
      </dsp:nvSpPr>
      <dsp:spPr>
        <a:xfrm>
          <a:off x="1799644" y="2009"/>
          <a:ext cx="3263800" cy="1958280"/>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4310" tIns="194310" rIns="194310" bIns="194310" numCol="1" spcCol="1270" anchor="ctr" anchorCtr="0">
          <a:noAutofit/>
        </a:bodyPr>
        <a:lstStyle/>
        <a:p>
          <a:pPr marL="0" lvl="0" indent="0" algn="ctr" defTabSz="2266950">
            <a:lnSpc>
              <a:spcPct val="90000"/>
            </a:lnSpc>
            <a:spcBef>
              <a:spcPct val="0"/>
            </a:spcBef>
            <a:spcAft>
              <a:spcPct val="35000"/>
            </a:spcAft>
            <a:buNone/>
          </a:pPr>
          <a:r>
            <a:rPr lang="en-US" sz="5100" kern="1200" dirty="0"/>
            <a:t>Java</a:t>
          </a:r>
        </a:p>
      </dsp:txBody>
      <dsp:txXfrm>
        <a:off x="1857000" y="59365"/>
        <a:ext cx="3149088" cy="1843568"/>
      </dsp:txXfrm>
    </dsp:sp>
    <dsp:sp modelId="{BA2D9375-58D7-4D39-BA20-738EECEF153D}">
      <dsp:nvSpPr>
        <dsp:cNvPr id="0" name=""/>
        <dsp:cNvSpPr/>
      </dsp:nvSpPr>
      <dsp:spPr>
        <a:xfrm rot="5400000">
          <a:off x="1236038" y="4003944"/>
          <a:ext cx="2440291" cy="293742"/>
        </a:xfrm>
        <a:prstGeom prst="rect">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E6A9D29B-DCEE-46C8-AC2E-8E96B6DCE661}">
      <dsp:nvSpPr>
        <dsp:cNvPr id="0" name=""/>
        <dsp:cNvSpPr/>
      </dsp:nvSpPr>
      <dsp:spPr>
        <a:xfrm>
          <a:off x="1799644" y="2449859"/>
          <a:ext cx="3263800" cy="1958280"/>
        </a:xfrm>
        <a:prstGeom prst="roundRect">
          <a:avLst>
            <a:gd name="adj" fmla="val 10000"/>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4310" tIns="194310" rIns="194310" bIns="194310" numCol="1" spcCol="1270" anchor="ctr" anchorCtr="0">
          <a:noAutofit/>
        </a:bodyPr>
        <a:lstStyle/>
        <a:p>
          <a:pPr marL="0" lvl="0" indent="0" algn="ctr" defTabSz="2266950">
            <a:lnSpc>
              <a:spcPct val="90000"/>
            </a:lnSpc>
            <a:spcBef>
              <a:spcPct val="0"/>
            </a:spcBef>
            <a:spcAft>
              <a:spcPct val="35000"/>
            </a:spcAft>
            <a:buNone/>
          </a:pPr>
          <a:r>
            <a:rPr lang="en-US" sz="5100" kern="1200" dirty="0"/>
            <a:t>Python</a:t>
          </a:r>
        </a:p>
      </dsp:txBody>
      <dsp:txXfrm>
        <a:off x="1857000" y="2507215"/>
        <a:ext cx="3149088" cy="1843568"/>
      </dsp:txXfrm>
    </dsp:sp>
    <dsp:sp modelId="{CF61173F-5490-4E8B-9330-613E11183931}">
      <dsp:nvSpPr>
        <dsp:cNvPr id="0" name=""/>
        <dsp:cNvSpPr/>
      </dsp:nvSpPr>
      <dsp:spPr>
        <a:xfrm>
          <a:off x="2459963" y="5227869"/>
          <a:ext cx="4333296" cy="293742"/>
        </a:xfrm>
        <a:prstGeom prst="rect">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0509A57D-4B57-4F93-B781-34D74243D66E}">
      <dsp:nvSpPr>
        <dsp:cNvPr id="0" name=""/>
        <dsp:cNvSpPr/>
      </dsp:nvSpPr>
      <dsp:spPr>
        <a:xfrm>
          <a:off x="1799644" y="4897710"/>
          <a:ext cx="3263800" cy="1958280"/>
        </a:xfrm>
        <a:prstGeom prst="roundRect">
          <a:avLst>
            <a:gd name="adj" fmla="val 10000"/>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4310" tIns="194310" rIns="194310" bIns="194310" numCol="1" spcCol="1270" anchor="ctr" anchorCtr="0">
          <a:noAutofit/>
        </a:bodyPr>
        <a:lstStyle/>
        <a:p>
          <a:pPr marL="0" lvl="0" indent="0" algn="ctr" defTabSz="2266950">
            <a:lnSpc>
              <a:spcPct val="90000"/>
            </a:lnSpc>
            <a:spcBef>
              <a:spcPct val="0"/>
            </a:spcBef>
            <a:spcAft>
              <a:spcPct val="35000"/>
            </a:spcAft>
            <a:buNone/>
          </a:pPr>
          <a:r>
            <a:rPr lang="en-US" sz="5100" kern="1200" dirty="0"/>
            <a:t>C++</a:t>
          </a:r>
        </a:p>
      </dsp:txBody>
      <dsp:txXfrm>
        <a:off x="1857000" y="4955066"/>
        <a:ext cx="3149088" cy="1843568"/>
      </dsp:txXfrm>
    </dsp:sp>
    <dsp:sp modelId="{FD559AB2-4E1A-4F37-88A0-B86DF5DD597F}">
      <dsp:nvSpPr>
        <dsp:cNvPr id="0" name=""/>
        <dsp:cNvSpPr/>
      </dsp:nvSpPr>
      <dsp:spPr>
        <a:xfrm rot="16200000">
          <a:off x="5576893" y="4003944"/>
          <a:ext cx="2440291" cy="293742"/>
        </a:xfrm>
        <a:prstGeom prst="rect">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B6A17766-76D7-498F-BFE0-B2BFD7CF0BE6}">
      <dsp:nvSpPr>
        <dsp:cNvPr id="0" name=""/>
        <dsp:cNvSpPr/>
      </dsp:nvSpPr>
      <dsp:spPr>
        <a:xfrm>
          <a:off x="6140499" y="4897710"/>
          <a:ext cx="3263800" cy="1958280"/>
        </a:xfrm>
        <a:prstGeom prst="roundRect">
          <a:avLst>
            <a:gd name="adj" fmla="val 10000"/>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4310" tIns="194310" rIns="194310" bIns="194310" numCol="1" spcCol="1270" anchor="ctr" anchorCtr="0">
          <a:noAutofit/>
        </a:bodyPr>
        <a:lstStyle/>
        <a:p>
          <a:pPr marL="0" lvl="0" indent="0" algn="ctr" defTabSz="2266950">
            <a:lnSpc>
              <a:spcPct val="90000"/>
            </a:lnSpc>
            <a:spcBef>
              <a:spcPct val="0"/>
            </a:spcBef>
            <a:spcAft>
              <a:spcPct val="35000"/>
            </a:spcAft>
            <a:buNone/>
          </a:pPr>
          <a:r>
            <a:rPr lang="en-US" sz="5100" kern="1200" dirty="0"/>
            <a:t>Visual Basic .NET</a:t>
          </a:r>
        </a:p>
      </dsp:txBody>
      <dsp:txXfrm>
        <a:off x="6197855" y="4955066"/>
        <a:ext cx="3149088" cy="1843568"/>
      </dsp:txXfrm>
    </dsp:sp>
    <dsp:sp modelId="{FF1BD6AC-220E-4553-BF90-4D06C3170B9A}">
      <dsp:nvSpPr>
        <dsp:cNvPr id="0" name=""/>
        <dsp:cNvSpPr/>
      </dsp:nvSpPr>
      <dsp:spPr>
        <a:xfrm rot="16200000">
          <a:off x="5576893" y="1556093"/>
          <a:ext cx="2440291" cy="293742"/>
        </a:xfrm>
        <a:prstGeom prst="rect">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2018374F-BB8C-4644-BB08-7A6189E8BC70}">
      <dsp:nvSpPr>
        <dsp:cNvPr id="0" name=""/>
        <dsp:cNvSpPr/>
      </dsp:nvSpPr>
      <dsp:spPr>
        <a:xfrm>
          <a:off x="6140499" y="2449859"/>
          <a:ext cx="3263800" cy="1958280"/>
        </a:xfrm>
        <a:prstGeom prst="roundRect">
          <a:avLst>
            <a:gd name="adj" fmla="val 10000"/>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4310" tIns="194310" rIns="194310" bIns="194310" numCol="1" spcCol="1270" anchor="ctr" anchorCtr="0">
          <a:noAutofit/>
        </a:bodyPr>
        <a:lstStyle/>
        <a:p>
          <a:pPr marL="0" lvl="0" indent="0" algn="ctr" defTabSz="2266950">
            <a:lnSpc>
              <a:spcPct val="90000"/>
            </a:lnSpc>
            <a:spcBef>
              <a:spcPct val="0"/>
            </a:spcBef>
            <a:spcAft>
              <a:spcPct val="35000"/>
            </a:spcAft>
            <a:buNone/>
          </a:pPr>
          <a:r>
            <a:rPr lang="en-US" sz="5100" kern="1200" dirty="0"/>
            <a:t>PHP</a:t>
          </a:r>
        </a:p>
      </dsp:txBody>
      <dsp:txXfrm>
        <a:off x="6197855" y="2507215"/>
        <a:ext cx="3149088" cy="1843568"/>
      </dsp:txXfrm>
    </dsp:sp>
    <dsp:sp modelId="{627FFB8E-91B4-44BA-BC1F-997D2F62DC75}">
      <dsp:nvSpPr>
        <dsp:cNvPr id="0" name=""/>
        <dsp:cNvSpPr/>
      </dsp:nvSpPr>
      <dsp:spPr>
        <a:xfrm>
          <a:off x="6800818" y="332168"/>
          <a:ext cx="4333296" cy="293742"/>
        </a:xfrm>
        <a:prstGeom prst="rect">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72C733EF-97E9-4A14-97DF-C58D57B2A0D3}">
      <dsp:nvSpPr>
        <dsp:cNvPr id="0" name=""/>
        <dsp:cNvSpPr/>
      </dsp:nvSpPr>
      <dsp:spPr>
        <a:xfrm>
          <a:off x="6140499" y="2009"/>
          <a:ext cx="3263800" cy="1958280"/>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4310" tIns="194310" rIns="194310" bIns="194310" numCol="1" spcCol="1270" anchor="ctr" anchorCtr="0">
          <a:noAutofit/>
        </a:bodyPr>
        <a:lstStyle/>
        <a:p>
          <a:pPr marL="0" lvl="0" indent="0" algn="ctr" defTabSz="2266950">
            <a:lnSpc>
              <a:spcPct val="90000"/>
            </a:lnSpc>
            <a:spcBef>
              <a:spcPct val="0"/>
            </a:spcBef>
            <a:spcAft>
              <a:spcPct val="35000"/>
            </a:spcAft>
            <a:buNone/>
          </a:pPr>
          <a:r>
            <a:rPr lang="en-US" sz="5100" kern="1200" dirty="0"/>
            <a:t>Ruby</a:t>
          </a:r>
        </a:p>
      </dsp:txBody>
      <dsp:txXfrm>
        <a:off x="6197855" y="59365"/>
        <a:ext cx="3149088" cy="1843568"/>
      </dsp:txXfrm>
    </dsp:sp>
    <dsp:sp modelId="{F4BEC59F-1F43-4B54-95E3-7CA8A04AB71A}">
      <dsp:nvSpPr>
        <dsp:cNvPr id="0" name=""/>
        <dsp:cNvSpPr/>
      </dsp:nvSpPr>
      <dsp:spPr>
        <a:xfrm>
          <a:off x="10481354" y="2009"/>
          <a:ext cx="3263800" cy="1958280"/>
        </a:xfrm>
        <a:prstGeom prst="roundRect">
          <a:avLst>
            <a:gd name="adj" fmla="val 10000"/>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4310" tIns="194310" rIns="194310" bIns="194310" numCol="1" spcCol="1270" anchor="ctr" anchorCtr="0">
          <a:noAutofit/>
        </a:bodyPr>
        <a:lstStyle/>
        <a:p>
          <a:pPr marL="0" lvl="0" indent="0" algn="ctr" defTabSz="2266950">
            <a:lnSpc>
              <a:spcPct val="90000"/>
            </a:lnSpc>
            <a:spcBef>
              <a:spcPct val="0"/>
            </a:spcBef>
            <a:spcAft>
              <a:spcPct val="35000"/>
            </a:spcAft>
            <a:buNone/>
          </a:pPr>
          <a:r>
            <a:rPr lang="en-US" sz="5100" kern="1200" dirty="0" err="1"/>
            <a:t>Javascript</a:t>
          </a:r>
          <a:endParaRPr lang="en-US" sz="5100" kern="1200" dirty="0"/>
        </a:p>
      </dsp:txBody>
      <dsp:txXfrm>
        <a:off x="10538710" y="59365"/>
        <a:ext cx="3149088" cy="1843568"/>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2193284-00BC-4603-9938-0F272BA41C1F}">
      <dsp:nvSpPr>
        <dsp:cNvPr id="0" name=""/>
        <dsp:cNvSpPr/>
      </dsp:nvSpPr>
      <dsp:spPr>
        <a:xfrm>
          <a:off x="0" y="0"/>
          <a:ext cx="15633280" cy="0"/>
        </a:xfrm>
        <a:prstGeom prst="line">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87978A3-2097-4B79-9AC2-3FC8C5C5B3DE}">
      <dsp:nvSpPr>
        <dsp:cNvPr id="0" name=""/>
        <dsp:cNvSpPr/>
      </dsp:nvSpPr>
      <dsp:spPr>
        <a:xfrm>
          <a:off x="0" y="0"/>
          <a:ext cx="2231900" cy="70461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7160" rIns="137160" bIns="137160" numCol="1" spcCol="1270" anchor="t" anchorCtr="0">
          <a:noAutofit/>
        </a:bodyPr>
        <a:lstStyle/>
        <a:p>
          <a:pPr marL="0" lvl="0" indent="0" algn="l" defTabSz="1600200">
            <a:lnSpc>
              <a:spcPct val="90000"/>
            </a:lnSpc>
            <a:spcBef>
              <a:spcPct val="0"/>
            </a:spcBef>
            <a:spcAft>
              <a:spcPct val="35000"/>
            </a:spcAft>
            <a:buNone/>
          </a:pPr>
          <a:r>
            <a:rPr lang="en-US" sz="3600" b="0" i="0" kern="1200" dirty="0"/>
            <a:t>Scripting languages </a:t>
          </a:r>
          <a:endParaRPr lang="en-US" sz="3600" kern="1200" dirty="0"/>
        </a:p>
      </dsp:txBody>
      <dsp:txXfrm>
        <a:off x="0" y="0"/>
        <a:ext cx="2231900" cy="7046118"/>
      </dsp:txXfrm>
    </dsp:sp>
    <dsp:sp modelId="{77FC552B-36BC-400A-8A09-5F7C1F78558B}">
      <dsp:nvSpPr>
        <dsp:cNvPr id="0" name=""/>
        <dsp:cNvSpPr/>
      </dsp:nvSpPr>
      <dsp:spPr>
        <a:xfrm>
          <a:off x="2466400" y="82829"/>
          <a:ext cx="12272124" cy="16565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marL="0" lvl="0" indent="0" algn="l" defTabSz="1333500">
            <a:lnSpc>
              <a:spcPct val="90000"/>
            </a:lnSpc>
            <a:spcBef>
              <a:spcPct val="0"/>
            </a:spcBef>
            <a:spcAft>
              <a:spcPct val="35000"/>
            </a:spcAft>
            <a:buNone/>
          </a:pPr>
          <a:r>
            <a:rPr lang="en-US" sz="3000" b="0" i="0" kern="1200" dirty="0"/>
            <a:t>Scripting languages are a specific kind of computer languages that you can use to give instructions to other software, such as a web browser, server, or standalone application</a:t>
          </a:r>
          <a:endParaRPr lang="en-US" sz="3000" kern="1200" dirty="0"/>
        </a:p>
      </dsp:txBody>
      <dsp:txXfrm>
        <a:off x="2466400" y="82829"/>
        <a:ext cx="12272124" cy="1656594"/>
      </dsp:txXfrm>
    </dsp:sp>
    <dsp:sp modelId="{25B11EB9-9FA8-43C9-9CC8-001630B18135}">
      <dsp:nvSpPr>
        <dsp:cNvPr id="0" name=""/>
        <dsp:cNvSpPr/>
      </dsp:nvSpPr>
      <dsp:spPr>
        <a:xfrm>
          <a:off x="2231900" y="1739424"/>
          <a:ext cx="12506624" cy="0"/>
        </a:xfrm>
        <a:prstGeom prst="line">
          <a:avLst/>
        </a:prstGeom>
        <a:solidFill>
          <a:schemeClr val="accent2">
            <a:hueOff val="0"/>
            <a:satOff val="0"/>
            <a:lumOff val="0"/>
            <a:alphaOff val="0"/>
          </a:schemeClr>
        </a:solidFill>
        <a:ln w="25400" cap="flat" cmpd="sng" algn="ctr">
          <a:solidFill>
            <a:schemeClr val="accent2">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0DA37B1-032D-4A7A-A9D0-4986AE164009}">
      <dsp:nvSpPr>
        <dsp:cNvPr id="0" name=""/>
        <dsp:cNvSpPr/>
      </dsp:nvSpPr>
      <dsp:spPr>
        <a:xfrm>
          <a:off x="2466400" y="1822254"/>
          <a:ext cx="12272124" cy="16565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marL="0" lvl="0" indent="0" algn="l" defTabSz="1333500">
            <a:lnSpc>
              <a:spcPct val="90000"/>
            </a:lnSpc>
            <a:spcBef>
              <a:spcPct val="0"/>
            </a:spcBef>
            <a:spcAft>
              <a:spcPct val="35000"/>
            </a:spcAft>
            <a:buNone/>
          </a:pPr>
          <a:r>
            <a:rPr lang="en-US" sz="3000" b="0" i="0" kern="1200" dirty="0"/>
            <a:t>They can perform different actions within a particular runtime environment, such as automating task execution, enhancing the functionality of the parent software, performing configurations and extracting data from data sets.</a:t>
          </a:r>
          <a:endParaRPr lang="en-US" sz="3000" kern="1200" dirty="0"/>
        </a:p>
      </dsp:txBody>
      <dsp:txXfrm>
        <a:off x="2466400" y="1822254"/>
        <a:ext cx="12272124" cy="1656594"/>
      </dsp:txXfrm>
    </dsp:sp>
    <dsp:sp modelId="{4571C109-8190-47D9-8AD6-2701CDD3A77F}">
      <dsp:nvSpPr>
        <dsp:cNvPr id="0" name=""/>
        <dsp:cNvSpPr/>
      </dsp:nvSpPr>
      <dsp:spPr>
        <a:xfrm>
          <a:off x="2231900" y="3478848"/>
          <a:ext cx="12506624" cy="0"/>
        </a:xfrm>
        <a:prstGeom prst="line">
          <a:avLst/>
        </a:prstGeom>
        <a:solidFill>
          <a:schemeClr val="accent2">
            <a:hueOff val="0"/>
            <a:satOff val="0"/>
            <a:lumOff val="0"/>
            <a:alphaOff val="0"/>
          </a:schemeClr>
        </a:solidFill>
        <a:ln w="25400" cap="flat" cmpd="sng" algn="ctr">
          <a:solidFill>
            <a:schemeClr val="accent2">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C637259-D4C6-402C-B98F-450D8349F7F2}">
      <dsp:nvSpPr>
        <dsp:cNvPr id="0" name=""/>
        <dsp:cNvSpPr/>
      </dsp:nvSpPr>
      <dsp:spPr>
        <a:xfrm>
          <a:off x="2374481" y="3734014"/>
          <a:ext cx="12272124" cy="16565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marL="0" lvl="0" indent="0" algn="l" defTabSz="1333500">
            <a:lnSpc>
              <a:spcPct val="90000"/>
            </a:lnSpc>
            <a:spcBef>
              <a:spcPct val="0"/>
            </a:spcBef>
            <a:spcAft>
              <a:spcPct val="35000"/>
            </a:spcAft>
            <a:buNone/>
          </a:pPr>
          <a:r>
            <a:rPr lang="en-US" sz="3000" b="0" i="0" kern="1200" dirty="0"/>
            <a:t>Scripting language (also known as scripting, or script) is a series of commands that are able to be executed without the need for compiling.</a:t>
          </a:r>
          <a:endParaRPr lang="en-US" sz="3000" kern="1200" dirty="0"/>
        </a:p>
      </dsp:txBody>
      <dsp:txXfrm>
        <a:off x="2374481" y="3734014"/>
        <a:ext cx="12272124" cy="1656594"/>
      </dsp:txXfrm>
    </dsp:sp>
    <dsp:sp modelId="{B7095AB4-D45A-4919-97B9-A7A4C5E2B97A}">
      <dsp:nvSpPr>
        <dsp:cNvPr id="0" name=""/>
        <dsp:cNvSpPr/>
      </dsp:nvSpPr>
      <dsp:spPr>
        <a:xfrm>
          <a:off x="2231900" y="5218273"/>
          <a:ext cx="12506624" cy="0"/>
        </a:xfrm>
        <a:prstGeom prst="line">
          <a:avLst/>
        </a:prstGeom>
        <a:solidFill>
          <a:schemeClr val="accent2">
            <a:hueOff val="0"/>
            <a:satOff val="0"/>
            <a:lumOff val="0"/>
            <a:alphaOff val="0"/>
          </a:schemeClr>
        </a:solidFill>
        <a:ln w="25400" cap="flat" cmpd="sng" algn="ctr">
          <a:solidFill>
            <a:schemeClr val="accent2">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DB46908-A51F-4F30-AFC8-12A1DECF1EA2}">
      <dsp:nvSpPr>
        <dsp:cNvPr id="0" name=""/>
        <dsp:cNvSpPr/>
      </dsp:nvSpPr>
      <dsp:spPr>
        <a:xfrm>
          <a:off x="2466400" y="5301102"/>
          <a:ext cx="12272124" cy="16565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marL="0" lvl="0" indent="0" algn="l" defTabSz="1333500">
            <a:lnSpc>
              <a:spcPct val="90000"/>
            </a:lnSpc>
            <a:spcBef>
              <a:spcPct val="0"/>
            </a:spcBef>
            <a:spcAft>
              <a:spcPct val="35000"/>
            </a:spcAft>
            <a:buNone/>
          </a:pPr>
          <a:r>
            <a:rPr lang="en-US" sz="3000" b="0" i="0" kern="1200" dirty="0"/>
            <a:t>Scripting languages use a program known as an interpreter to translate commands and are directly interpreted from source code, not requiring a compilation step.</a:t>
          </a:r>
          <a:endParaRPr lang="en-US" sz="3000" kern="1200" dirty="0"/>
        </a:p>
      </dsp:txBody>
      <dsp:txXfrm>
        <a:off x="2466400" y="5301102"/>
        <a:ext cx="12272124" cy="1656594"/>
      </dsp:txXfrm>
    </dsp:sp>
    <dsp:sp modelId="{2BBA7BD6-3A2E-4409-B24F-EB90A4767929}">
      <dsp:nvSpPr>
        <dsp:cNvPr id="0" name=""/>
        <dsp:cNvSpPr/>
      </dsp:nvSpPr>
      <dsp:spPr>
        <a:xfrm>
          <a:off x="2231900" y="6957697"/>
          <a:ext cx="12506624" cy="0"/>
        </a:xfrm>
        <a:prstGeom prst="line">
          <a:avLst/>
        </a:prstGeom>
        <a:solidFill>
          <a:schemeClr val="accent2">
            <a:hueOff val="0"/>
            <a:satOff val="0"/>
            <a:lumOff val="0"/>
            <a:alphaOff val="0"/>
          </a:schemeClr>
        </a:solidFill>
        <a:ln w="25400" cap="flat" cmpd="sng" algn="ctr">
          <a:solidFill>
            <a:schemeClr val="accent2">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75E0BAB-26BC-4F46-B94F-4B556CF8FDD0}">
      <dsp:nvSpPr>
        <dsp:cNvPr id="0" name=""/>
        <dsp:cNvSpPr/>
      </dsp:nvSpPr>
      <dsp:spPr>
        <a:xfrm rot="5400000">
          <a:off x="-572258" y="1653396"/>
          <a:ext cx="2511369" cy="302543"/>
        </a:xfrm>
        <a:prstGeom prst="rect">
          <a:avLst/>
        </a:prstGeom>
        <a:solidFill>
          <a:schemeClr val="accent2">
            <a:hueOff val="0"/>
            <a:satOff val="0"/>
            <a:lumOff val="0"/>
            <a:alphaOff val="0"/>
          </a:schemeClr>
        </a:solidFill>
        <a:ln>
          <a:noFill/>
        </a:ln>
        <a:effectLst>
          <a:outerShdw blurRad="40000" dist="20000" dir="5400000" rotWithShape="0">
            <a:srgbClr val="000000">
              <a:alpha val="38000"/>
            </a:srgbClr>
          </a:outerShdw>
        </a:effectLst>
      </dsp:spPr>
      <dsp:style>
        <a:lnRef idx="0">
          <a:scrgbClr r="0" g="0" b="0"/>
        </a:lnRef>
        <a:fillRef idx="1">
          <a:scrgbClr r="0" g="0" b="0"/>
        </a:fillRef>
        <a:effectRef idx="1">
          <a:scrgbClr r="0" g="0" b="0"/>
        </a:effectRef>
        <a:fontRef idx="minor">
          <a:schemeClr val="lt1"/>
        </a:fontRef>
      </dsp:style>
    </dsp:sp>
    <dsp:sp modelId="{A3F24D99-FA7B-40D9-B827-EF66939A2B92}">
      <dsp:nvSpPr>
        <dsp:cNvPr id="0" name=""/>
        <dsp:cNvSpPr/>
      </dsp:nvSpPr>
      <dsp:spPr>
        <a:xfrm>
          <a:off x="6193" y="51725"/>
          <a:ext cx="3361594" cy="2016956"/>
        </a:xfrm>
        <a:prstGeom prst="roundRect">
          <a:avLst>
            <a:gd name="adj" fmla="val 10000"/>
          </a:avLst>
        </a:prstGeom>
        <a:solidFill>
          <a:schemeClr val="accent2">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dirty="0"/>
            <a:t>JavaScript</a:t>
          </a:r>
        </a:p>
      </dsp:txBody>
      <dsp:txXfrm>
        <a:off x="65268" y="110800"/>
        <a:ext cx="3243444" cy="1898806"/>
      </dsp:txXfrm>
    </dsp:sp>
    <dsp:sp modelId="{1CE0099E-C1A8-4C51-B0AD-6EA2787161D2}">
      <dsp:nvSpPr>
        <dsp:cNvPr id="0" name=""/>
        <dsp:cNvSpPr/>
      </dsp:nvSpPr>
      <dsp:spPr>
        <a:xfrm rot="5400000">
          <a:off x="-572258" y="4174592"/>
          <a:ext cx="2511369" cy="302543"/>
        </a:xfrm>
        <a:prstGeom prst="rect">
          <a:avLst/>
        </a:prstGeom>
        <a:solidFill>
          <a:schemeClr val="accent3">
            <a:hueOff val="0"/>
            <a:satOff val="0"/>
            <a:lumOff val="0"/>
            <a:alphaOff val="0"/>
          </a:schemeClr>
        </a:solidFill>
        <a:ln>
          <a:noFill/>
        </a:ln>
        <a:effectLst>
          <a:outerShdw blurRad="40000" dist="20000" dir="5400000" rotWithShape="0">
            <a:srgbClr val="000000">
              <a:alpha val="38000"/>
            </a:srgbClr>
          </a:outerShdw>
        </a:effectLst>
      </dsp:spPr>
      <dsp:style>
        <a:lnRef idx="0">
          <a:scrgbClr r="0" g="0" b="0"/>
        </a:lnRef>
        <a:fillRef idx="1">
          <a:scrgbClr r="0" g="0" b="0"/>
        </a:fillRef>
        <a:effectRef idx="1">
          <a:scrgbClr r="0" g="0" b="0"/>
        </a:effectRef>
        <a:fontRef idx="minor">
          <a:schemeClr val="lt1"/>
        </a:fontRef>
      </dsp:style>
    </dsp:sp>
    <dsp:sp modelId="{2329E333-5A1B-4FF9-B107-51D230E7365B}">
      <dsp:nvSpPr>
        <dsp:cNvPr id="0" name=""/>
        <dsp:cNvSpPr/>
      </dsp:nvSpPr>
      <dsp:spPr>
        <a:xfrm>
          <a:off x="6193" y="2572921"/>
          <a:ext cx="3361594" cy="2016956"/>
        </a:xfrm>
        <a:prstGeom prst="roundRect">
          <a:avLst>
            <a:gd name="adj" fmla="val 10000"/>
          </a:avLst>
        </a:prstGeom>
        <a:solidFill>
          <a:schemeClr val="accent3">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dirty="0"/>
            <a:t>PHP</a:t>
          </a:r>
        </a:p>
      </dsp:txBody>
      <dsp:txXfrm>
        <a:off x="65268" y="2631996"/>
        <a:ext cx="3243444" cy="1898806"/>
      </dsp:txXfrm>
    </dsp:sp>
    <dsp:sp modelId="{0CF5DC89-527D-4E3F-B6C9-6295B2DD793D}">
      <dsp:nvSpPr>
        <dsp:cNvPr id="0" name=""/>
        <dsp:cNvSpPr/>
      </dsp:nvSpPr>
      <dsp:spPr>
        <a:xfrm>
          <a:off x="688339" y="5435190"/>
          <a:ext cx="4461094" cy="302543"/>
        </a:xfrm>
        <a:prstGeom prst="rect">
          <a:avLst/>
        </a:prstGeom>
        <a:solidFill>
          <a:schemeClr val="accent4">
            <a:hueOff val="0"/>
            <a:satOff val="0"/>
            <a:lumOff val="0"/>
            <a:alphaOff val="0"/>
          </a:schemeClr>
        </a:solidFill>
        <a:ln>
          <a:noFill/>
        </a:ln>
        <a:effectLst>
          <a:outerShdw blurRad="40000" dist="20000" dir="5400000" rotWithShape="0">
            <a:srgbClr val="000000">
              <a:alpha val="38000"/>
            </a:srgbClr>
          </a:outerShdw>
        </a:effectLst>
      </dsp:spPr>
      <dsp:style>
        <a:lnRef idx="0">
          <a:scrgbClr r="0" g="0" b="0"/>
        </a:lnRef>
        <a:fillRef idx="1">
          <a:scrgbClr r="0" g="0" b="0"/>
        </a:fillRef>
        <a:effectRef idx="1">
          <a:scrgbClr r="0" g="0" b="0"/>
        </a:effectRef>
        <a:fontRef idx="minor">
          <a:schemeClr val="lt1"/>
        </a:fontRef>
      </dsp:style>
    </dsp:sp>
    <dsp:sp modelId="{274D0F3B-5C60-4AD2-9AE1-3F7457011782}">
      <dsp:nvSpPr>
        <dsp:cNvPr id="0" name=""/>
        <dsp:cNvSpPr/>
      </dsp:nvSpPr>
      <dsp:spPr>
        <a:xfrm>
          <a:off x="6193" y="5094117"/>
          <a:ext cx="3361594" cy="2016956"/>
        </a:xfrm>
        <a:prstGeom prst="roundRect">
          <a:avLst>
            <a:gd name="adj" fmla="val 10000"/>
          </a:avLst>
        </a:prstGeom>
        <a:solidFill>
          <a:schemeClr val="accent4">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dirty="0"/>
            <a:t>Python</a:t>
          </a:r>
        </a:p>
      </dsp:txBody>
      <dsp:txXfrm>
        <a:off x="65268" y="5153192"/>
        <a:ext cx="3243444" cy="1898806"/>
      </dsp:txXfrm>
    </dsp:sp>
    <dsp:sp modelId="{C6CCF3AF-1AD5-43C6-AC2C-09CA38947323}">
      <dsp:nvSpPr>
        <dsp:cNvPr id="0" name=""/>
        <dsp:cNvSpPr/>
      </dsp:nvSpPr>
      <dsp:spPr>
        <a:xfrm rot="16200000">
          <a:off x="3898662" y="4174592"/>
          <a:ext cx="2511369" cy="302543"/>
        </a:xfrm>
        <a:prstGeom prst="rect">
          <a:avLst/>
        </a:prstGeom>
        <a:solidFill>
          <a:schemeClr val="accent5">
            <a:hueOff val="0"/>
            <a:satOff val="0"/>
            <a:lumOff val="0"/>
            <a:alphaOff val="0"/>
          </a:schemeClr>
        </a:solidFill>
        <a:ln>
          <a:noFill/>
        </a:ln>
        <a:effectLst>
          <a:outerShdw blurRad="40000" dist="20000" dir="5400000" rotWithShape="0">
            <a:srgbClr val="000000">
              <a:alpha val="38000"/>
            </a:srgbClr>
          </a:outerShdw>
        </a:effectLst>
      </dsp:spPr>
      <dsp:style>
        <a:lnRef idx="0">
          <a:scrgbClr r="0" g="0" b="0"/>
        </a:lnRef>
        <a:fillRef idx="1">
          <a:scrgbClr r="0" g="0" b="0"/>
        </a:fillRef>
        <a:effectRef idx="1">
          <a:scrgbClr r="0" g="0" b="0"/>
        </a:effectRef>
        <a:fontRef idx="minor">
          <a:schemeClr val="lt1"/>
        </a:fontRef>
      </dsp:style>
    </dsp:sp>
    <dsp:sp modelId="{9046A3E5-5AE7-49D1-B3F9-CD57CD713F51}">
      <dsp:nvSpPr>
        <dsp:cNvPr id="0" name=""/>
        <dsp:cNvSpPr/>
      </dsp:nvSpPr>
      <dsp:spPr>
        <a:xfrm>
          <a:off x="4477115" y="5094117"/>
          <a:ext cx="3361594" cy="2016956"/>
        </a:xfrm>
        <a:prstGeom prst="roundRect">
          <a:avLst>
            <a:gd name="adj" fmla="val 10000"/>
          </a:avLst>
        </a:prstGeom>
        <a:solidFill>
          <a:schemeClr val="accent5">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dirty="0"/>
            <a:t>Groovy</a:t>
          </a:r>
        </a:p>
      </dsp:txBody>
      <dsp:txXfrm>
        <a:off x="4536190" y="5153192"/>
        <a:ext cx="3243444" cy="1898806"/>
      </dsp:txXfrm>
    </dsp:sp>
    <dsp:sp modelId="{0AB39582-E881-404F-B7B5-EA08F325BA7B}">
      <dsp:nvSpPr>
        <dsp:cNvPr id="0" name=""/>
        <dsp:cNvSpPr/>
      </dsp:nvSpPr>
      <dsp:spPr>
        <a:xfrm rot="16200000">
          <a:off x="3898662" y="1653396"/>
          <a:ext cx="2511369" cy="302543"/>
        </a:xfrm>
        <a:prstGeom prst="rect">
          <a:avLst/>
        </a:prstGeom>
        <a:solidFill>
          <a:schemeClr val="accent6">
            <a:hueOff val="0"/>
            <a:satOff val="0"/>
            <a:lumOff val="0"/>
            <a:alphaOff val="0"/>
          </a:schemeClr>
        </a:solidFill>
        <a:ln>
          <a:noFill/>
        </a:ln>
        <a:effectLst>
          <a:outerShdw blurRad="40000" dist="20000" dir="5400000" rotWithShape="0">
            <a:srgbClr val="000000">
              <a:alpha val="38000"/>
            </a:srgbClr>
          </a:outerShdw>
        </a:effectLst>
      </dsp:spPr>
      <dsp:style>
        <a:lnRef idx="0">
          <a:scrgbClr r="0" g="0" b="0"/>
        </a:lnRef>
        <a:fillRef idx="1">
          <a:scrgbClr r="0" g="0" b="0"/>
        </a:fillRef>
        <a:effectRef idx="1">
          <a:scrgbClr r="0" g="0" b="0"/>
        </a:effectRef>
        <a:fontRef idx="minor">
          <a:schemeClr val="lt1"/>
        </a:fontRef>
      </dsp:style>
    </dsp:sp>
    <dsp:sp modelId="{4402FEB1-8531-421E-A397-D05420C4F360}">
      <dsp:nvSpPr>
        <dsp:cNvPr id="0" name=""/>
        <dsp:cNvSpPr/>
      </dsp:nvSpPr>
      <dsp:spPr>
        <a:xfrm>
          <a:off x="4477115" y="2572921"/>
          <a:ext cx="3361594" cy="2016956"/>
        </a:xfrm>
        <a:prstGeom prst="roundRect">
          <a:avLst>
            <a:gd name="adj" fmla="val 10000"/>
          </a:avLst>
        </a:prstGeom>
        <a:solidFill>
          <a:schemeClr val="accent6">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dirty="0"/>
            <a:t>Perl</a:t>
          </a:r>
        </a:p>
      </dsp:txBody>
      <dsp:txXfrm>
        <a:off x="4536190" y="2631996"/>
        <a:ext cx="3243444" cy="1898806"/>
      </dsp:txXfrm>
    </dsp:sp>
    <dsp:sp modelId="{DAB213D6-4657-4923-85F9-8D031428C141}">
      <dsp:nvSpPr>
        <dsp:cNvPr id="0" name=""/>
        <dsp:cNvSpPr/>
      </dsp:nvSpPr>
      <dsp:spPr>
        <a:xfrm>
          <a:off x="5159260" y="392798"/>
          <a:ext cx="4461094" cy="302543"/>
        </a:xfrm>
        <a:prstGeom prst="rect">
          <a:avLst/>
        </a:prstGeom>
        <a:solidFill>
          <a:schemeClr val="accent2">
            <a:hueOff val="0"/>
            <a:satOff val="0"/>
            <a:lumOff val="0"/>
            <a:alphaOff val="0"/>
          </a:schemeClr>
        </a:solidFill>
        <a:ln>
          <a:noFill/>
        </a:ln>
        <a:effectLst>
          <a:outerShdw blurRad="40000" dist="20000" dir="5400000" rotWithShape="0">
            <a:srgbClr val="000000">
              <a:alpha val="38000"/>
            </a:srgbClr>
          </a:outerShdw>
        </a:effectLst>
      </dsp:spPr>
      <dsp:style>
        <a:lnRef idx="0">
          <a:scrgbClr r="0" g="0" b="0"/>
        </a:lnRef>
        <a:fillRef idx="1">
          <a:scrgbClr r="0" g="0" b="0"/>
        </a:fillRef>
        <a:effectRef idx="1">
          <a:scrgbClr r="0" g="0" b="0"/>
        </a:effectRef>
        <a:fontRef idx="minor">
          <a:schemeClr val="lt1"/>
        </a:fontRef>
      </dsp:style>
    </dsp:sp>
    <dsp:sp modelId="{3F163FA8-B83C-4C3D-AC3D-61AE237B87E0}">
      <dsp:nvSpPr>
        <dsp:cNvPr id="0" name=""/>
        <dsp:cNvSpPr/>
      </dsp:nvSpPr>
      <dsp:spPr>
        <a:xfrm>
          <a:off x="4477115" y="51725"/>
          <a:ext cx="3361594" cy="2016956"/>
        </a:xfrm>
        <a:prstGeom prst="roundRect">
          <a:avLst>
            <a:gd name="adj" fmla="val 10000"/>
          </a:avLst>
        </a:prstGeom>
        <a:solidFill>
          <a:schemeClr val="accent2">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dirty="0"/>
            <a:t>PowerShell</a:t>
          </a:r>
        </a:p>
      </dsp:txBody>
      <dsp:txXfrm>
        <a:off x="4536190" y="110800"/>
        <a:ext cx="3243444" cy="1898806"/>
      </dsp:txXfrm>
    </dsp:sp>
    <dsp:sp modelId="{08D3B980-1B26-44CB-9AD1-C6936D259D39}">
      <dsp:nvSpPr>
        <dsp:cNvPr id="0" name=""/>
        <dsp:cNvSpPr/>
      </dsp:nvSpPr>
      <dsp:spPr>
        <a:xfrm rot="5400000">
          <a:off x="8369583" y="1653396"/>
          <a:ext cx="2511369" cy="302543"/>
        </a:xfrm>
        <a:prstGeom prst="rect">
          <a:avLst/>
        </a:prstGeom>
        <a:solidFill>
          <a:schemeClr val="accent3">
            <a:hueOff val="0"/>
            <a:satOff val="0"/>
            <a:lumOff val="0"/>
            <a:alphaOff val="0"/>
          </a:schemeClr>
        </a:solidFill>
        <a:ln>
          <a:noFill/>
        </a:ln>
        <a:effectLst>
          <a:outerShdw blurRad="40000" dist="20000" dir="5400000" rotWithShape="0">
            <a:srgbClr val="000000">
              <a:alpha val="38000"/>
            </a:srgbClr>
          </a:outerShdw>
        </a:effectLst>
      </dsp:spPr>
      <dsp:style>
        <a:lnRef idx="0">
          <a:scrgbClr r="0" g="0" b="0"/>
        </a:lnRef>
        <a:fillRef idx="1">
          <a:scrgbClr r="0" g="0" b="0"/>
        </a:fillRef>
        <a:effectRef idx="1">
          <a:scrgbClr r="0" g="0" b="0"/>
        </a:effectRef>
        <a:fontRef idx="minor">
          <a:schemeClr val="lt1"/>
        </a:fontRef>
      </dsp:style>
    </dsp:sp>
    <dsp:sp modelId="{9E6DCF3C-E034-421B-80C4-69F6EEDD2B39}">
      <dsp:nvSpPr>
        <dsp:cNvPr id="0" name=""/>
        <dsp:cNvSpPr/>
      </dsp:nvSpPr>
      <dsp:spPr>
        <a:xfrm>
          <a:off x="8948036" y="51725"/>
          <a:ext cx="3361594" cy="2016956"/>
        </a:xfrm>
        <a:prstGeom prst="roundRect">
          <a:avLst>
            <a:gd name="adj" fmla="val 10000"/>
          </a:avLst>
        </a:prstGeom>
        <a:solidFill>
          <a:schemeClr val="accent3">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dirty="0"/>
            <a:t>Ruby</a:t>
          </a:r>
        </a:p>
      </dsp:txBody>
      <dsp:txXfrm>
        <a:off x="9007111" y="110800"/>
        <a:ext cx="3243444" cy="1898806"/>
      </dsp:txXfrm>
    </dsp:sp>
    <dsp:sp modelId="{D65BD431-6FEB-43F2-B4C5-AB5F215FD7D6}">
      <dsp:nvSpPr>
        <dsp:cNvPr id="0" name=""/>
        <dsp:cNvSpPr/>
      </dsp:nvSpPr>
      <dsp:spPr>
        <a:xfrm>
          <a:off x="8948036" y="2572921"/>
          <a:ext cx="3361594" cy="2016956"/>
        </a:xfrm>
        <a:prstGeom prst="roundRect">
          <a:avLst>
            <a:gd name="adj" fmla="val 10000"/>
          </a:avLst>
        </a:prstGeom>
        <a:solidFill>
          <a:schemeClr val="accent4">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dirty="0"/>
            <a:t>R</a:t>
          </a:r>
        </a:p>
      </dsp:txBody>
      <dsp:txXfrm>
        <a:off x="9007111" y="2631996"/>
        <a:ext cx="3243444" cy="1898806"/>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D0BAE95-D2E4-4776-882B-A1649C7C41CB}">
      <dsp:nvSpPr>
        <dsp:cNvPr id="0" name=""/>
        <dsp:cNvSpPr/>
      </dsp:nvSpPr>
      <dsp:spPr>
        <a:xfrm>
          <a:off x="1126547" y="0"/>
          <a:ext cx="6934200" cy="6934200"/>
        </a:xfrm>
        <a:prstGeom prst="ellipse">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91592" tIns="291592" rIns="291592" bIns="291592" numCol="1" spcCol="1270" anchor="ctr" anchorCtr="0">
          <a:noAutofit/>
        </a:bodyPr>
        <a:lstStyle/>
        <a:p>
          <a:pPr marL="0" lvl="0" indent="0" algn="ctr" defTabSz="1822450">
            <a:lnSpc>
              <a:spcPct val="90000"/>
            </a:lnSpc>
            <a:spcBef>
              <a:spcPct val="0"/>
            </a:spcBef>
            <a:spcAft>
              <a:spcPct val="35000"/>
            </a:spcAft>
            <a:buNone/>
          </a:pPr>
          <a:r>
            <a:rPr lang="en-US" sz="4100" kern="1200"/>
            <a:t>Robotics </a:t>
          </a:r>
          <a:endParaRPr lang="en-US" sz="4100" kern="1200" dirty="0"/>
        </a:p>
      </dsp:txBody>
      <dsp:txXfrm>
        <a:off x="2773419" y="520065"/>
        <a:ext cx="3640455" cy="1178814"/>
      </dsp:txXfrm>
    </dsp:sp>
    <dsp:sp modelId="{27EC16FB-5451-43F9-A96F-9C1D680633C4}">
      <dsp:nvSpPr>
        <dsp:cNvPr id="0" name=""/>
        <dsp:cNvSpPr/>
      </dsp:nvSpPr>
      <dsp:spPr>
        <a:xfrm>
          <a:off x="1993322" y="1733549"/>
          <a:ext cx="5200650" cy="5200650"/>
        </a:xfrm>
        <a:prstGeom prst="ellipse">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91592" tIns="291592" rIns="291592" bIns="291592" numCol="1" spcCol="1270" anchor="ctr" anchorCtr="0">
          <a:noAutofit/>
        </a:bodyPr>
        <a:lstStyle/>
        <a:p>
          <a:pPr marL="0" lvl="0" indent="0" algn="ctr" defTabSz="1822450">
            <a:lnSpc>
              <a:spcPct val="90000"/>
            </a:lnSpc>
            <a:spcBef>
              <a:spcPct val="0"/>
            </a:spcBef>
            <a:spcAft>
              <a:spcPct val="35000"/>
            </a:spcAft>
            <a:buNone/>
          </a:pPr>
          <a:r>
            <a:rPr lang="en-US" sz="4100" kern="1200"/>
            <a:t>Artificial Intelligence</a:t>
          </a:r>
          <a:endParaRPr lang="en-US" sz="4100" kern="1200" dirty="0"/>
        </a:p>
      </dsp:txBody>
      <dsp:txXfrm>
        <a:off x="2754940" y="3033712"/>
        <a:ext cx="3677414" cy="2600325"/>
      </dsp:txXfrm>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52BFD53-7CB7-43CB-AD0F-7D4FF2777148}">
      <dsp:nvSpPr>
        <dsp:cNvPr id="0" name=""/>
        <dsp:cNvSpPr/>
      </dsp:nvSpPr>
      <dsp:spPr>
        <a:xfrm>
          <a:off x="14477848" y="621872"/>
          <a:ext cx="293843" cy="5438411"/>
        </a:xfrm>
        <a:prstGeom prst="rect">
          <a:avLst/>
        </a:prstGeom>
        <a:solidFill>
          <a:schemeClr val="accent2">
            <a:tint val="50000"/>
            <a:alpha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D733559-23A7-49B6-98A2-8D2B6F35F3B9}">
      <dsp:nvSpPr>
        <dsp:cNvPr id="0" name=""/>
        <dsp:cNvSpPr/>
      </dsp:nvSpPr>
      <dsp:spPr>
        <a:xfrm>
          <a:off x="387959" y="657548"/>
          <a:ext cx="7642391" cy="5438411"/>
        </a:xfrm>
        <a:prstGeom prst="frame">
          <a:avLst>
            <a:gd name="adj1" fmla="val 5450"/>
          </a:avLst>
        </a:prstGeom>
        <a:solidFill>
          <a:schemeClr val="accent2">
            <a:tint val="50000"/>
            <a:alpha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75D190F-A19A-4AFB-8BB3-EC7064DA0A1C}">
      <dsp:nvSpPr>
        <dsp:cNvPr id="0" name=""/>
        <dsp:cNvSpPr/>
      </dsp:nvSpPr>
      <dsp:spPr>
        <a:xfrm>
          <a:off x="94181" y="12287"/>
          <a:ext cx="7348548" cy="5144262"/>
        </a:xfrm>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l="-17000" r="-17000"/>
          </a:stretch>
        </a:blipFill>
        <a:ln w="254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CE800E3-7D7B-4628-8F17-B90F1030BC39}">
      <dsp:nvSpPr>
        <dsp:cNvPr id="0" name=""/>
        <dsp:cNvSpPr/>
      </dsp:nvSpPr>
      <dsp:spPr>
        <a:xfrm>
          <a:off x="1561871" y="5149066"/>
          <a:ext cx="7049767" cy="6455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47040" tIns="167640" rIns="447040" bIns="167640" numCol="1" spcCol="1270" anchor="ctr" anchorCtr="0">
          <a:noAutofit/>
        </a:bodyPr>
        <a:lstStyle/>
        <a:p>
          <a:pPr marL="0" lvl="0" indent="0" algn="l" defTabSz="1955800">
            <a:lnSpc>
              <a:spcPct val="90000"/>
            </a:lnSpc>
            <a:spcBef>
              <a:spcPct val="0"/>
            </a:spcBef>
            <a:spcAft>
              <a:spcPct val="35000"/>
            </a:spcAft>
            <a:buNone/>
          </a:pPr>
          <a:endParaRPr lang="en-US" sz="4400" kern="1200" dirty="0"/>
        </a:p>
      </dsp:txBody>
      <dsp:txXfrm>
        <a:off x="1561871" y="5149066"/>
        <a:ext cx="7049767" cy="645544"/>
      </dsp:txXfrm>
    </dsp:sp>
    <dsp:sp modelId="{60AE551E-2C63-4292-88F8-3E4CD2FCE363}">
      <dsp:nvSpPr>
        <dsp:cNvPr id="0" name=""/>
        <dsp:cNvSpPr/>
      </dsp:nvSpPr>
      <dsp:spPr>
        <a:xfrm>
          <a:off x="8262690" y="633864"/>
          <a:ext cx="6004364" cy="47724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778000">
            <a:lnSpc>
              <a:spcPct val="90000"/>
            </a:lnSpc>
            <a:spcBef>
              <a:spcPct val="0"/>
            </a:spcBef>
            <a:spcAft>
              <a:spcPct val="35000"/>
            </a:spcAft>
            <a:buNone/>
          </a:pPr>
          <a:r>
            <a:rPr lang="en-US" sz="4000" kern="1200" dirty="0"/>
            <a:t>Robotics is the intersection of science, engineering and technology that produces machines, called robots, that substitute for (or replicate) human actions. </a:t>
          </a:r>
        </a:p>
        <a:p>
          <a:pPr marL="0" lvl="0" indent="0" algn="l" defTabSz="1778000">
            <a:lnSpc>
              <a:spcPct val="90000"/>
            </a:lnSpc>
            <a:spcBef>
              <a:spcPct val="0"/>
            </a:spcBef>
            <a:spcAft>
              <a:spcPct val="35000"/>
            </a:spcAft>
            <a:buNone/>
          </a:pPr>
          <a:endParaRPr lang="en-US" sz="4000" kern="1200" dirty="0"/>
        </a:p>
      </dsp:txBody>
      <dsp:txXfrm>
        <a:off x="8262690" y="633864"/>
        <a:ext cx="6004364" cy="4772478"/>
      </dsp:txXfrm>
    </dsp:sp>
  </dsp:spTree>
</dsp:drawing>
</file>

<file path=ppt/diagrams/drawing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14AA19E-4CA8-4722-8E74-6456BA74EC66}">
      <dsp:nvSpPr>
        <dsp:cNvPr id="0" name=""/>
        <dsp:cNvSpPr/>
      </dsp:nvSpPr>
      <dsp:spPr>
        <a:xfrm>
          <a:off x="0" y="31498"/>
          <a:ext cx="10637414" cy="1846040"/>
        </a:xfrm>
        <a:prstGeom prst="roundRect">
          <a:avLst/>
        </a:prstGeom>
        <a:solidFill>
          <a:schemeClr val="accent2">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n-US" sz="3300" kern="1200" dirty="0"/>
            <a:t>Robotics involves design, construction, operation, and use of robots. </a:t>
          </a:r>
        </a:p>
      </dsp:txBody>
      <dsp:txXfrm>
        <a:off x="90116" y="121614"/>
        <a:ext cx="10457182" cy="1665808"/>
      </dsp:txXfrm>
    </dsp:sp>
    <dsp:sp modelId="{A8F98469-C2F5-4D7B-B5D9-302EC159B40F}">
      <dsp:nvSpPr>
        <dsp:cNvPr id="0" name=""/>
        <dsp:cNvSpPr/>
      </dsp:nvSpPr>
      <dsp:spPr>
        <a:xfrm>
          <a:off x="0" y="1972579"/>
          <a:ext cx="10637414" cy="1846040"/>
        </a:xfrm>
        <a:prstGeom prst="roundRect">
          <a:avLst/>
        </a:prstGeom>
        <a:solidFill>
          <a:schemeClr val="accent3">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n-US" sz="3300" kern="1200" dirty="0"/>
            <a:t>The goal of robotics is to design intelligent machines that can help and assist humans in their day-to-day lives and keep everyone safe.</a:t>
          </a:r>
        </a:p>
      </dsp:txBody>
      <dsp:txXfrm>
        <a:off x="90116" y="2062695"/>
        <a:ext cx="10457182" cy="1665808"/>
      </dsp:txXfrm>
    </dsp:sp>
    <dsp:sp modelId="{E4BE2949-D72C-40DE-B23F-B8415CF2A0BD}">
      <dsp:nvSpPr>
        <dsp:cNvPr id="0" name=""/>
        <dsp:cNvSpPr/>
      </dsp:nvSpPr>
      <dsp:spPr>
        <a:xfrm>
          <a:off x="0" y="3913659"/>
          <a:ext cx="10637414" cy="1846040"/>
        </a:xfrm>
        <a:prstGeom prst="roundRect">
          <a:avLst/>
        </a:prstGeom>
        <a:solidFill>
          <a:schemeClr val="accent4">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n-US" sz="3300" kern="1200" dirty="0">
              <a:cs typeface="Segoe UI Semilight" panose="020B0402040204020203" pitchFamily="34" charset="0"/>
            </a:rPr>
            <a:t>Robots are programmable machines that are usually able to carry out a series of actions autonomously, or semi-autonomously.</a:t>
          </a:r>
          <a:endParaRPr lang="en-US" sz="3300" kern="1200" dirty="0"/>
        </a:p>
      </dsp:txBody>
      <dsp:txXfrm>
        <a:off x="90116" y="4003775"/>
        <a:ext cx="10457182" cy="1665808"/>
      </dsp:txXfrm>
    </dsp:sp>
  </dsp:spTree>
</dsp:drawing>
</file>

<file path=ppt/diagrams/drawing2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1767E98-B47E-45C0-AE9A-F072019E2184}">
      <dsp:nvSpPr>
        <dsp:cNvPr id="0" name=""/>
        <dsp:cNvSpPr/>
      </dsp:nvSpPr>
      <dsp:spPr>
        <a:xfrm>
          <a:off x="6179281" y="0"/>
          <a:ext cx="9268921" cy="1950478"/>
        </a:xfrm>
        <a:prstGeom prst="rightArrow">
          <a:avLst>
            <a:gd name="adj1" fmla="val 75000"/>
            <a:gd name="adj2" fmla="val 50000"/>
          </a:avLst>
        </a:prstGeom>
        <a:solidFill>
          <a:schemeClr val="accent2">
            <a:tint val="40000"/>
            <a:alpha val="90000"/>
            <a:hueOff val="0"/>
            <a:satOff val="0"/>
            <a:lumOff val="0"/>
            <a:alphaOff val="0"/>
          </a:schemeClr>
        </a:solidFill>
        <a:ln w="25400"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780" tIns="17780" rIns="17780" bIns="17780" numCol="1" spcCol="1270" anchor="t" anchorCtr="0">
          <a:noAutofit/>
        </a:bodyPr>
        <a:lstStyle/>
        <a:p>
          <a:pPr marL="285750" lvl="1" indent="-285750" algn="l" defTabSz="1244600">
            <a:lnSpc>
              <a:spcPct val="90000"/>
            </a:lnSpc>
            <a:spcBef>
              <a:spcPct val="0"/>
            </a:spcBef>
            <a:spcAft>
              <a:spcPct val="15000"/>
            </a:spcAft>
            <a:buChar char="•"/>
          </a:pPr>
          <a:r>
            <a:rPr lang="en-US" sz="2800" b="0" i="0" kern="1200" dirty="0"/>
            <a:t>The mechanical aspect of a robot helps it complete tasks in the environment for which it’s designed.</a:t>
          </a:r>
          <a:endParaRPr lang="en-US" sz="2800" kern="1200" dirty="0"/>
        </a:p>
      </dsp:txBody>
      <dsp:txXfrm>
        <a:off x="6179281" y="243810"/>
        <a:ext cx="8537492" cy="1462858"/>
      </dsp:txXfrm>
    </dsp:sp>
    <dsp:sp modelId="{ADFF3E87-9D69-4E10-A4AE-DB5E20B1421E}">
      <dsp:nvSpPr>
        <dsp:cNvPr id="0" name=""/>
        <dsp:cNvSpPr/>
      </dsp:nvSpPr>
      <dsp:spPr>
        <a:xfrm>
          <a:off x="0" y="0"/>
          <a:ext cx="6179281" cy="1950478"/>
        </a:xfrm>
        <a:prstGeom prst="roundRect">
          <a:avLst/>
        </a:prstGeom>
        <a:solidFill>
          <a:schemeClr val="accent2">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06680" tIns="53340" rIns="106680" bIns="53340" numCol="1" spcCol="1270" anchor="ctr" anchorCtr="0">
          <a:noAutofit/>
        </a:bodyPr>
        <a:lstStyle/>
        <a:p>
          <a:pPr marL="0" lvl="0" indent="0" algn="ctr" defTabSz="1244600">
            <a:lnSpc>
              <a:spcPct val="90000"/>
            </a:lnSpc>
            <a:spcBef>
              <a:spcPct val="0"/>
            </a:spcBef>
            <a:spcAft>
              <a:spcPct val="35000"/>
            </a:spcAft>
            <a:buNone/>
          </a:pPr>
          <a:r>
            <a:rPr lang="en-US" sz="2800" b="0" i="0" kern="1200" dirty="0"/>
            <a:t>Robots consist of some sort of mechanical construction. </a:t>
          </a:r>
          <a:endParaRPr lang="en-US" sz="2800" kern="1200" dirty="0"/>
        </a:p>
      </dsp:txBody>
      <dsp:txXfrm>
        <a:off x="95214" y="95214"/>
        <a:ext cx="5988853" cy="1760050"/>
      </dsp:txXfrm>
    </dsp:sp>
    <dsp:sp modelId="{74F6524E-43DF-4855-AACD-D24931CF8385}">
      <dsp:nvSpPr>
        <dsp:cNvPr id="0" name=""/>
        <dsp:cNvSpPr/>
      </dsp:nvSpPr>
      <dsp:spPr>
        <a:xfrm>
          <a:off x="6179281" y="2145525"/>
          <a:ext cx="9268921" cy="1950478"/>
        </a:xfrm>
        <a:prstGeom prst="rightArrow">
          <a:avLst>
            <a:gd name="adj1" fmla="val 75000"/>
            <a:gd name="adj2" fmla="val 50000"/>
          </a:avLst>
        </a:prstGeom>
        <a:solidFill>
          <a:schemeClr val="accent3">
            <a:tint val="40000"/>
            <a:alpha val="90000"/>
            <a:hueOff val="0"/>
            <a:satOff val="0"/>
            <a:lumOff val="0"/>
            <a:alphaOff val="0"/>
          </a:schemeClr>
        </a:solidFill>
        <a:ln w="25400" cap="flat" cmpd="sng" algn="ctr">
          <a:solidFill>
            <a:schemeClr val="accent3">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780" tIns="17780" rIns="17780" bIns="17780" numCol="1" spcCol="1270" anchor="t" anchorCtr="0">
          <a:noAutofit/>
        </a:bodyPr>
        <a:lstStyle/>
        <a:p>
          <a:pPr marL="285750" lvl="1" indent="-285750" algn="l" defTabSz="1244600">
            <a:lnSpc>
              <a:spcPct val="90000"/>
            </a:lnSpc>
            <a:spcBef>
              <a:spcPct val="0"/>
            </a:spcBef>
            <a:spcAft>
              <a:spcPct val="15000"/>
            </a:spcAft>
            <a:buChar char="•"/>
          </a:pPr>
          <a:r>
            <a:rPr lang="en-US" sz="2800" b="0" i="0" kern="1200" dirty="0"/>
            <a:t>An electric current ( e.g., a battery) is needed to power a large majority of robots.</a:t>
          </a:r>
          <a:endParaRPr lang="en-US" sz="2800" kern="1200" dirty="0"/>
        </a:p>
      </dsp:txBody>
      <dsp:txXfrm>
        <a:off x="6179281" y="2389335"/>
        <a:ext cx="8537492" cy="1462858"/>
      </dsp:txXfrm>
    </dsp:sp>
    <dsp:sp modelId="{48068FF0-345E-4DE8-899B-0FEDF58704FC}">
      <dsp:nvSpPr>
        <dsp:cNvPr id="0" name=""/>
        <dsp:cNvSpPr/>
      </dsp:nvSpPr>
      <dsp:spPr>
        <a:xfrm>
          <a:off x="0" y="2145525"/>
          <a:ext cx="6179281" cy="1950478"/>
        </a:xfrm>
        <a:prstGeom prst="roundRect">
          <a:avLst/>
        </a:prstGeom>
        <a:solidFill>
          <a:schemeClr val="accent3">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06680" tIns="53340" rIns="106680" bIns="53340" numCol="1" spcCol="1270" anchor="ctr" anchorCtr="0">
          <a:noAutofit/>
        </a:bodyPr>
        <a:lstStyle/>
        <a:p>
          <a:pPr marL="0" lvl="0" indent="0" algn="ctr" defTabSz="1244600">
            <a:lnSpc>
              <a:spcPct val="90000"/>
            </a:lnSpc>
            <a:spcBef>
              <a:spcPct val="0"/>
            </a:spcBef>
            <a:spcAft>
              <a:spcPct val="35000"/>
            </a:spcAft>
            <a:buNone/>
          </a:pPr>
          <a:r>
            <a:rPr lang="en-US" sz="2800" b="0" i="0" kern="1200" dirty="0"/>
            <a:t>Robots need electrical components that control and power the machinery. </a:t>
          </a:r>
          <a:endParaRPr lang="en-US" sz="2800" kern="1200" dirty="0"/>
        </a:p>
      </dsp:txBody>
      <dsp:txXfrm>
        <a:off x="95214" y="2240739"/>
        <a:ext cx="5988853" cy="1760050"/>
      </dsp:txXfrm>
    </dsp:sp>
    <dsp:sp modelId="{86AA553D-52FD-460D-BB75-3D4584C6CAC8}">
      <dsp:nvSpPr>
        <dsp:cNvPr id="0" name=""/>
        <dsp:cNvSpPr/>
      </dsp:nvSpPr>
      <dsp:spPr>
        <a:xfrm>
          <a:off x="6179281" y="4291051"/>
          <a:ext cx="9268921" cy="1950478"/>
        </a:xfrm>
        <a:prstGeom prst="rightArrow">
          <a:avLst>
            <a:gd name="adj1" fmla="val 75000"/>
            <a:gd name="adj2" fmla="val 50000"/>
          </a:avLst>
        </a:prstGeom>
        <a:solidFill>
          <a:schemeClr val="accent4">
            <a:tint val="40000"/>
            <a:alpha val="90000"/>
            <a:hueOff val="0"/>
            <a:satOff val="0"/>
            <a:lumOff val="0"/>
            <a:alphaOff val="0"/>
          </a:schemeClr>
        </a:solidFill>
        <a:ln w="25400" cap="flat" cmpd="sng" algn="ctr">
          <a:solidFill>
            <a:schemeClr val="accent4">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780" tIns="17780" rIns="17780" bIns="17780" numCol="1" spcCol="1270" anchor="t" anchorCtr="0">
          <a:noAutofit/>
        </a:bodyPr>
        <a:lstStyle/>
        <a:p>
          <a:pPr marL="285750" lvl="1" indent="-285750" algn="l" defTabSz="1244600">
            <a:lnSpc>
              <a:spcPct val="90000"/>
            </a:lnSpc>
            <a:spcBef>
              <a:spcPct val="0"/>
            </a:spcBef>
            <a:spcAft>
              <a:spcPct val="15000"/>
            </a:spcAft>
            <a:buChar char="•"/>
          </a:pPr>
          <a:r>
            <a:rPr lang="en-US" sz="2800" b="0" i="0" kern="1200" dirty="0"/>
            <a:t>Without a set of code telling it what to do, a robot would just be another piece of simple machinery. </a:t>
          </a:r>
          <a:endParaRPr lang="en-US" sz="2800" kern="1200" dirty="0"/>
        </a:p>
      </dsp:txBody>
      <dsp:txXfrm>
        <a:off x="6179281" y="4534861"/>
        <a:ext cx="8537492" cy="1462858"/>
      </dsp:txXfrm>
    </dsp:sp>
    <dsp:sp modelId="{691AEBCD-6507-4752-8422-8C7CCAA14269}">
      <dsp:nvSpPr>
        <dsp:cNvPr id="0" name=""/>
        <dsp:cNvSpPr/>
      </dsp:nvSpPr>
      <dsp:spPr>
        <a:xfrm>
          <a:off x="0" y="4291051"/>
          <a:ext cx="6179281" cy="1950478"/>
        </a:xfrm>
        <a:prstGeom prst="roundRect">
          <a:avLst/>
        </a:prstGeom>
        <a:solidFill>
          <a:schemeClr val="accent4">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06680" tIns="53340" rIns="106680" bIns="53340" numCol="1" spcCol="1270" anchor="ctr" anchorCtr="0">
          <a:noAutofit/>
        </a:bodyPr>
        <a:lstStyle/>
        <a:p>
          <a:pPr marL="0" lvl="0" indent="0" algn="ctr" defTabSz="1244600">
            <a:lnSpc>
              <a:spcPct val="90000"/>
            </a:lnSpc>
            <a:spcBef>
              <a:spcPct val="0"/>
            </a:spcBef>
            <a:spcAft>
              <a:spcPct val="35000"/>
            </a:spcAft>
            <a:buNone/>
          </a:pPr>
          <a:r>
            <a:rPr lang="en-US" sz="2800" b="0" i="0" kern="1200" dirty="0"/>
            <a:t>Robots contain at least some level of computer programming.</a:t>
          </a:r>
          <a:endParaRPr lang="en-US" sz="2800" kern="1200" dirty="0"/>
        </a:p>
      </dsp:txBody>
      <dsp:txXfrm>
        <a:off x="95214" y="4386265"/>
        <a:ext cx="5988853" cy="1760050"/>
      </dsp:txXfrm>
    </dsp:sp>
  </dsp:spTree>
</dsp:drawing>
</file>

<file path=ppt/diagrams/drawing2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73CCFA4-DE09-4B93-A8F4-11AFD6B740C8}">
      <dsp:nvSpPr>
        <dsp:cNvPr id="0" name=""/>
        <dsp:cNvSpPr/>
      </dsp:nvSpPr>
      <dsp:spPr>
        <a:xfrm>
          <a:off x="5998970" y="702"/>
          <a:ext cx="10561320" cy="2741170"/>
        </a:xfrm>
        <a:prstGeom prst="rightArrow">
          <a:avLst>
            <a:gd name="adj1" fmla="val 75000"/>
            <a:gd name="adj2" fmla="val 50000"/>
          </a:avLst>
        </a:prstGeom>
        <a:solidFill>
          <a:schemeClr val="accent2">
            <a:tint val="40000"/>
            <a:alpha val="90000"/>
            <a:hueOff val="0"/>
            <a:satOff val="0"/>
            <a:lumOff val="0"/>
            <a:alphaOff val="0"/>
          </a:schemeClr>
        </a:solidFill>
        <a:ln w="25400"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780" tIns="17780" rIns="17780" bIns="17780" numCol="1" spcCol="1270" anchor="t" anchorCtr="0">
          <a:noAutofit/>
        </a:bodyPr>
        <a:lstStyle/>
        <a:p>
          <a:pPr marL="285750" lvl="1" indent="-285750" algn="l" defTabSz="1244600">
            <a:lnSpc>
              <a:spcPct val="90000"/>
            </a:lnSpc>
            <a:spcBef>
              <a:spcPct val="0"/>
            </a:spcBef>
            <a:spcAft>
              <a:spcPct val="15000"/>
            </a:spcAft>
            <a:buChar char="•"/>
          </a:pPr>
          <a:r>
            <a:rPr lang="en-US" sz="2800" b="0" i="0" kern="1200" dirty="0"/>
            <a:t>Pre-programmed robots operate in a controlled environment where they do simple, monotonous tasks. An example of a pre-programmed robot would be a mechanical arm on an automotive assembly line.</a:t>
          </a:r>
        </a:p>
      </dsp:txBody>
      <dsp:txXfrm>
        <a:off x="5998970" y="343348"/>
        <a:ext cx="9533381" cy="2055878"/>
      </dsp:txXfrm>
    </dsp:sp>
    <dsp:sp modelId="{0D3C5BB1-2109-49FB-81C3-05917E62464F}">
      <dsp:nvSpPr>
        <dsp:cNvPr id="0" name=""/>
        <dsp:cNvSpPr/>
      </dsp:nvSpPr>
      <dsp:spPr>
        <a:xfrm>
          <a:off x="1041909" y="702"/>
          <a:ext cx="4957061" cy="2741170"/>
        </a:xfrm>
        <a:prstGeom prst="roundRect">
          <a:avLst/>
        </a:prstGeom>
        <a:solidFill>
          <a:schemeClr val="accent2">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52400" tIns="76200" rIns="152400" bIns="76200" numCol="1" spcCol="1270" anchor="ctr" anchorCtr="0">
          <a:noAutofit/>
        </a:bodyPr>
        <a:lstStyle/>
        <a:p>
          <a:pPr marL="0" lvl="0" indent="0" algn="ctr" defTabSz="1778000">
            <a:lnSpc>
              <a:spcPct val="90000"/>
            </a:lnSpc>
            <a:spcBef>
              <a:spcPct val="0"/>
            </a:spcBef>
            <a:spcAft>
              <a:spcPct val="35000"/>
            </a:spcAft>
            <a:buNone/>
          </a:pPr>
          <a:r>
            <a:rPr lang="en-US" sz="4000" b="0" i="0" kern="1200" dirty="0"/>
            <a:t>Pre-Programmed Robots</a:t>
          </a:r>
        </a:p>
      </dsp:txBody>
      <dsp:txXfrm>
        <a:off x="1175722" y="134515"/>
        <a:ext cx="4689435" cy="2473544"/>
      </dsp:txXfrm>
    </dsp:sp>
    <dsp:sp modelId="{01A63A65-A3B8-4856-BBDC-110EAD43240D}">
      <dsp:nvSpPr>
        <dsp:cNvPr id="0" name=""/>
        <dsp:cNvSpPr/>
      </dsp:nvSpPr>
      <dsp:spPr>
        <a:xfrm>
          <a:off x="6077898" y="3015990"/>
          <a:ext cx="10561320" cy="2741170"/>
        </a:xfrm>
        <a:prstGeom prst="rightArrow">
          <a:avLst>
            <a:gd name="adj1" fmla="val 75000"/>
            <a:gd name="adj2" fmla="val 50000"/>
          </a:avLst>
        </a:prstGeom>
        <a:solidFill>
          <a:schemeClr val="accent3">
            <a:tint val="40000"/>
            <a:alpha val="90000"/>
            <a:hueOff val="0"/>
            <a:satOff val="0"/>
            <a:lumOff val="0"/>
            <a:alphaOff val="0"/>
          </a:schemeClr>
        </a:solidFill>
        <a:ln w="25400" cap="flat" cmpd="sng" algn="ctr">
          <a:solidFill>
            <a:schemeClr val="accent3">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780" tIns="17780" rIns="17780" bIns="17780" numCol="1" spcCol="1270" anchor="t" anchorCtr="0">
          <a:noAutofit/>
        </a:bodyPr>
        <a:lstStyle/>
        <a:p>
          <a:pPr marL="285750" lvl="1" indent="-285750" algn="l" defTabSz="1244600">
            <a:lnSpc>
              <a:spcPct val="90000"/>
            </a:lnSpc>
            <a:spcBef>
              <a:spcPct val="0"/>
            </a:spcBef>
            <a:spcAft>
              <a:spcPct val="15000"/>
            </a:spcAft>
            <a:buChar char="•"/>
          </a:pPr>
          <a:r>
            <a:rPr lang="en-US" sz="2800" b="0" i="0" kern="1200" dirty="0"/>
            <a:t>Humanoid robots are robots that look like and/or mimic human behavior. These robots usually perform human-like activities (like running, jumping and carrying objects), and are sometimes designed to look like us, even having human faces and expressions. </a:t>
          </a:r>
        </a:p>
      </dsp:txBody>
      <dsp:txXfrm>
        <a:off x="6077898" y="3358636"/>
        <a:ext cx="9533381" cy="2055878"/>
      </dsp:txXfrm>
    </dsp:sp>
    <dsp:sp modelId="{AC00F8A4-CC18-43E7-82C6-A2AB76EDC2E9}">
      <dsp:nvSpPr>
        <dsp:cNvPr id="0" name=""/>
        <dsp:cNvSpPr/>
      </dsp:nvSpPr>
      <dsp:spPr>
        <a:xfrm>
          <a:off x="962981" y="3015990"/>
          <a:ext cx="5114917" cy="2741170"/>
        </a:xfrm>
        <a:prstGeom prst="roundRect">
          <a:avLst/>
        </a:prstGeom>
        <a:solidFill>
          <a:schemeClr val="accent3">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52400" tIns="76200" rIns="152400" bIns="76200" numCol="1" spcCol="1270" anchor="ctr" anchorCtr="0">
          <a:noAutofit/>
        </a:bodyPr>
        <a:lstStyle/>
        <a:p>
          <a:pPr marL="0" lvl="0" indent="0" algn="ctr" defTabSz="1778000">
            <a:lnSpc>
              <a:spcPct val="90000"/>
            </a:lnSpc>
            <a:spcBef>
              <a:spcPct val="0"/>
            </a:spcBef>
            <a:spcAft>
              <a:spcPct val="35000"/>
            </a:spcAft>
            <a:buNone/>
          </a:pPr>
          <a:r>
            <a:rPr lang="en-US" sz="4000" b="0" i="0" kern="1200" dirty="0"/>
            <a:t>Humanoid Robots</a:t>
          </a:r>
        </a:p>
      </dsp:txBody>
      <dsp:txXfrm>
        <a:off x="1096794" y="3149803"/>
        <a:ext cx="4847291" cy="2473544"/>
      </dsp:txXfrm>
    </dsp:sp>
  </dsp:spTree>
</dsp:drawing>
</file>

<file path=ppt/diagrams/drawing2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093E8FC-F80A-41E4-854C-51F19715938B}">
      <dsp:nvSpPr>
        <dsp:cNvPr id="0" name=""/>
        <dsp:cNvSpPr/>
      </dsp:nvSpPr>
      <dsp:spPr>
        <a:xfrm>
          <a:off x="5849970" y="0"/>
          <a:ext cx="10789920" cy="2085082"/>
        </a:xfrm>
        <a:prstGeom prst="rightArrow">
          <a:avLst>
            <a:gd name="adj1" fmla="val 75000"/>
            <a:gd name="adj2" fmla="val 50000"/>
          </a:avLst>
        </a:prstGeom>
        <a:solidFill>
          <a:schemeClr val="accent2">
            <a:tint val="40000"/>
            <a:alpha val="90000"/>
            <a:hueOff val="0"/>
            <a:satOff val="0"/>
            <a:lumOff val="0"/>
            <a:alphaOff val="0"/>
          </a:schemeClr>
        </a:solidFill>
        <a:ln w="25400"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9050" tIns="19050" rIns="19050" bIns="19050" numCol="1" spcCol="1270" anchor="t" anchorCtr="0">
          <a:noAutofit/>
        </a:bodyPr>
        <a:lstStyle/>
        <a:p>
          <a:pPr marL="285750" lvl="1" indent="-285750" algn="l" defTabSz="1333500">
            <a:lnSpc>
              <a:spcPct val="90000"/>
            </a:lnSpc>
            <a:spcBef>
              <a:spcPct val="0"/>
            </a:spcBef>
            <a:spcAft>
              <a:spcPct val="15000"/>
            </a:spcAft>
            <a:buChar char="•"/>
          </a:pPr>
          <a:r>
            <a:rPr lang="en-US" sz="3000" b="0" i="0" kern="1200" dirty="0"/>
            <a:t>Autonomous robots operate independently of human operators. These robots are usually designed to carry out tasks in open environments that do not require human supervision.</a:t>
          </a:r>
        </a:p>
      </dsp:txBody>
      <dsp:txXfrm>
        <a:off x="5849970" y="260635"/>
        <a:ext cx="10008014" cy="1563812"/>
      </dsp:txXfrm>
    </dsp:sp>
    <dsp:sp modelId="{B6075981-84DB-40F8-A94D-9C34013675D3}">
      <dsp:nvSpPr>
        <dsp:cNvPr id="0" name=""/>
        <dsp:cNvSpPr/>
      </dsp:nvSpPr>
      <dsp:spPr>
        <a:xfrm>
          <a:off x="1343309" y="0"/>
          <a:ext cx="4506661" cy="2085082"/>
        </a:xfrm>
        <a:prstGeom prst="roundRect">
          <a:avLst/>
        </a:prstGeom>
        <a:solidFill>
          <a:schemeClr val="accent2">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52400" tIns="76200" rIns="152400" bIns="76200" numCol="1" spcCol="1270" anchor="ctr" anchorCtr="0">
          <a:noAutofit/>
        </a:bodyPr>
        <a:lstStyle/>
        <a:p>
          <a:pPr marL="0" lvl="0" indent="0" algn="ctr" defTabSz="1778000">
            <a:lnSpc>
              <a:spcPct val="90000"/>
            </a:lnSpc>
            <a:spcBef>
              <a:spcPct val="0"/>
            </a:spcBef>
            <a:spcAft>
              <a:spcPct val="35000"/>
            </a:spcAft>
            <a:buNone/>
          </a:pPr>
          <a:r>
            <a:rPr lang="en-US" sz="4000" b="0" i="0" kern="1200" dirty="0"/>
            <a:t>Autonomous Robots</a:t>
          </a:r>
        </a:p>
      </dsp:txBody>
      <dsp:txXfrm>
        <a:off x="1445094" y="101785"/>
        <a:ext cx="4303091" cy="1881512"/>
      </dsp:txXfrm>
    </dsp:sp>
    <dsp:sp modelId="{52ACB906-C428-404B-B966-D1E960EBB468}">
      <dsp:nvSpPr>
        <dsp:cNvPr id="0" name=""/>
        <dsp:cNvSpPr/>
      </dsp:nvSpPr>
      <dsp:spPr>
        <a:xfrm>
          <a:off x="5849970" y="2293590"/>
          <a:ext cx="10789920" cy="2085082"/>
        </a:xfrm>
        <a:prstGeom prst="rightArrow">
          <a:avLst>
            <a:gd name="adj1" fmla="val 75000"/>
            <a:gd name="adj2" fmla="val 50000"/>
          </a:avLst>
        </a:prstGeom>
        <a:solidFill>
          <a:schemeClr val="accent3">
            <a:tint val="40000"/>
            <a:alpha val="90000"/>
            <a:hueOff val="0"/>
            <a:satOff val="0"/>
            <a:lumOff val="0"/>
            <a:alphaOff val="0"/>
          </a:schemeClr>
        </a:solidFill>
        <a:ln w="25400" cap="flat" cmpd="sng" algn="ctr">
          <a:solidFill>
            <a:schemeClr val="accent3">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9050" tIns="19050" rIns="19050" bIns="19050" numCol="1" spcCol="1270" anchor="t" anchorCtr="0">
          <a:noAutofit/>
        </a:bodyPr>
        <a:lstStyle/>
        <a:p>
          <a:pPr marL="285750" lvl="1" indent="-285750" algn="l" defTabSz="1333500">
            <a:lnSpc>
              <a:spcPct val="90000"/>
            </a:lnSpc>
            <a:spcBef>
              <a:spcPct val="0"/>
            </a:spcBef>
            <a:spcAft>
              <a:spcPct val="15000"/>
            </a:spcAft>
            <a:buChar char="•"/>
          </a:pPr>
          <a:r>
            <a:rPr lang="en-US" sz="3000" b="0" i="0" kern="1200" dirty="0" err="1"/>
            <a:t>Teleoperated</a:t>
          </a:r>
          <a:r>
            <a:rPr lang="en-US" sz="3000" b="0" i="0" kern="1200" dirty="0"/>
            <a:t> robots are mechanical bots controlled by humans. These robots usually work in extreme geographical conditions, weather and circumstances.</a:t>
          </a:r>
        </a:p>
      </dsp:txBody>
      <dsp:txXfrm>
        <a:off x="5849970" y="2554225"/>
        <a:ext cx="10008014" cy="1563812"/>
      </dsp:txXfrm>
    </dsp:sp>
    <dsp:sp modelId="{E49AEEC4-A21C-4656-838E-9943FB8DD657}">
      <dsp:nvSpPr>
        <dsp:cNvPr id="0" name=""/>
        <dsp:cNvSpPr/>
      </dsp:nvSpPr>
      <dsp:spPr>
        <a:xfrm>
          <a:off x="1343309" y="2293590"/>
          <a:ext cx="4506661" cy="2085082"/>
        </a:xfrm>
        <a:prstGeom prst="roundRect">
          <a:avLst/>
        </a:prstGeom>
        <a:solidFill>
          <a:schemeClr val="accent3">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52400" tIns="76200" rIns="152400" bIns="76200" numCol="1" spcCol="1270" anchor="ctr" anchorCtr="0">
          <a:noAutofit/>
        </a:bodyPr>
        <a:lstStyle/>
        <a:p>
          <a:pPr marL="0" lvl="0" indent="0" algn="ctr" defTabSz="1778000">
            <a:lnSpc>
              <a:spcPct val="90000"/>
            </a:lnSpc>
            <a:spcBef>
              <a:spcPct val="0"/>
            </a:spcBef>
            <a:spcAft>
              <a:spcPct val="35000"/>
            </a:spcAft>
            <a:buNone/>
          </a:pPr>
          <a:r>
            <a:rPr lang="en-US" sz="4000" b="0" i="0" kern="1200" dirty="0" err="1"/>
            <a:t>Teleoperated</a:t>
          </a:r>
          <a:r>
            <a:rPr lang="en-US" sz="4000" b="0" i="0" kern="1200" dirty="0"/>
            <a:t> Robots</a:t>
          </a:r>
        </a:p>
      </dsp:txBody>
      <dsp:txXfrm>
        <a:off x="1445094" y="2395375"/>
        <a:ext cx="4303091" cy="1881512"/>
      </dsp:txXfrm>
    </dsp:sp>
    <dsp:sp modelId="{6DA73CB8-DD0E-4E87-A58D-B71372ADEA1B}">
      <dsp:nvSpPr>
        <dsp:cNvPr id="0" name=""/>
        <dsp:cNvSpPr/>
      </dsp:nvSpPr>
      <dsp:spPr>
        <a:xfrm>
          <a:off x="5849970" y="4587180"/>
          <a:ext cx="10789920" cy="2085082"/>
        </a:xfrm>
        <a:prstGeom prst="rightArrow">
          <a:avLst>
            <a:gd name="adj1" fmla="val 75000"/>
            <a:gd name="adj2" fmla="val 50000"/>
          </a:avLst>
        </a:prstGeom>
        <a:solidFill>
          <a:schemeClr val="accent4">
            <a:tint val="40000"/>
            <a:alpha val="90000"/>
            <a:hueOff val="0"/>
            <a:satOff val="0"/>
            <a:lumOff val="0"/>
            <a:alphaOff val="0"/>
          </a:schemeClr>
        </a:solidFill>
        <a:ln w="25400" cap="flat" cmpd="sng" algn="ctr">
          <a:solidFill>
            <a:schemeClr val="accent4">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9050" tIns="19050" rIns="19050" bIns="19050" numCol="1" spcCol="1270" anchor="t" anchorCtr="0">
          <a:noAutofit/>
        </a:bodyPr>
        <a:lstStyle/>
        <a:p>
          <a:pPr marL="285750" lvl="1" indent="-285750" algn="l" defTabSz="1333500">
            <a:lnSpc>
              <a:spcPct val="90000"/>
            </a:lnSpc>
            <a:spcBef>
              <a:spcPct val="0"/>
            </a:spcBef>
            <a:spcAft>
              <a:spcPct val="15000"/>
            </a:spcAft>
            <a:buChar char="•"/>
          </a:pPr>
          <a:r>
            <a:rPr lang="en-US" sz="3000" b="0" i="0" kern="1200"/>
            <a:t>Augmenting robots either enhance current human capabilities or replace the capabilities a human may have lost.</a:t>
          </a:r>
          <a:endParaRPr lang="en-US" sz="3000" b="0" i="0" kern="1200" dirty="0"/>
        </a:p>
      </dsp:txBody>
      <dsp:txXfrm>
        <a:off x="5849970" y="4847815"/>
        <a:ext cx="10008014" cy="1563812"/>
      </dsp:txXfrm>
    </dsp:sp>
    <dsp:sp modelId="{7BC88DC3-C5FC-43BB-95F6-85F5D4085824}">
      <dsp:nvSpPr>
        <dsp:cNvPr id="0" name=""/>
        <dsp:cNvSpPr/>
      </dsp:nvSpPr>
      <dsp:spPr>
        <a:xfrm>
          <a:off x="1343309" y="4587180"/>
          <a:ext cx="4506661" cy="2085082"/>
        </a:xfrm>
        <a:prstGeom prst="roundRect">
          <a:avLst/>
        </a:prstGeom>
        <a:solidFill>
          <a:schemeClr val="accent4">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52400" tIns="76200" rIns="152400" bIns="76200" numCol="1" spcCol="1270" anchor="ctr" anchorCtr="0">
          <a:noAutofit/>
        </a:bodyPr>
        <a:lstStyle/>
        <a:p>
          <a:pPr marL="0" lvl="0" indent="0" algn="ctr" defTabSz="1778000">
            <a:lnSpc>
              <a:spcPct val="90000"/>
            </a:lnSpc>
            <a:spcBef>
              <a:spcPct val="0"/>
            </a:spcBef>
            <a:spcAft>
              <a:spcPct val="35000"/>
            </a:spcAft>
            <a:buNone/>
          </a:pPr>
          <a:r>
            <a:rPr lang="en-US" sz="4000" b="0" i="0" kern="1200" dirty="0"/>
            <a:t>Augmenting Robots</a:t>
          </a:r>
        </a:p>
      </dsp:txBody>
      <dsp:txXfrm>
        <a:off x="1445094" y="4688965"/>
        <a:ext cx="4303091" cy="1881512"/>
      </dsp:txXfrm>
    </dsp:sp>
  </dsp:spTree>
</dsp:drawing>
</file>

<file path=ppt/diagrams/drawing2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D0092CF-E793-457D-8FA1-305CE5B1EAA9}">
      <dsp:nvSpPr>
        <dsp:cNvPr id="0" name=""/>
        <dsp:cNvSpPr/>
      </dsp:nvSpPr>
      <dsp:spPr>
        <a:xfrm>
          <a:off x="2960157" y="3845166"/>
          <a:ext cx="4285819" cy="2645613"/>
        </a:xfrm>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l="-9000" r="-9000"/>
          </a:stretch>
        </a:blip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sp>
    <dsp:sp modelId="{C4A1F25F-2AFE-47D1-8D1C-D311F68899D8}">
      <dsp:nvSpPr>
        <dsp:cNvPr id="0" name=""/>
        <dsp:cNvSpPr/>
      </dsp:nvSpPr>
      <dsp:spPr>
        <a:xfrm>
          <a:off x="10820451" y="288998"/>
          <a:ext cx="4285819" cy="2645613"/>
        </a:xfrm>
        <a:prstGeom prst="rect">
          <a:avLst/>
        </a:prstGeom>
        <a:blipFill>
          <a:blip xmlns:r="http://schemas.openxmlformats.org/officeDocument/2006/relationships" r:embed="rId2" cstate="print">
            <a:extLst>
              <a:ext uri="{28A0092B-C50C-407E-A947-70E740481C1C}">
                <a14:useLocalDpi xmlns:a14="http://schemas.microsoft.com/office/drawing/2010/main" val="0"/>
              </a:ext>
            </a:extLst>
          </a:blip>
          <a:srcRect/>
          <a:stretch>
            <a:fillRect t="-4000" b="-4000"/>
          </a:stretch>
        </a:blip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sp>
    <dsp:sp modelId="{6912FF58-2308-4A69-841C-5AE4B59206AE}">
      <dsp:nvSpPr>
        <dsp:cNvPr id="0" name=""/>
        <dsp:cNvSpPr/>
      </dsp:nvSpPr>
      <dsp:spPr>
        <a:xfrm>
          <a:off x="5580255" y="288998"/>
          <a:ext cx="4285819" cy="2645613"/>
        </a:xfrm>
        <a:prstGeom prst="rect">
          <a:avLst/>
        </a:prstGeom>
        <a:blipFill>
          <a:blip xmlns:r="http://schemas.openxmlformats.org/officeDocument/2006/relationships" r:embed="rId3" cstate="print">
            <a:extLst>
              <a:ext uri="{28A0092B-C50C-407E-A947-70E740481C1C}">
                <a14:useLocalDpi xmlns:a14="http://schemas.microsoft.com/office/drawing/2010/main" val="0"/>
              </a:ext>
            </a:extLst>
          </a:blip>
          <a:srcRect/>
          <a:stretch>
            <a:fillRect t="-4000" b="-4000"/>
          </a:stretch>
        </a:blip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sp>
    <dsp:sp modelId="{5BCFE1FC-0B5E-4296-9A9A-8131EE936BAE}">
      <dsp:nvSpPr>
        <dsp:cNvPr id="0" name=""/>
        <dsp:cNvSpPr/>
      </dsp:nvSpPr>
      <dsp:spPr>
        <a:xfrm>
          <a:off x="8200353" y="3845166"/>
          <a:ext cx="4285819" cy="2645613"/>
        </a:xfrm>
        <a:prstGeom prst="rect">
          <a:avLst/>
        </a:prstGeom>
        <a:blipFill>
          <a:blip xmlns:r="http://schemas.openxmlformats.org/officeDocument/2006/relationships" r:embed="rId4">
            <a:extLst>
              <a:ext uri="{28A0092B-C50C-407E-A947-70E740481C1C}">
                <a14:useLocalDpi xmlns:a14="http://schemas.microsoft.com/office/drawing/2010/main" val="0"/>
              </a:ext>
            </a:extLst>
          </a:blip>
          <a:srcRect/>
          <a:stretch>
            <a:fillRect l="-10000" r="-10000"/>
          </a:stretch>
        </a:blip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sp>
    <dsp:sp modelId="{672FEC50-1F64-447D-8FA5-2691F9A87954}">
      <dsp:nvSpPr>
        <dsp:cNvPr id="0" name=""/>
        <dsp:cNvSpPr/>
      </dsp:nvSpPr>
      <dsp:spPr>
        <a:xfrm>
          <a:off x="340059" y="288998"/>
          <a:ext cx="4285819" cy="2645613"/>
        </a:xfrm>
        <a:prstGeom prst="rect">
          <a:avLst/>
        </a:prstGeom>
        <a:blipFill>
          <a:blip xmlns:r="http://schemas.openxmlformats.org/officeDocument/2006/relationships" r:embed="rId5">
            <a:extLst>
              <a:ext uri="{28A0092B-C50C-407E-A947-70E740481C1C}">
                <a14:useLocalDpi xmlns:a14="http://schemas.microsoft.com/office/drawing/2010/main" val="0"/>
              </a:ext>
            </a:extLst>
          </a:blip>
          <a:srcRect/>
          <a:stretch>
            <a:fillRect t="-1000" b="-1000"/>
          </a:stretch>
        </a:blip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sp>
    <dsp:sp modelId="{A10359BC-EEE5-44FA-AE52-6891ECCE3DE8}">
      <dsp:nvSpPr>
        <dsp:cNvPr id="0" name=""/>
        <dsp:cNvSpPr/>
      </dsp:nvSpPr>
      <dsp:spPr>
        <a:xfrm>
          <a:off x="7041" y="3068035"/>
          <a:ext cx="4277044" cy="4526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0" rIns="121920" bIns="0" numCol="1" spcCol="1270" anchor="b" anchorCtr="0">
          <a:noAutofit/>
        </a:bodyPr>
        <a:lstStyle/>
        <a:p>
          <a:pPr marL="0" lvl="0" indent="0" algn="l" defTabSz="1422400">
            <a:lnSpc>
              <a:spcPct val="90000"/>
            </a:lnSpc>
            <a:spcBef>
              <a:spcPct val="0"/>
            </a:spcBef>
            <a:spcAft>
              <a:spcPct val="35000"/>
            </a:spcAft>
            <a:buNone/>
          </a:pPr>
          <a:r>
            <a:rPr lang="en-US" sz="3200" kern="1200" dirty="0"/>
            <a:t>Manufacturing</a:t>
          </a:r>
        </a:p>
      </dsp:txBody>
      <dsp:txXfrm>
        <a:off x="7041" y="3068035"/>
        <a:ext cx="4277044" cy="452693"/>
      </dsp:txXfrm>
    </dsp:sp>
    <dsp:sp modelId="{F2941090-B8EC-4EC2-B71D-B203B39CEB81}">
      <dsp:nvSpPr>
        <dsp:cNvPr id="0" name=""/>
        <dsp:cNvSpPr/>
      </dsp:nvSpPr>
      <dsp:spPr>
        <a:xfrm>
          <a:off x="7041" y="779502"/>
          <a:ext cx="4284434" cy="2752675"/>
        </a:xfrm>
        <a:prstGeom prst="rect">
          <a:avLst/>
        </a:prstGeom>
        <a:noFill/>
        <a:ln w="25400" cap="flat" cmpd="sng" algn="ctr">
          <a:solidFill>
            <a:schemeClr val="accent1">
              <a:shade val="60000"/>
              <a:hueOff val="0"/>
              <a:satOff val="0"/>
              <a:lumOff val="0"/>
              <a:alphaOff val="0"/>
            </a:schemeClr>
          </a:solidFill>
          <a:prstDash val="solid"/>
        </a:ln>
        <a:effectLst/>
        <a:scene3d>
          <a:camera prst="orthographicFront"/>
          <a:lightRig rig="chilly" dir="t"/>
        </a:scene3d>
        <a:sp3d z="-40000" prstMaterial="matte"/>
      </dsp:spPr>
      <dsp:style>
        <a:lnRef idx="2">
          <a:scrgbClr r="0" g="0" b="0"/>
        </a:lnRef>
        <a:fillRef idx="0">
          <a:scrgbClr r="0" g="0" b="0"/>
        </a:fillRef>
        <a:effectRef idx="0">
          <a:scrgbClr r="0" g="0" b="0"/>
        </a:effectRef>
        <a:fontRef idx="minor"/>
      </dsp:style>
    </dsp:sp>
    <dsp:sp modelId="{A6EE20FB-EA64-4A4E-AF8F-8BFD64D41B64}">
      <dsp:nvSpPr>
        <dsp:cNvPr id="0" name=""/>
        <dsp:cNvSpPr/>
      </dsp:nvSpPr>
      <dsp:spPr>
        <a:xfrm>
          <a:off x="5247237" y="3068035"/>
          <a:ext cx="4277044" cy="4526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0" rIns="121920" bIns="0" numCol="1" spcCol="1270" anchor="b" anchorCtr="0">
          <a:noAutofit/>
        </a:bodyPr>
        <a:lstStyle/>
        <a:p>
          <a:pPr marL="0" lvl="0" indent="0" algn="l" defTabSz="1422400">
            <a:lnSpc>
              <a:spcPct val="90000"/>
            </a:lnSpc>
            <a:spcBef>
              <a:spcPct val="0"/>
            </a:spcBef>
            <a:spcAft>
              <a:spcPct val="35000"/>
            </a:spcAft>
            <a:buNone/>
          </a:pPr>
          <a:r>
            <a:rPr lang="en-US" sz="3200" kern="1200" dirty="0"/>
            <a:t>Logistics</a:t>
          </a:r>
        </a:p>
      </dsp:txBody>
      <dsp:txXfrm>
        <a:off x="5247237" y="3068035"/>
        <a:ext cx="4277044" cy="452693"/>
      </dsp:txXfrm>
    </dsp:sp>
    <dsp:sp modelId="{8EC8EF8D-943E-4756-A087-01ED62AF1F84}">
      <dsp:nvSpPr>
        <dsp:cNvPr id="0" name=""/>
        <dsp:cNvSpPr/>
      </dsp:nvSpPr>
      <dsp:spPr>
        <a:xfrm>
          <a:off x="5247237" y="779502"/>
          <a:ext cx="4284434" cy="2752675"/>
        </a:xfrm>
        <a:prstGeom prst="rect">
          <a:avLst/>
        </a:prstGeom>
        <a:noFill/>
        <a:ln w="25400" cap="flat" cmpd="sng" algn="ctr">
          <a:solidFill>
            <a:schemeClr val="accent1">
              <a:shade val="60000"/>
              <a:hueOff val="0"/>
              <a:satOff val="0"/>
              <a:lumOff val="0"/>
              <a:alphaOff val="0"/>
            </a:schemeClr>
          </a:solidFill>
          <a:prstDash val="solid"/>
        </a:ln>
        <a:effectLst/>
        <a:scene3d>
          <a:camera prst="orthographicFront"/>
          <a:lightRig rig="chilly" dir="t"/>
        </a:scene3d>
        <a:sp3d z="-40000" prstMaterial="matte"/>
      </dsp:spPr>
      <dsp:style>
        <a:lnRef idx="2">
          <a:scrgbClr r="0" g="0" b="0"/>
        </a:lnRef>
        <a:fillRef idx="0">
          <a:scrgbClr r="0" g="0" b="0"/>
        </a:fillRef>
        <a:effectRef idx="0">
          <a:scrgbClr r="0" g="0" b="0"/>
        </a:effectRef>
        <a:fontRef idx="minor"/>
      </dsp:style>
    </dsp:sp>
    <dsp:sp modelId="{BDFB5311-A732-4785-AC87-970E76A47078}">
      <dsp:nvSpPr>
        <dsp:cNvPr id="0" name=""/>
        <dsp:cNvSpPr/>
      </dsp:nvSpPr>
      <dsp:spPr>
        <a:xfrm>
          <a:off x="10487433" y="3068035"/>
          <a:ext cx="4277044" cy="4526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0" rIns="121920" bIns="0" numCol="1" spcCol="1270" anchor="b" anchorCtr="0">
          <a:noAutofit/>
        </a:bodyPr>
        <a:lstStyle/>
        <a:p>
          <a:pPr marL="0" lvl="0" indent="0" algn="l" defTabSz="1422400">
            <a:lnSpc>
              <a:spcPct val="90000"/>
            </a:lnSpc>
            <a:spcBef>
              <a:spcPct val="0"/>
            </a:spcBef>
            <a:spcAft>
              <a:spcPct val="35000"/>
            </a:spcAft>
            <a:buNone/>
          </a:pPr>
          <a:r>
            <a:rPr lang="en-US" sz="3200" kern="1200" dirty="0"/>
            <a:t>Home</a:t>
          </a:r>
        </a:p>
      </dsp:txBody>
      <dsp:txXfrm>
        <a:off x="10487433" y="3068035"/>
        <a:ext cx="4277044" cy="452693"/>
      </dsp:txXfrm>
    </dsp:sp>
    <dsp:sp modelId="{564D6381-40D9-40A8-90F9-FD34E1CE1B52}">
      <dsp:nvSpPr>
        <dsp:cNvPr id="0" name=""/>
        <dsp:cNvSpPr/>
      </dsp:nvSpPr>
      <dsp:spPr>
        <a:xfrm>
          <a:off x="10487433" y="779502"/>
          <a:ext cx="4284434" cy="2752675"/>
        </a:xfrm>
        <a:prstGeom prst="rect">
          <a:avLst/>
        </a:prstGeom>
        <a:noFill/>
        <a:ln w="25400" cap="flat" cmpd="sng" algn="ctr">
          <a:solidFill>
            <a:schemeClr val="accent1">
              <a:shade val="60000"/>
              <a:hueOff val="0"/>
              <a:satOff val="0"/>
              <a:lumOff val="0"/>
              <a:alphaOff val="0"/>
            </a:schemeClr>
          </a:solidFill>
          <a:prstDash val="solid"/>
        </a:ln>
        <a:effectLst/>
        <a:scene3d>
          <a:camera prst="orthographicFront"/>
          <a:lightRig rig="chilly" dir="t"/>
        </a:scene3d>
        <a:sp3d z="-40000" prstMaterial="matte"/>
      </dsp:spPr>
      <dsp:style>
        <a:lnRef idx="2">
          <a:scrgbClr r="0" g="0" b="0"/>
        </a:lnRef>
        <a:fillRef idx="0">
          <a:scrgbClr r="0" g="0" b="0"/>
        </a:fillRef>
        <a:effectRef idx="0">
          <a:scrgbClr r="0" g="0" b="0"/>
        </a:effectRef>
        <a:fontRef idx="minor"/>
      </dsp:style>
    </dsp:sp>
    <dsp:sp modelId="{1503DCE2-5D19-4015-831D-EF613FE2A0DC}">
      <dsp:nvSpPr>
        <dsp:cNvPr id="0" name=""/>
        <dsp:cNvSpPr/>
      </dsp:nvSpPr>
      <dsp:spPr>
        <a:xfrm>
          <a:off x="2627139" y="6624203"/>
          <a:ext cx="4277044" cy="4526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0" rIns="121920" bIns="0" numCol="1" spcCol="1270" anchor="b" anchorCtr="0">
          <a:noAutofit/>
        </a:bodyPr>
        <a:lstStyle/>
        <a:p>
          <a:pPr marL="0" lvl="0" indent="0" algn="l" defTabSz="1422400">
            <a:lnSpc>
              <a:spcPct val="90000"/>
            </a:lnSpc>
            <a:spcBef>
              <a:spcPct val="0"/>
            </a:spcBef>
            <a:spcAft>
              <a:spcPct val="35000"/>
            </a:spcAft>
            <a:buNone/>
          </a:pPr>
          <a:r>
            <a:rPr lang="en-US" sz="3200" kern="1200" dirty="0"/>
            <a:t>Travel</a:t>
          </a:r>
        </a:p>
      </dsp:txBody>
      <dsp:txXfrm>
        <a:off x="2627139" y="6624203"/>
        <a:ext cx="4277044" cy="452693"/>
      </dsp:txXfrm>
    </dsp:sp>
    <dsp:sp modelId="{86798A4D-3D11-425C-9FC4-28B3126FB7B1}">
      <dsp:nvSpPr>
        <dsp:cNvPr id="0" name=""/>
        <dsp:cNvSpPr/>
      </dsp:nvSpPr>
      <dsp:spPr>
        <a:xfrm>
          <a:off x="2627139" y="4335670"/>
          <a:ext cx="4284434" cy="2752675"/>
        </a:xfrm>
        <a:prstGeom prst="rect">
          <a:avLst/>
        </a:prstGeom>
        <a:noFill/>
        <a:ln w="25400" cap="flat" cmpd="sng" algn="ctr">
          <a:solidFill>
            <a:schemeClr val="accent1">
              <a:shade val="60000"/>
              <a:hueOff val="0"/>
              <a:satOff val="0"/>
              <a:lumOff val="0"/>
              <a:alphaOff val="0"/>
            </a:schemeClr>
          </a:solidFill>
          <a:prstDash val="solid"/>
        </a:ln>
        <a:effectLst/>
        <a:scene3d>
          <a:camera prst="orthographicFront"/>
          <a:lightRig rig="chilly" dir="t"/>
        </a:scene3d>
        <a:sp3d z="-40000" prstMaterial="matte"/>
      </dsp:spPr>
      <dsp:style>
        <a:lnRef idx="2">
          <a:scrgbClr r="0" g="0" b="0"/>
        </a:lnRef>
        <a:fillRef idx="0">
          <a:scrgbClr r="0" g="0" b="0"/>
        </a:fillRef>
        <a:effectRef idx="0">
          <a:scrgbClr r="0" g="0" b="0"/>
        </a:effectRef>
        <a:fontRef idx="minor"/>
      </dsp:style>
    </dsp:sp>
    <dsp:sp modelId="{04A7BD90-1E46-4539-863D-50299F91898B}">
      <dsp:nvSpPr>
        <dsp:cNvPr id="0" name=""/>
        <dsp:cNvSpPr/>
      </dsp:nvSpPr>
      <dsp:spPr>
        <a:xfrm>
          <a:off x="7867335" y="6624203"/>
          <a:ext cx="4277044" cy="4526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0" rIns="121920" bIns="0" numCol="1" spcCol="1270" anchor="b" anchorCtr="0">
          <a:noAutofit/>
        </a:bodyPr>
        <a:lstStyle/>
        <a:p>
          <a:pPr marL="0" lvl="0" indent="0" algn="l" defTabSz="1422400">
            <a:lnSpc>
              <a:spcPct val="90000"/>
            </a:lnSpc>
            <a:spcBef>
              <a:spcPct val="0"/>
            </a:spcBef>
            <a:spcAft>
              <a:spcPct val="35000"/>
            </a:spcAft>
            <a:buNone/>
          </a:pPr>
          <a:r>
            <a:rPr lang="en-US" sz="3200" kern="1200" dirty="0"/>
            <a:t>Healthcare</a:t>
          </a:r>
        </a:p>
      </dsp:txBody>
      <dsp:txXfrm>
        <a:off x="7867335" y="6624203"/>
        <a:ext cx="4277044" cy="452693"/>
      </dsp:txXfrm>
    </dsp:sp>
    <dsp:sp modelId="{5D610624-FF31-4917-AB05-24416D46F971}">
      <dsp:nvSpPr>
        <dsp:cNvPr id="0" name=""/>
        <dsp:cNvSpPr/>
      </dsp:nvSpPr>
      <dsp:spPr>
        <a:xfrm>
          <a:off x="7867335" y="4335670"/>
          <a:ext cx="4284434" cy="2752675"/>
        </a:xfrm>
        <a:prstGeom prst="rect">
          <a:avLst/>
        </a:prstGeom>
        <a:noFill/>
        <a:ln w="25400" cap="flat" cmpd="sng" algn="ctr">
          <a:solidFill>
            <a:schemeClr val="accent1">
              <a:shade val="60000"/>
              <a:hueOff val="0"/>
              <a:satOff val="0"/>
              <a:lumOff val="0"/>
              <a:alphaOff val="0"/>
            </a:schemeClr>
          </a:solidFill>
          <a:prstDash val="solid"/>
        </a:ln>
        <a:effectLst/>
        <a:scene3d>
          <a:camera prst="orthographicFront"/>
          <a:lightRig rig="chilly" dir="t"/>
        </a:scene3d>
        <a:sp3d z="-40000" prstMaterial="matte"/>
      </dsp:spPr>
      <dsp:style>
        <a:lnRef idx="2">
          <a:scrgbClr r="0" g="0" b="0"/>
        </a:lnRef>
        <a:fillRef idx="0">
          <a:scrgbClr r="0" g="0" b="0"/>
        </a:fillRef>
        <a:effectRef idx="0">
          <a:scrgbClr r="0" g="0" b="0"/>
        </a:effectRef>
        <a:fontRef idx="minor"/>
      </dsp:style>
    </dsp:sp>
  </dsp:spTree>
</dsp:drawing>
</file>

<file path=ppt/diagrams/drawing2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5C22936-4544-4B57-AB73-3012AE016014}">
      <dsp:nvSpPr>
        <dsp:cNvPr id="0" name=""/>
        <dsp:cNvSpPr/>
      </dsp:nvSpPr>
      <dsp:spPr>
        <a:xfrm>
          <a:off x="0" y="105808"/>
          <a:ext cx="15506701" cy="2221588"/>
        </a:xfrm>
        <a:prstGeom prst="roundRect">
          <a:avLst/>
        </a:prstGeom>
        <a:solidFill>
          <a:schemeClr val="accent2">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l" defTabSz="1778000">
            <a:lnSpc>
              <a:spcPct val="90000"/>
            </a:lnSpc>
            <a:spcBef>
              <a:spcPct val="0"/>
            </a:spcBef>
            <a:spcAft>
              <a:spcPct val="35000"/>
            </a:spcAft>
            <a:buNone/>
          </a:pPr>
          <a:r>
            <a:rPr lang="en-US" sz="4000" kern="1200" dirty="0"/>
            <a:t>Artificial intelligence (AI) is a branch of computer science that involves developing computer programs to complete tasks that would otherwise require human intelligence.</a:t>
          </a:r>
        </a:p>
      </dsp:txBody>
      <dsp:txXfrm>
        <a:off x="108449" y="214257"/>
        <a:ext cx="15289803" cy="2004690"/>
      </dsp:txXfrm>
    </dsp:sp>
    <dsp:sp modelId="{85F4D24B-1639-42B6-8CB7-6B3C5372FD34}">
      <dsp:nvSpPr>
        <dsp:cNvPr id="0" name=""/>
        <dsp:cNvSpPr/>
      </dsp:nvSpPr>
      <dsp:spPr>
        <a:xfrm>
          <a:off x="49776" y="2520521"/>
          <a:ext cx="15456924" cy="608658"/>
        </a:xfrm>
        <a:prstGeom prst="roundRect">
          <a:avLst/>
        </a:prstGeom>
        <a:solidFill>
          <a:schemeClr val="accent3">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l" defTabSz="1778000">
            <a:lnSpc>
              <a:spcPct val="90000"/>
            </a:lnSpc>
            <a:spcBef>
              <a:spcPct val="0"/>
            </a:spcBef>
            <a:spcAft>
              <a:spcPct val="35000"/>
            </a:spcAft>
            <a:buNone/>
          </a:pPr>
          <a:r>
            <a:rPr lang="en-US" sz="4000" kern="1200" dirty="0"/>
            <a:t>AI algorithms can tackle:</a:t>
          </a:r>
        </a:p>
      </dsp:txBody>
      <dsp:txXfrm>
        <a:off x="79488" y="2550233"/>
        <a:ext cx="15397500" cy="549234"/>
      </dsp:txXfrm>
    </dsp:sp>
    <dsp:sp modelId="{2816179D-F8F6-41EE-8BEF-6C24D345DF05}">
      <dsp:nvSpPr>
        <dsp:cNvPr id="0" name=""/>
        <dsp:cNvSpPr/>
      </dsp:nvSpPr>
      <dsp:spPr>
        <a:xfrm>
          <a:off x="0" y="3256264"/>
          <a:ext cx="15506701" cy="25826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2338" tIns="45720" rIns="256032" bIns="45720" numCol="1" spcCol="1270" anchor="t" anchorCtr="0">
          <a:noAutofit/>
        </a:bodyPr>
        <a:lstStyle/>
        <a:p>
          <a:pPr marL="285750" lvl="1" indent="-285750" algn="l" defTabSz="1600200">
            <a:lnSpc>
              <a:spcPct val="90000"/>
            </a:lnSpc>
            <a:spcBef>
              <a:spcPct val="0"/>
            </a:spcBef>
            <a:spcAft>
              <a:spcPct val="20000"/>
            </a:spcAft>
            <a:buChar char="•"/>
          </a:pPr>
          <a:r>
            <a:rPr lang="en-US" sz="3600" kern="1200" dirty="0"/>
            <a:t>Learning</a:t>
          </a:r>
        </a:p>
        <a:p>
          <a:pPr marL="285750" lvl="1" indent="-285750" algn="l" defTabSz="1600200">
            <a:lnSpc>
              <a:spcPct val="90000"/>
            </a:lnSpc>
            <a:spcBef>
              <a:spcPct val="0"/>
            </a:spcBef>
            <a:spcAft>
              <a:spcPct val="20000"/>
            </a:spcAft>
            <a:buChar char="•"/>
          </a:pPr>
          <a:r>
            <a:rPr lang="en-US" sz="3600" kern="1200" dirty="0"/>
            <a:t>Perception</a:t>
          </a:r>
        </a:p>
        <a:p>
          <a:pPr marL="285750" lvl="1" indent="-285750" algn="l" defTabSz="1600200">
            <a:lnSpc>
              <a:spcPct val="90000"/>
            </a:lnSpc>
            <a:spcBef>
              <a:spcPct val="0"/>
            </a:spcBef>
            <a:spcAft>
              <a:spcPct val="20000"/>
            </a:spcAft>
            <a:buChar char="•"/>
          </a:pPr>
          <a:r>
            <a:rPr lang="en-US" sz="3600" kern="1200" dirty="0"/>
            <a:t>Problem Solving</a:t>
          </a:r>
        </a:p>
        <a:p>
          <a:pPr marL="285750" lvl="1" indent="-285750" algn="l" defTabSz="1600200">
            <a:lnSpc>
              <a:spcPct val="90000"/>
            </a:lnSpc>
            <a:spcBef>
              <a:spcPct val="0"/>
            </a:spcBef>
            <a:spcAft>
              <a:spcPct val="20000"/>
            </a:spcAft>
            <a:buChar char="•"/>
          </a:pPr>
          <a:r>
            <a:rPr lang="en-US" sz="3600" kern="1200" dirty="0"/>
            <a:t>Language Understanding</a:t>
          </a:r>
        </a:p>
        <a:p>
          <a:pPr marL="285750" lvl="1" indent="-285750" algn="l" defTabSz="1600200">
            <a:lnSpc>
              <a:spcPct val="90000"/>
            </a:lnSpc>
            <a:spcBef>
              <a:spcPct val="0"/>
            </a:spcBef>
            <a:spcAft>
              <a:spcPct val="20000"/>
            </a:spcAft>
            <a:buChar char="•"/>
          </a:pPr>
          <a:r>
            <a:rPr lang="en-US" sz="3600" kern="1200" dirty="0"/>
            <a:t>Logical Reasoning</a:t>
          </a:r>
        </a:p>
      </dsp:txBody>
      <dsp:txXfrm>
        <a:off x="0" y="3256264"/>
        <a:ext cx="15506701" cy="2582618"/>
      </dsp:txXfrm>
    </dsp:sp>
  </dsp:spTree>
</dsp:drawing>
</file>

<file path=ppt/diagrams/drawing2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7945616-C706-483D-9011-B88D2731956A}">
      <dsp:nvSpPr>
        <dsp:cNvPr id="0" name=""/>
        <dsp:cNvSpPr/>
      </dsp:nvSpPr>
      <dsp:spPr>
        <a:xfrm>
          <a:off x="0" y="0"/>
          <a:ext cx="15023991" cy="1763335"/>
        </a:xfrm>
        <a:prstGeom prst="roundRect">
          <a:avLst/>
        </a:prstGeom>
        <a:solidFill>
          <a:schemeClr val="accent2">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dirty="0"/>
            <a:t>AI is used to control robots, the AI algorithms are only part of the larger robotic system, which also includes sensors, actuators, and non-AI programming. </a:t>
          </a:r>
        </a:p>
        <a:p>
          <a:pPr marL="0" lvl="0" indent="0" algn="l" defTabSz="1422400">
            <a:lnSpc>
              <a:spcPct val="90000"/>
            </a:lnSpc>
            <a:spcBef>
              <a:spcPct val="0"/>
            </a:spcBef>
            <a:spcAft>
              <a:spcPct val="35000"/>
            </a:spcAft>
            <a:buNone/>
          </a:pPr>
          <a:endParaRPr lang="en-US" sz="3200" kern="1200" dirty="0"/>
        </a:p>
      </dsp:txBody>
      <dsp:txXfrm>
        <a:off x="86079" y="86079"/>
        <a:ext cx="14851833" cy="1591177"/>
      </dsp:txXfrm>
    </dsp:sp>
  </dsp:spTree>
</dsp:drawing>
</file>

<file path=ppt/diagrams/drawing3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B2B7240-59BA-42A9-B238-C7150608A8ED}">
      <dsp:nvSpPr>
        <dsp:cNvPr id="0" name=""/>
        <dsp:cNvSpPr/>
      </dsp:nvSpPr>
      <dsp:spPr>
        <a:xfrm>
          <a:off x="2461948" y="0"/>
          <a:ext cx="7772400" cy="7772400"/>
        </a:xfrm>
        <a:prstGeom prst="ellipse">
          <a:avLst/>
        </a:prstGeom>
        <a:solidFill>
          <a:schemeClr val="accent2">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256032" tIns="256032" rIns="256032" bIns="256032" numCol="1" spcCol="1270" anchor="ctr" anchorCtr="0">
          <a:noAutofit/>
        </a:bodyPr>
        <a:lstStyle/>
        <a:p>
          <a:pPr marL="0" lvl="0" indent="0" algn="ctr" defTabSz="1600200">
            <a:lnSpc>
              <a:spcPct val="90000"/>
            </a:lnSpc>
            <a:spcBef>
              <a:spcPct val="0"/>
            </a:spcBef>
            <a:spcAft>
              <a:spcPct val="35000"/>
            </a:spcAft>
            <a:buNone/>
          </a:pPr>
          <a:r>
            <a:rPr lang="en-US" sz="3600" b="0" kern="1200"/>
            <a:t>Artificial Intelligence</a:t>
          </a:r>
          <a:endParaRPr lang="en-US" sz="3600" b="0" kern="1200" dirty="0"/>
        </a:p>
      </dsp:txBody>
      <dsp:txXfrm>
        <a:off x="4989921" y="388619"/>
        <a:ext cx="2716453" cy="1165860"/>
      </dsp:txXfrm>
    </dsp:sp>
    <dsp:sp modelId="{9C349B76-CC84-42BD-BFA3-5123A22639D4}">
      <dsp:nvSpPr>
        <dsp:cNvPr id="0" name=""/>
        <dsp:cNvSpPr/>
      </dsp:nvSpPr>
      <dsp:spPr>
        <a:xfrm>
          <a:off x="3433498" y="1943099"/>
          <a:ext cx="5829300" cy="5829300"/>
        </a:xfrm>
        <a:prstGeom prst="ellipse">
          <a:avLst/>
        </a:prstGeom>
        <a:solidFill>
          <a:schemeClr val="accent3">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256032" tIns="256032" rIns="256032" bIns="256032" numCol="1" spcCol="1270" anchor="ctr" anchorCtr="0">
          <a:noAutofit/>
        </a:bodyPr>
        <a:lstStyle/>
        <a:p>
          <a:pPr marL="0" lvl="0" indent="0" algn="ctr" defTabSz="1600200">
            <a:lnSpc>
              <a:spcPct val="90000"/>
            </a:lnSpc>
            <a:spcBef>
              <a:spcPct val="0"/>
            </a:spcBef>
            <a:spcAft>
              <a:spcPct val="35000"/>
            </a:spcAft>
            <a:buNone/>
          </a:pPr>
          <a:r>
            <a:rPr lang="en-US" sz="3600" b="0" kern="1200"/>
            <a:t>Machine Learning</a:t>
          </a:r>
          <a:endParaRPr lang="en-US" sz="3600" b="0" kern="1200" dirty="0"/>
        </a:p>
      </dsp:txBody>
      <dsp:txXfrm>
        <a:off x="4989921" y="2307431"/>
        <a:ext cx="2716453" cy="1092993"/>
      </dsp:txXfrm>
    </dsp:sp>
    <dsp:sp modelId="{E2001AC8-2CC6-480E-A5D9-54F20DF5758E}">
      <dsp:nvSpPr>
        <dsp:cNvPr id="0" name=""/>
        <dsp:cNvSpPr/>
      </dsp:nvSpPr>
      <dsp:spPr>
        <a:xfrm>
          <a:off x="4405048" y="3886200"/>
          <a:ext cx="3886200" cy="3886200"/>
        </a:xfrm>
        <a:prstGeom prst="ellipse">
          <a:avLst/>
        </a:prstGeom>
        <a:solidFill>
          <a:schemeClr val="accent4">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256032" tIns="256032" rIns="256032" bIns="256032" numCol="1" spcCol="1270" anchor="ctr" anchorCtr="0">
          <a:noAutofit/>
        </a:bodyPr>
        <a:lstStyle/>
        <a:p>
          <a:pPr marL="0" lvl="0" indent="0" algn="ctr" defTabSz="1600200">
            <a:lnSpc>
              <a:spcPct val="90000"/>
            </a:lnSpc>
            <a:spcBef>
              <a:spcPct val="0"/>
            </a:spcBef>
            <a:spcAft>
              <a:spcPct val="35000"/>
            </a:spcAft>
            <a:buNone/>
          </a:pPr>
          <a:r>
            <a:rPr lang="en-US" sz="3600" b="0" kern="1200"/>
            <a:t>Deep Learning</a:t>
          </a:r>
          <a:endParaRPr lang="en-US" sz="3600" b="0" kern="1200" dirty="0"/>
        </a:p>
      </dsp:txBody>
      <dsp:txXfrm>
        <a:off x="4974168" y="4857750"/>
        <a:ext cx="2747958" cy="1943100"/>
      </dsp:txXfrm>
    </dsp:sp>
  </dsp:spTree>
</dsp:drawing>
</file>

<file path=ppt/diagrams/drawing3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9ED0DAD-029F-4695-8883-87716CDEA1CB}">
      <dsp:nvSpPr>
        <dsp:cNvPr id="0" name=""/>
        <dsp:cNvSpPr/>
      </dsp:nvSpPr>
      <dsp:spPr>
        <a:xfrm>
          <a:off x="2882605" y="612135"/>
          <a:ext cx="6427422" cy="6427422"/>
        </a:xfrm>
        <a:prstGeom prst="pie">
          <a:avLst>
            <a:gd name="adj1" fmla="val 16200000"/>
            <a:gd name="adj2" fmla="val 5400000"/>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59690" tIns="59690" rIns="59690" bIns="59690" numCol="1" spcCol="1270" anchor="ctr" anchorCtr="0">
          <a:noAutofit/>
        </a:bodyPr>
        <a:lstStyle/>
        <a:p>
          <a:pPr marL="0" lvl="0" indent="0" algn="ctr" defTabSz="2089150">
            <a:lnSpc>
              <a:spcPct val="90000"/>
            </a:lnSpc>
            <a:spcBef>
              <a:spcPct val="0"/>
            </a:spcBef>
            <a:spcAft>
              <a:spcPct val="35000"/>
            </a:spcAft>
            <a:buNone/>
          </a:pPr>
          <a:r>
            <a:rPr lang="en-US" sz="4700" kern="1200"/>
            <a:t>Machine Learning</a:t>
          </a:r>
          <a:endParaRPr lang="en-US" sz="4700" kern="1200" dirty="0"/>
        </a:p>
      </dsp:txBody>
      <dsp:txXfrm>
        <a:off x="6096316" y="1568597"/>
        <a:ext cx="2257249" cy="4514499"/>
      </dsp:txXfrm>
    </dsp:sp>
    <dsp:sp modelId="{83084245-EA10-44EB-97FC-53E3218D7369}">
      <dsp:nvSpPr>
        <dsp:cNvPr id="0" name=""/>
        <dsp:cNvSpPr/>
      </dsp:nvSpPr>
      <dsp:spPr>
        <a:xfrm>
          <a:off x="2729571" y="612135"/>
          <a:ext cx="6427422" cy="6427422"/>
        </a:xfrm>
        <a:prstGeom prst="pie">
          <a:avLst>
            <a:gd name="adj1" fmla="val 5400000"/>
            <a:gd name="adj2" fmla="val 16200000"/>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59690" tIns="59690" rIns="59690" bIns="59690" numCol="1" spcCol="1270" anchor="ctr" anchorCtr="0">
          <a:noAutofit/>
        </a:bodyPr>
        <a:lstStyle/>
        <a:p>
          <a:pPr marL="0" lvl="0" indent="0" algn="ctr" defTabSz="2089150">
            <a:lnSpc>
              <a:spcPct val="90000"/>
            </a:lnSpc>
            <a:spcBef>
              <a:spcPct val="0"/>
            </a:spcBef>
            <a:spcAft>
              <a:spcPct val="35000"/>
            </a:spcAft>
            <a:buNone/>
          </a:pPr>
          <a:r>
            <a:rPr lang="en-US" sz="4700" kern="1200" dirty="0"/>
            <a:t>Deep Learning</a:t>
          </a:r>
        </a:p>
      </dsp:txBody>
      <dsp:txXfrm>
        <a:off x="3647774" y="1568597"/>
        <a:ext cx="2257249" cy="4514499"/>
      </dsp:txXfrm>
    </dsp:sp>
  </dsp:spTree>
</dsp:drawing>
</file>

<file path=ppt/diagrams/drawing3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A95179D-03C3-420E-B24E-6D4F0F981763}">
      <dsp:nvSpPr>
        <dsp:cNvPr id="0" name=""/>
        <dsp:cNvSpPr/>
      </dsp:nvSpPr>
      <dsp:spPr>
        <a:xfrm rot="10800000">
          <a:off x="3447279" y="4828"/>
          <a:ext cx="11806809" cy="1893535"/>
        </a:xfrm>
        <a:prstGeom prst="homePlate">
          <a:avLst/>
        </a:prstGeom>
        <a:solidFill>
          <a:schemeClr val="accent2">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834996" tIns="144780" rIns="270256" bIns="144780" numCol="1" spcCol="1270" anchor="ctr" anchorCtr="0">
          <a:noAutofit/>
        </a:bodyPr>
        <a:lstStyle/>
        <a:p>
          <a:pPr marL="0" lvl="0" indent="0" algn="ctr" defTabSz="1689100">
            <a:lnSpc>
              <a:spcPct val="90000"/>
            </a:lnSpc>
            <a:spcBef>
              <a:spcPct val="0"/>
            </a:spcBef>
            <a:spcAft>
              <a:spcPct val="35000"/>
            </a:spcAft>
            <a:buNone/>
          </a:pPr>
          <a:r>
            <a:rPr lang="en-US" sz="3800" kern="1200"/>
            <a:t>Machine learning refers to a type of data analysis that uses algorithms that learn from data. </a:t>
          </a:r>
          <a:endParaRPr lang="en-US" sz="3800" kern="1200" dirty="0"/>
        </a:p>
      </dsp:txBody>
      <dsp:txXfrm rot="10800000">
        <a:off x="3920663" y="4828"/>
        <a:ext cx="11333425" cy="1893535"/>
      </dsp:txXfrm>
    </dsp:sp>
    <dsp:sp modelId="{A87372C9-0C96-4B22-91CF-DA3EB1C83BFD}">
      <dsp:nvSpPr>
        <dsp:cNvPr id="0" name=""/>
        <dsp:cNvSpPr/>
      </dsp:nvSpPr>
      <dsp:spPr>
        <a:xfrm>
          <a:off x="2500511" y="4828"/>
          <a:ext cx="1893535" cy="1893535"/>
        </a:xfrm>
        <a:prstGeom prst="ellipse">
          <a:avLst/>
        </a:prstGeom>
        <a:solidFill>
          <a:schemeClr val="accent2">
            <a:tint val="50000"/>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dsp:style>
    </dsp:sp>
    <dsp:sp modelId="{674A1D08-847A-4365-A722-3BA5879A4280}">
      <dsp:nvSpPr>
        <dsp:cNvPr id="0" name=""/>
        <dsp:cNvSpPr/>
      </dsp:nvSpPr>
      <dsp:spPr>
        <a:xfrm rot="10800000">
          <a:off x="3447279" y="2436988"/>
          <a:ext cx="11806809" cy="1893535"/>
        </a:xfrm>
        <a:prstGeom prst="homePlate">
          <a:avLst/>
        </a:prstGeom>
        <a:solidFill>
          <a:schemeClr val="accent3">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834996" tIns="144780" rIns="270256" bIns="144780" numCol="1" spcCol="1270" anchor="ctr" anchorCtr="0">
          <a:noAutofit/>
        </a:bodyPr>
        <a:lstStyle/>
        <a:p>
          <a:pPr marL="0" lvl="0" indent="0" algn="ctr" defTabSz="1689100">
            <a:lnSpc>
              <a:spcPct val="90000"/>
            </a:lnSpc>
            <a:spcBef>
              <a:spcPct val="0"/>
            </a:spcBef>
            <a:spcAft>
              <a:spcPct val="35000"/>
            </a:spcAft>
            <a:buNone/>
          </a:pPr>
          <a:r>
            <a:rPr lang="en-US" sz="3800" kern="1200"/>
            <a:t>It is a type of artificial intelligence (AI) that provides systems with the ability to learn without being explicitly programmed.</a:t>
          </a:r>
          <a:endParaRPr lang="en-US" sz="3800" kern="1200" dirty="0"/>
        </a:p>
      </dsp:txBody>
      <dsp:txXfrm rot="10800000">
        <a:off x="3920663" y="2436988"/>
        <a:ext cx="11333425" cy="1893535"/>
      </dsp:txXfrm>
    </dsp:sp>
    <dsp:sp modelId="{E44FA33A-6F91-4EB7-85E8-358BC97E98E6}">
      <dsp:nvSpPr>
        <dsp:cNvPr id="0" name=""/>
        <dsp:cNvSpPr/>
      </dsp:nvSpPr>
      <dsp:spPr>
        <a:xfrm>
          <a:off x="2500511" y="2436988"/>
          <a:ext cx="1893535" cy="1893535"/>
        </a:xfrm>
        <a:prstGeom prst="ellipse">
          <a:avLst/>
        </a:prstGeom>
        <a:solidFill>
          <a:schemeClr val="accent3">
            <a:tint val="50000"/>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dsp:style>
    </dsp:sp>
    <dsp:sp modelId="{5E960CEA-0A0D-456C-A4C7-D5CE00625D11}">
      <dsp:nvSpPr>
        <dsp:cNvPr id="0" name=""/>
        <dsp:cNvSpPr/>
      </dsp:nvSpPr>
      <dsp:spPr>
        <a:xfrm rot="10800000">
          <a:off x="3447279" y="4869149"/>
          <a:ext cx="11806809" cy="1893535"/>
        </a:xfrm>
        <a:prstGeom prst="homePlate">
          <a:avLst/>
        </a:prstGeom>
        <a:solidFill>
          <a:schemeClr val="accent4">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834996" tIns="144780" rIns="270256" bIns="144780" numCol="1" spcCol="1270" anchor="ctr" anchorCtr="0">
          <a:noAutofit/>
        </a:bodyPr>
        <a:lstStyle/>
        <a:p>
          <a:pPr marL="0" lvl="0" indent="0" algn="ctr" defTabSz="1689100">
            <a:lnSpc>
              <a:spcPct val="90000"/>
            </a:lnSpc>
            <a:spcBef>
              <a:spcPct val="0"/>
            </a:spcBef>
            <a:spcAft>
              <a:spcPct val="35000"/>
            </a:spcAft>
            <a:buNone/>
          </a:pPr>
          <a:r>
            <a:rPr lang="en-US" sz="3800" kern="1200"/>
            <a:t>This enables computers to find data within data without human intervention.</a:t>
          </a:r>
          <a:endParaRPr lang="en-US" sz="3800" kern="1200" dirty="0"/>
        </a:p>
      </dsp:txBody>
      <dsp:txXfrm rot="10800000">
        <a:off x="3920663" y="4869149"/>
        <a:ext cx="11333425" cy="1893535"/>
      </dsp:txXfrm>
    </dsp:sp>
    <dsp:sp modelId="{C4DFFD7C-19F8-449E-A183-E211F0292DFD}">
      <dsp:nvSpPr>
        <dsp:cNvPr id="0" name=""/>
        <dsp:cNvSpPr/>
      </dsp:nvSpPr>
      <dsp:spPr>
        <a:xfrm>
          <a:off x="2500511" y="4869149"/>
          <a:ext cx="1893535" cy="1893535"/>
        </a:xfrm>
        <a:prstGeom prst="ellipse">
          <a:avLst/>
        </a:prstGeom>
        <a:solidFill>
          <a:schemeClr val="accent4">
            <a:tint val="50000"/>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dsp:style>
    </dsp:sp>
  </dsp:spTree>
</dsp:drawing>
</file>

<file path=ppt/diagrams/drawing3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6E31617-CE01-4C9D-8940-591019825EAE}">
      <dsp:nvSpPr>
        <dsp:cNvPr id="0" name=""/>
        <dsp:cNvSpPr/>
      </dsp:nvSpPr>
      <dsp:spPr>
        <a:xfrm>
          <a:off x="0" y="527807"/>
          <a:ext cx="15925800" cy="1318275"/>
        </a:xfrm>
        <a:prstGeom prst="rect">
          <a:avLst/>
        </a:prstGeom>
        <a:solidFill>
          <a:schemeClr val="lt1">
            <a:alpha val="90000"/>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36019" tIns="645668" rIns="1236019" bIns="220472" numCol="1" spcCol="1270" anchor="t" anchorCtr="0">
          <a:noAutofit/>
        </a:bodyPr>
        <a:lstStyle/>
        <a:p>
          <a:pPr marL="285750" lvl="1" indent="-285750" algn="l" defTabSz="1377950">
            <a:lnSpc>
              <a:spcPct val="90000"/>
            </a:lnSpc>
            <a:spcBef>
              <a:spcPct val="0"/>
            </a:spcBef>
            <a:spcAft>
              <a:spcPct val="15000"/>
            </a:spcAft>
            <a:buChar char="•"/>
          </a:pPr>
          <a:r>
            <a:rPr lang="en-US" sz="3100" kern="1200"/>
            <a:t>A pre-defined set of examples are used to reach a conclusion when given data.</a:t>
          </a:r>
          <a:endParaRPr lang="en-US" sz="3100" kern="1200" dirty="0"/>
        </a:p>
      </dsp:txBody>
      <dsp:txXfrm>
        <a:off x="0" y="527807"/>
        <a:ext cx="15925800" cy="1318275"/>
      </dsp:txXfrm>
    </dsp:sp>
    <dsp:sp modelId="{D315112F-44C3-4580-B42E-1BE195280AFD}">
      <dsp:nvSpPr>
        <dsp:cNvPr id="0" name=""/>
        <dsp:cNvSpPr/>
      </dsp:nvSpPr>
      <dsp:spPr>
        <a:xfrm>
          <a:off x="796290" y="70247"/>
          <a:ext cx="11148060" cy="915120"/>
        </a:xfrm>
        <a:prstGeom prst="roundRect">
          <a:avLst/>
        </a:prstGeom>
        <a:solidFill>
          <a:schemeClr val="accent2">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421370" tIns="0" rIns="421370" bIns="0" numCol="1" spcCol="1270" anchor="ctr" anchorCtr="0">
          <a:noAutofit/>
        </a:bodyPr>
        <a:lstStyle/>
        <a:p>
          <a:pPr marL="0" lvl="0" indent="0" algn="l" defTabSz="1377950">
            <a:lnSpc>
              <a:spcPct val="90000"/>
            </a:lnSpc>
            <a:spcBef>
              <a:spcPct val="0"/>
            </a:spcBef>
            <a:spcAft>
              <a:spcPct val="35000"/>
            </a:spcAft>
            <a:buNone/>
          </a:pPr>
          <a:r>
            <a:rPr lang="en-US" sz="3100" b="1" kern="1200"/>
            <a:t>Supervised Machine Learning</a:t>
          </a:r>
          <a:endParaRPr lang="en-US" sz="3100" kern="1200" dirty="0"/>
        </a:p>
      </dsp:txBody>
      <dsp:txXfrm>
        <a:off x="840962" y="114919"/>
        <a:ext cx="11058716" cy="825776"/>
      </dsp:txXfrm>
    </dsp:sp>
    <dsp:sp modelId="{4F528940-294B-4BE7-B309-48759D405E99}">
      <dsp:nvSpPr>
        <dsp:cNvPr id="0" name=""/>
        <dsp:cNvSpPr/>
      </dsp:nvSpPr>
      <dsp:spPr>
        <a:xfrm>
          <a:off x="0" y="2471042"/>
          <a:ext cx="15925800" cy="1757700"/>
        </a:xfrm>
        <a:prstGeom prst="rect">
          <a:avLst/>
        </a:prstGeom>
        <a:solidFill>
          <a:schemeClr val="lt1">
            <a:alpha val="90000"/>
            <a:hueOff val="0"/>
            <a:satOff val="0"/>
            <a:lumOff val="0"/>
            <a:alphaOff val="0"/>
          </a:schemeClr>
        </a:solidFill>
        <a:ln w="254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36019" tIns="645668" rIns="1236019" bIns="220472" numCol="1" spcCol="1270" anchor="t" anchorCtr="0">
          <a:noAutofit/>
        </a:bodyPr>
        <a:lstStyle/>
        <a:p>
          <a:pPr marL="285750" lvl="1" indent="-285750" algn="l" defTabSz="1377950">
            <a:lnSpc>
              <a:spcPct val="90000"/>
            </a:lnSpc>
            <a:spcBef>
              <a:spcPct val="0"/>
            </a:spcBef>
            <a:spcAft>
              <a:spcPct val="15000"/>
            </a:spcAft>
            <a:buChar char="•"/>
          </a:pPr>
          <a:r>
            <a:rPr lang="en-US" sz="3100" kern="1200"/>
            <a:t>The system finds patterns and relationships in the data with no examples from which to draw conclusions.</a:t>
          </a:r>
          <a:endParaRPr lang="en-US" sz="3100" kern="1200" dirty="0"/>
        </a:p>
      </dsp:txBody>
      <dsp:txXfrm>
        <a:off x="0" y="2471042"/>
        <a:ext cx="15925800" cy="1757700"/>
      </dsp:txXfrm>
    </dsp:sp>
    <dsp:sp modelId="{C9F3092B-E69D-4CA8-AA01-198B24C37FDB}">
      <dsp:nvSpPr>
        <dsp:cNvPr id="0" name=""/>
        <dsp:cNvSpPr/>
      </dsp:nvSpPr>
      <dsp:spPr>
        <a:xfrm>
          <a:off x="796290" y="2013483"/>
          <a:ext cx="11148060" cy="915120"/>
        </a:xfrm>
        <a:prstGeom prst="roundRect">
          <a:avLst/>
        </a:prstGeom>
        <a:solidFill>
          <a:schemeClr val="accent3">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421370" tIns="0" rIns="421370" bIns="0" numCol="1" spcCol="1270" anchor="ctr" anchorCtr="0">
          <a:noAutofit/>
        </a:bodyPr>
        <a:lstStyle/>
        <a:p>
          <a:pPr marL="0" lvl="0" indent="0" algn="l" defTabSz="1377950">
            <a:lnSpc>
              <a:spcPct val="90000"/>
            </a:lnSpc>
            <a:spcBef>
              <a:spcPct val="0"/>
            </a:spcBef>
            <a:spcAft>
              <a:spcPct val="35000"/>
            </a:spcAft>
            <a:buNone/>
          </a:pPr>
          <a:r>
            <a:rPr lang="en-US" sz="3100" b="1" kern="1200"/>
            <a:t>Unsupervised Machine Learning</a:t>
          </a:r>
          <a:endParaRPr lang="en-US" sz="3100" kern="1200" dirty="0"/>
        </a:p>
      </dsp:txBody>
      <dsp:txXfrm>
        <a:off x="840962" y="2058155"/>
        <a:ext cx="11058716" cy="825776"/>
      </dsp:txXfrm>
    </dsp:sp>
    <dsp:sp modelId="{6BA6C3C1-8D27-4D18-9A8F-17A278C96ED7}">
      <dsp:nvSpPr>
        <dsp:cNvPr id="0" name=""/>
        <dsp:cNvSpPr/>
      </dsp:nvSpPr>
      <dsp:spPr>
        <a:xfrm>
          <a:off x="0" y="4853703"/>
          <a:ext cx="15925800" cy="1757700"/>
        </a:xfrm>
        <a:prstGeom prst="rect">
          <a:avLst/>
        </a:prstGeom>
        <a:solidFill>
          <a:schemeClr val="lt1">
            <a:alpha val="90000"/>
            <a:hueOff val="0"/>
            <a:satOff val="0"/>
            <a:lumOff val="0"/>
            <a:alphaOff val="0"/>
          </a:schemeClr>
        </a:solidFill>
        <a:ln w="2540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36019" tIns="645668" rIns="1236019" bIns="220472" numCol="1" spcCol="1270" anchor="t" anchorCtr="0">
          <a:noAutofit/>
        </a:bodyPr>
        <a:lstStyle/>
        <a:p>
          <a:pPr marL="285750" lvl="1" indent="-285750" algn="l" defTabSz="1377950">
            <a:lnSpc>
              <a:spcPct val="90000"/>
            </a:lnSpc>
            <a:spcBef>
              <a:spcPct val="0"/>
            </a:spcBef>
            <a:spcAft>
              <a:spcPct val="15000"/>
            </a:spcAft>
            <a:buChar char="•"/>
          </a:pPr>
          <a:r>
            <a:rPr lang="en-US" sz="3100" kern="1200"/>
            <a:t>The system describes a class of problems where an agent operates in an environment and must </a:t>
          </a:r>
          <a:r>
            <a:rPr lang="en-US" sz="3100" i="1" kern="1200"/>
            <a:t>learn</a:t>
          </a:r>
          <a:r>
            <a:rPr lang="en-US" sz="3100" kern="1200"/>
            <a:t> to operate using feedback.</a:t>
          </a:r>
          <a:endParaRPr lang="en-US" sz="3100" kern="1200" dirty="0"/>
        </a:p>
      </dsp:txBody>
      <dsp:txXfrm>
        <a:off x="0" y="4853703"/>
        <a:ext cx="15925800" cy="1757700"/>
      </dsp:txXfrm>
    </dsp:sp>
    <dsp:sp modelId="{1671E9A4-69F1-490F-90E1-E43CE788DF90}">
      <dsp:nvSpPr>
        <dsp:cNvPr id="0" name=""/>
        <dsp:cNvSpPr/>
      </dsp:nvSpPr>
      <dsp:spPr>
        <a:xfrm>
          <a:off x="796290" y="4396143"/>
          <a:ext cx="11148060" cy="915120"/>
        </a:xfrm>
        <a:prstGeom prst="roundRect">
          <a:avLst/>
        </a:prstGeom>
        <a:solidFill>
          <a:schemeClr val="accent4">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421370" tIns="0" rIns="421370" bIns="0" numCol="1" spcCol="1270" anchor="ctr" anchorCtr="0">
          <a:noAutofit/>
        </a:bodyPr>
        <a:lstStyle/>
        <a:p>
          <a:pPr marL="0" lvl="0" indent="0" algn="l" defTabSz="1377950">
            <a:lnSpc>
              <a:spcPct val="90000"/>
            </a:lnSpc>
            <a:spcBef>
              <a:spcPct val="0"/>
            </a:spcBef>
            <a:spcAft>
              <a:spcPct val="35000"/>
            </a:spcAft>
            <a:buNone/>
          </a:pPr>
          <a:r>
            <a:rPr lang="en-US" sz="3100" b="1" kern="1200"/>
            <a:t>Reinforcement Learning</a:t>
          </a:r>
          <a:endParaRPr lang="en-US" sz="3100" kern="1200" dirty="0"/>
        </a:p>
      </dsp:txBody>
      <dsp:txXfrm>
        <a:off x="840962" y="4440815"/>
        <a:ext cx="11058716" cy="825776"/>
      </dsp:txXfrm>
    </dsp:sp>
  </dsp:spTree>
</dsp:drawing>
</file>

<file path=ppt/diagrams/drawing3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177ED05-11DF-4164-A057-1E03C66332D6}">
      <dsp:nvSpPr>
        <dsp:cNvPr id="0" name=""/>
        <dsp:cNvSpPr/>
      </dsp:nvSpPr>
      <dsp:spPr>
        <a:xfrm>
          <a:off x="0" y="0"/>
          <a:ext cx="16328446" cy="1881187"/>
        </a:xfrm>
        <a:prstGeom prst="roundRect">
          <a:avLst>
            <a:gd name="adj" fmla="val 10000"/>
          </a:avLst>
        </a:prstGeom>
        <a:solidFill>
          <a:schemeClr val="accent2">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b="0" i="0" kern="1200" dirty="0"/>
            <a:t>Deep learning is a type of machine learning and artificial intelligence (AI) that imitates the way humans gain certain types of knowledge. </a:t>
          </a:r>
          <a:endParaRPr lang="en-US" sz="3800" kern="1200" dirty="0"/>
        </a:p>
      </dsp:txBody>
      <dsp:txXfrm>
        <a:off x="3453807" y="0"/>
        <a:ext cx="12874638" cy="1881187"/>
      </dsp:txXfrm>
    </dsp:sp>
    <dsp:sp modelId="{58FFC481-4A12-4656-B20F-D9F948541F20}">
      <dsp:nvSpPr>
        <dsp:cNvPr id="0" name=""/>
        <dsp:cNvSpPr/>
      </dsp:nvSpPr>
      <dsp:spPr>
        <a:xfrm>
          <a:off x="188118" y="188118"/>
          <a:ext cx="3265689" cy="1504949"/>
        </a:xfrm>
        <a:prstGeom prst="roundRect">
          <a:avLst>
            <a:gd name="adj" fmla="val 10000"/>
          </a:avLst>
        </a:prstGeom>
        <a:solidFill>
          <a:schemeClr val="accent2">
            <a:tint val="50000"/>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dsp:style>
    </dsp:sp>
    <dsp:sp modelId="{9015052E-929A-48F2-800D-03A626888E19}">
      <dsp:nvSpPr>
        <dsp:cNvPr id="0" name=""/>
        <dsp:cNvSpPr/>
      </dsp:nvSpPr>
      <dsp:spPr>
        <a:xfrm>
          <a:off x="0" y="2069306"/>
          <a:ext cx="16328446" cy="1881187"/>
        </a:xfrm>
        <a:prstGeom prst="roundRect">
          <a:avLst>
            <a:gd name="adj" fmla="val 10000"/>
          </a:avLst>
        </a:prstGeom>
        <a:solidFill>
          <a:schemeClr val="accent3">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b="0" i="0" kern="1200" dirty="0"/>
            <a:t>Deep learning is an important element of data science, which includes statistics and predictive modeling.</a:t>
          </a:r>
          <a:endParaRPr lang="en-US" sz="3800" kern="1200" dirty="0"/>
        </a:p>
      </dsp:txBody>
      <dsp:txXfrm>
        <a:off x="3453807" y="2069306"/>
        <a:ext cx="12874638" cy="1881187"/>
      </dsp:txXfrm>
    </dsp:sp>
    <dsp:sp modelId="{22FEE24B-B5EF-461D-9F97-A5CAF6C3DDD1}">
      <dsp:nvSpPr>
        <dsp:cNvPr id="0" name=""/>
        <dsp:cNvSpPr/>
      </dsp:nvSpPr>
      <dsp:spPr>
        <a:xfrm>
          <a:off x="188118" y="2257424"/>
          <a:ext cx="3265689" cy="1504949"/>
        </a:xfrm>
        <a:prstGeom prst="roundRect">
          <a:avLst>
            <a:gd name="adj" fmla="val 10000"/>
          </a:avLst>
        </a:prstGeom>
        <a:solidFill>
          <a:schemeClr val="accent3">
            <a:tint val="50000"/>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dsp:style>
    </dsp:sp>
    <dsp:sp modelId="{1EBA208E-2CE3-4298-B390-728A88CCA943}">
      <dsp:nvSpPr>
        <dsp:cNvPr id="0" name=""/>
        <dsp:cNvSpPr/>
      </dsp:nvSpPr>
      <dsp:spPr>
        <a:xfrm>
          <a:off x="0" y="4138612"/>
          <a:ext cx="16328446" cy="1881187"/>
        </a:xfrm>
        <a:prstGeom prst="roundRect">
          <a:avLst>
            <a:gd name="adj" fmla="val 10000"/>
          </a:avLst>
        </a:prstGeom>
        <a:solidFill>
          <a:schemeClr val="accent4">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b="0" i="0" kern="1200"/>
            <a:t> </a:t>
          </a:r>
          <a:r>
            <a:rPr lang="en-US" sz="3800" b="0" i="0" kern="1200" dirty="0"/>
            <a:t>It is extremely beneficial to data scientists who are tasked with collecting, analyzing and interpreting large amounts of data; deep learning makes this process faster and easier.</a:t>
          </a:r>
          <a:endParaRPr lang="en-US" sz="3800" kern="1200" dirty="0"/>
        </a:p>
      </dsp:txBody>
      <dsp:txXfrm>
        <a:off x="3453807" y="4138612"/>
        <a:ext cx="12874638" cy="1881187"/>
      </dsp:txXfrm>
    </dsp:sp>
    <dsp:sp modelId="{1D819D39-7ACC-4F18-98E4-8FA64CBC65C6}">
      <dsp:nvSpPr>
        <dsp:cNvPr id="0" name=""/>
        <dsp:cNvSpPr/>
      </dsp:nvSpPr>
      <dsp:spPr>
        <a:xfrm>
          <a:off x="188118" y="4326731"/>
          <a:ext cx="3265689" cy="1504949"/>
        </a:xfrm>
        <a:prstGeom prst="roundRect">
          <a:avLst>
            <a:gd name="adj" fmla="val 10000"/>
          </a:avLst>
        </a:prstGeom>
        <a:solidFill>
          <a:schemeClr val="accent4">
            <a:tint val="50000"/>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dsp:style>
    </dsp:sp>
  </dsp:spTree>
</dsp:drawing>
</file>

<file path=ppt/diagrams/drawing3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E5AE094-E732-4DB4-812A-7D7273D99B5A}">
      <dsp:nvSpPr>
        <dsp:cNvPr id="0" name=""/>
        <dsp:cNvSpPr/>
      </dsp:nvSpPr>
      <dsp:spPr>
        <a:xfrm>
          <a:off x="2897669" y="3278272"/>
          <a:ext cx="3465529" cy="2988550"/>
        </a:xfrm>
        <a:prstGeom prst="hexagon">
          <a:avLst>
            <a:gd name="adj" fmla="val 25000"/>
            <a:gd name="vf" fmla="val 115470"/>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w="9525" cap="flat" cmpd="sng" algn="ctr">
          <a:solidFill>
            <a:schemeClr val="accent2">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0" tIns="58420" rIns="0" bIns="58420" numCol="1" spcCol="1270" anchor="ctr" anchorCtr="0">
          <a:noAutofit/>
        </a:bodyPr>
        <a:lstStyle/>
        <a:p>
          <a:pPr marL="0" lvl="0" indent="0" algn="ctr" defTabSz="2044700">
            <a:lnSpc>
              <a:spcPct val="90000"/>
            </a:lnSpc>
            <a:spcBef>
              <a:spcPct val="0"/>
            </a:spcBef>
            <a:spcAft>
              <a:spcPct val="35000"/>
            </a:spcAft>
            <a:buNone/>
          </a:pPr>
          <a:r>
            <a:rPr lang="en-US" sz="4600" kern="1200" dirty="0"/>
            <a:t>Computer Vision</a:t>
          </a:r>
        </a:p>
      </dsp:txBody>
      <dsp:txXfrm>
        <a:off x="3435509" y="3742086"/>
        <a:ext cx="2389849" cy="2060922"/>
      </dsp:txXfrm>
    </dsp:sp>
    <dsp:sp modelId="{2B7CF51C-EF12-427F-993E-5477B194D337}">
      <dsp:nvSpPr>
        <dsp:cNvPr id="0" name=""/>
        <dsp:cNvSpPr/>
      </dsp:nvSpPr>
      <dsp:spPr>
        <a:xfrm>
          <a:off x="3005891" y="4598035"/>
          <a:ext cx="404919" cy="349484"/>
        </a:xfrm>
        <a:prstGeom prst="hexagon">
          <a:avLst>
            <a:gd name="adj" fmla="val 25000"/>
            <a:gd name="vf" fmla="val 115470"/>
          </a:avLst>
        </a:prstGeom>
        <a:solidFill>
          <a:schemeClr val="lt1">
            <a:hueOff val="0"/>
            <a:satOff val="0"/>
            <a:lumOff val="0"/>
            <a:alphaOff val="0"/>
          </a:schemeClr>
        </a:solidFill>
        <a:ln w="9525" cap="flat" cmpd="sng" algn="ctr">
          <a:solidFill>
            <a:schemeClr val="accent2">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sp>
    <dsp:sp modelId="{370678D4-8B11-42AA-9640-28045F5C63EE}">
      <dsp:nvSpPr>
        <dsp:cNvPr id="0" name=""/>
        <dsp:cNvSpPr/>
      </dsp:nvSpPr>
      <dsp:spPr>
        <a:xfrm>
          <a:off x="0" y="1668345"/>
          <a:ext cx="3465529" cy="2988550"/>
        </a:xfrm>
        <a:prstGeom prst="hexagon">
          <a:avLst>
            <a:gd name="adj" fmla="val 25000"/>
            <a:gd name="vf" fmla="val 115470"/>
          </a:avLst>
        </a:prstGeom>
        <a:solidFill>
          <a:schemeClr val="lt1">
            <a:alpha val="90000"/>
            <a:hueOff val="0"/>
            <a:satOff val="0"/>
            <a:lumOff val="0"/>
            <a:alphaOff val="0"/>
          </a:schemeClr>
        </a:solidFill>
        <a:ln w="9525" cap="flat" cmpd="sng" algn="ctr">
          <a:solidFill>
            <a:schemeClr val="accent2">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sp>
    <dsp:sp modelId="{39AEB539-7BCB-44DA-9262-4DC06348994F}">
      <dsp:nvSpPr>
        <dsp:cNvPr id="0" name=""/>
        <dsp:cNvSpPr/>
      </dsp:nvSpPr>
      <dsp:spPr>
        <a:xfrm>
          <a:off x="2361424" y="4244412"/>
          <a:ext cx="404919" cy="349484"/>
        </a:xfrm>
        <a:prstGeom prst="hexagon">
          <a:avLst>
            <a:gd name="adj" fmla="val 25000"/>
            <a:gd name="vf" fmla="val 115470"/>
          </a:avLst>
        </a:prstGeom>
        <a:solidFill>
          <a:schemeClr val="lt1">
            <a:hueOff val="0"/>
            <a:satOff val="0"/>
            <a:lumOff val="0"/>
            <a:alphaOff val="0"/>
          </a:schemeClr>
        </a:solidFill>
        <a:ln w="9525" cap="flat" cmpd="sng" algn="ctr">
          <a:solidFill>
            <a:schemeClr val="accent3">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sp>
    <dsp:sp modelId="{B72CC195-03B4-4F93-9FDA-8E4028905A1D}">
      <dsp:nvSpPr>
        <dsp:cNvPr id="0" name=""/>
        <dsp:cNvSpPr/>
      </dsp:nvSpPr>
      <dsp:spPr>
        <a:xfrm>
          <a:off x="5796554" y="1668345"/>
          <a:ext cx="3465529" cy="2988550"/>
        </a:xfrm>
        <a:prstGeom prst="hexagon">
          <a:avLst>
            <a:gd name="adj" fmla="val 25000"/>
            <a:gd name="vf" fmla="val 115470"/>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w="9525" cap="flat" cmpd="sng" algn="ctr">
          <a:solidFill>
            <a:schemeClr val="accent3">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0" tIns="58420" rIns="0" bIns="58420" numCol="1" spcCol="1270" anchor="ctr" anchorCtr="0">
          <a:noAutofit/>
        </a:bodyPr>
        <a:lstStyle/>
        <a:p>
          <a:pPr marL="0" lvl="0" indent="0" algn="ctr" defTabSz="2044700">
            <a:lnSpc>
              <a:spcPct val="90000"/>
            </a:lnSpc>
            <a:spcBef>
              <a:spcPct val="0"/>
            </a:spcBef>
            <a:spcAft>
              <a:spcPct val="35000"/>
            </a:spcAft>
            <a:buNone/>
          </a:pPr>
          <a:r>
            <a:rPr lang="en-US" sz="4600" kern="1200"/>
            <a:t>Machine Vision</a:t>
          </a:r>
          <a:endParaRPr lang="en-US" sz="4600" kern="1200" dirty="0"/>
        </a:p>
      </dsp:txBody>
      <dsp:txXfrm>
        <a:off x="6334394" y="2132159"/>
        <a:ext cx="2389849" cy="2060922"/>
      </dsp:txXfrm>
    </dsp:sp>
    <dsp:sp modelId="{A4FBF254-4E33-46E9-96A0-92D9C4BF5600}">
      <dsp:nvSpPr>
        <dsp:cNvPr id="0" name=""/>
        <dsp:cNvSpPr/>
      </dsp:nvSpPr>
      <dsp:spPr>
        <a:xfrm>
          <a:off x="8157978" y="4244412"/>
          <a:ext cx="404919" cy="349484"/>
        </a:xfrm>
        <a:prstGeom prst="hexagon">
          <a:avLst>
            <a:gd name="adj" fmla="val 25000"/>
            <a:gd name="vf" fmla="val 115470"/>
          </a:avLst>
        </a:prstGeom>
        <a:solidFill>
          <a:schemeClr val="lt1">
            <a:hueOff val="0"/>
            <a:satOff val="0"/>
            <a:lumOff val="0"/>
            <a:alphaOff val="0"/>
          </a:schemeClr>
        </a:solidFill>
        <a:ln w="9525" cap="flat" cmpd="sng" algn="ctr">
          <a:solidFill>
            <a:schemeClr val="accent4">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sp>
    <dsp:sp modelId="{4181A82C-908F-4EE4-9276-999C7B4CB648}">
      <dsp:nvSpPr>
        <dsp:cNvPr id="0" name=""/>
        <dsp:cNvSpPr/>
      </dsp:nvSpPr>
      <dsp:spPr>
        <a:xfrm>
          <a:off x="8694224" y="3278272"/>
          <a:ext cx="3465529" cy="2988550"/>
        </a:xfrm>
        <a:prstGeom prst="hexagon">
          <a:avLst>
            <a:gd name="adj" fmla="val 25000"/>
            <a:gd name="vf" fmla="val 115470"/>
          </a:avLst>
        </a:prstGeom>
        <a:solidFill>
          <a:schemeClr val="lt1">
            <a:alpha val="90000"/>
            <a:hueOff val="0"/>
            <a:satOff val="0"/>
            <a:lumOff val="0"/>
            <a:alphaOff val="0"/>
          </a:schemeClr>
        </a:solidFill>
        <a:ln w="9525" cap="flat" cmpd="sng" algn="ctr">
          <a:solidFill>
            <a:schemeClr val="accent3">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sp>
    <dsp:sp modelId="{0B157E09-6E54-4747-B9FE-CE4030BD6541}">
      <dsp:nvSpPr>
        <dsp:cNvPr id="0" name=""/>
        <dsp:cNvSpPr/>
      </dsp:nvSpPr>
      <dsp:spPr>
        <a:xfrm>
          <a:off x="8802445" y="4598035"/>
          <a:ext cx="404919" cy="349484"/>
        </a:xfrm>
        <a:prstGeom prst="hexagon">
          <a:avLst>
            <a:gd name="adj" fmla="val 25000"/>
            <a:gd name="vf" fmla="val 115470"/>
          </a:avLst>
        </a:prstGeom>
        <a:solidFill>
          <a:schemeClr val="lt1">
            <a:hueOff val="0"/>
            <a:satOff val="0"/>
            <a:lumOff val="0"/>
            <a:alphaOff val="0"/>
          </a:schemeClr>
        </a:solidFill>
        <a:ln w="9525" cap="flat" cmpd="sng" algn="ctr">
          <a:solidFill>
            <a:schemeClr val="accent5">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sp>
  </dsp:spTree>
</dsp:drawing>
</file>

<file path=ppt/diagrams/drawing3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DF0A839-16A3-4FD5-B92E-37B1B5022847}">
      <dsp:nvSpPr>
        <dsp:cNvPr id="0" name=""/>
        <dsp:cNvSpPr/>
      </dsp:nvSpPr>
      <dsp:spPr>
        <a:xfrm>
          <a:off x="0" y="2997425"/>
          <a:ext cx="16412357" cy="1966635"/>
        </a:xfrm>
        <a:prstGeom prst="rect">
          <a:avLst/>
        </a:prstGeom>
        <a:solidFill>
          <a:schemeClr val="accent2">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256032" tIns="256032" rIns="256032" bIns="256032" numCol="1" spcCol="1270" anchor="ctr" anchorCtr="0">
          <a:noAutofit/>
        </a:bodyPr>
        <a:lstStyle/>
        <a:p>
          <a:pPr marL="0" lvl="0" indent="0" algn="ctr" defTabSz="1600200">
            <a:lnSpc>
              <a:spcPct val="90000"/>
            </a:lnSpc>
            <a:spcBef>
              <a:spcPct val="0"/>
            </a:spcBef>
            <a:spcAft>
              <a:spcPct val="35000"/>
            </a:spcAft>
            <a:buNone/>
          </a:pPr>
          <a:r>
            <a:rPr lang="en-US" sz="3600" b="1" kern="1200">
              <a:latin typeface="+mj-lt"/>
            </a:rPr>
            <a:t>Computer Vision </a:t>
          </a:r>
          <a:r>
            <a:rPr lang="en-US" sz="3600" kern="1200">
              <a:latin typeface="+mj-lt"/>
            </a:rPr>
            <a:t>refers to automation of the capture and processing of images, with an emphasis on image analysis. In other words, CV’s goal is not only to see, but also to process and provide useful results based on the observation.</a:t>
          </a:r>
          <a:endParaRPr lang="en-GB" sz="3600" kern="1200" dirty="0">
            <a:latin typeface="+mj-lt"/>
          </a:endParaRPr>
        </a:p>
      </dsp:txBody>
      <dsp:txXfrm>
        <a:off x="0" y="2997425"/>
        <a:ext cx="16412357" cy="1966635"/>
      </dsp:txXfrm>
    </dsp:sp>
    <dsp:sp modelId="{2ADA5D69-62EE-4F7A-9EE2-D877040854E8}">
      <dsp:nvSpPr>
        <dsp:cNvPr id="0" name=""/>
        <dsp:cNvSpPr/>
      </dsp:nvSpPr>
      <dsp:spPr>
        <a:xfrm rot="10800000">
          <a:off x="0" y="2239"/>
          <a:ext cx="16412357" cy="3024685"/>
        </a:xfrm>
        <a:prstGeom prst="upArrowCallout">
          <a:avLst/>
        </a:prstGeom>
        <a:solidFill>
          <a:schemeClr val="accent3">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256032" tIns="256032" rIns="256032" bIns="256032" numCol="1" spcCol="1270" anchor="ctr" anchorCtr="0">
          <a:noAutofit/>
        </a:bodyPr>
        <a:lstStyle/>
        <a:p>
          <a:pPr marL="0" lvl="0" indent="0" algn="ctr" defTabSz="1600200">
            <a:lnSpc>
              <a:spcPct val="90000"/>
            </a:lnSpc>
            <a:spcBef>
              <a:spcPct val="0"/>
            </a:spcBef>
            <a:spcAft>
              <a:spcPct val="35000"/>
            </a:spcAft>
            <a:buNone/>
          </a:pPr>
          <a:r>
            <a:rPr lang="en-US" sz="3600" b="0" i="0" kern="1200" dirty="0"/>
            <a:t>Computer vision is a field of artificial intelligence (AI) that enables computers and systems to derive meaningful information from digital images, videos and other visual inputs — and take actions or make recommendations based on that information.</a:t>
          </a:r>
          <a:endParaRPr lang="en-GB" sz="3600" kern="1200" dirty="0">
            <a:latin typeface="+mj-lt"/>
          </a:endParaRPr>
        </a:p>
      </dsp:txBody>
      <dsp:txXfrm rot="10800000">
        <a:off x="0" y="2239"/>
        <a:ext cx="16412357" cy="1965350"/>
      </dsp:txXfrm>
    </dsp:sp>
  </dsp:spTree>
</dsp:drawing>
</file>

<file path=ppt/diagrams/drawing3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EAD13E9-362E-4CBD-8716-46B26C21C091}">
      <dsp:nvSpPr>
        <dsp:cNvPr id="0" name=""/>
        <dsp:cNvSpPr/>
      </dsp:nvSpPr>
      <dsp:spPr>
        <a:xfrm>
          <a:off x="1365884" y="0"/>
          <a:ext cx="15480030" cy="6853779"/>
        </a:xfrm>
        <a:prstGeom prst="rightArrow">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BF51331-BC3B-4A93-94D3-0116C99465ED}">
      <dsp:nvSpPr>
        <dsp:cNvPr id="0" name=""/>
        <dsp:cNvSpPr/>
      </dsp:nvSpPr>
      <dsp:spPr>
        <a:xfrm>
          <a:off x="1847780" y="1166814"/>
          <a:ext cx="6621730" cy="4520149"/>
        </a:xfrm>
        <a:prstGeom prst="roundRect">
          <a:avLst/>
        </a:prstGeom>
        <a:solidFill>
          <a:schemeClr val="accent2">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b="0" i="0" kern="1200" dirty="0"/>
            <a:t>Machine vision is a technology that enables automatic inspection and analysis for applications including automatic inspection, process control, and robotic guidance by using image processing.</a:t>
          </a:r>
          <a:endParaRPr lang="en-US" sz="3200" kern="1200" dirty="0">
            <a:latin typeface="+mj-lt"/>
          </a:endParaRPr>
        </a:p>
      </dsp:txBody>
      <dsp:txXfrm>
        <a:off x="2068435" y="1387469"/>
        <a:ext cx="6180420" cy="4078839"/>
      </dsp:txXfrm>
    </dsp:sp>
    <dsp:sp modelId="{FC0915C2-DB63-4EE7-9798-7E6F2F05FCC1}">
      <dsp:nvSpPr>
        <dsp:cNvPr id="0" name=""/>
        <dsp:cNvSpPr/>
      </dsp:nvSpPr>
      <dsp:spPr>
        <a:xfrm>
          <a:off x="9380100" y="1379089"/>
          <a:ext cx="6983919" cy="4095599"/>
        </a:xfrm>
        <a:prstGeom prst="roundRect">
          <a:avLst/>
        </a:prstGeom>
        <a:solidFill>
          <a:schemeClr val="accent3">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kern="1200">
              <a:latin typeface="+mj-lt"/>
            </a:rPr>
            <a:t>Machine vision refers to many technologies, software and hardware products, integrated systems, actions, methods and expertise.</a:t>
          </a:r>
          <a:endParaRPr lang="en-US" sz="3200" kern="1200" dirty="0">
            <a:latin typeface="+mj-lt"/>
          </a:endParaRPr>
        </a:p>
      </dsp:txBody>
      <dsp:txXfrm>
        <a:off x="9580031" y="1579020"/>
        <a:ext cx="6584057" cy="3695737"/>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hList7">
  <dgm:title val=""/>
  <dgm:desc val=""/>
  <dgm:catLst>
    <dgm:cat type="list" pri="12000"/>
    <dgm:cat type="process" pri="20000"/>
    <dgm:cat type="relationship" pri="14000"/>
    <dgm:cat type="convert" pri="8000"/>
    <dgm:cat type="picture" pri="25000"/>
    <dgm:cat type="pictureconvert" pri="2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onstrLst>
      <dgm:constr type="w" for="ch" forName="fgShape" refType="w" fact="0.92"/>
      <dgm:constr type="h" for="ch" forName="fgShape" refType="h" fact="0.15"/>
      <dgm:constr type="b" for="ch" forName="fgShape" refType="h" fact="0.95"/>
      <dgm:constr type="ctrX" for="ch" forName="fgShape" refType="w" fact="0.5"/>
      <dgm:constr type="w" for="ch" forName="linComp" refType="w"/>
      <dgm:constr type="h" for="ch" forName="linComp" refType="h"/>
      <dgm:constr type="ctrX" for="ch" forName="linComp" refType="w" fact="0.5"/>
    </dgm:constrLst>
    <dgm:ruleLst/>
    <dgm:layoutNode name="fgShape" styleLbl="fgShp">
      <dgm:alg type="sp"/>
      <dgm:shape xmlns:r="http://schemas.openxmlformats.org/officeDocument/2006/relationships" type="leftRightArrow" r:blip="" zOrderOff="99999">
        <dgm:adjLst/>
      </dgm:shape>
      <dgm:presOf/>
      <dgm:constrLst/>
      <dgm:ruleLst/>
    </dgm:layoutNode>
    <dgm:layoutNode name="linComp">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ptType="sibTrans" refType="w" refFor="ch" refForName="compNode" fact="0.03"/>
        <dgm:constr type="primFontSz" for="des" ptType="node" op="equ" val="65"/>
      </dgm:constrLst>
      <dgm:ruleLst/>
      <dgm:forEach name="nodesForEach" axis="ch" ptType="node">
        <dgm:layoutNode name="compNode">
          <dgm:alg type="composite"/>
          <dgm:shape xmlns:r="http://schemas.openxmlformats.org/officeDocument/2006/relationships" r:blip="">
            <dgm:adjLst/>
          </dgm:shape>
          <dgm:presOf/>
          <dgm:constrLst>
            <dgm:constr type="w" for="ch" forName="bkgdShape" refType="w"/>
            <dgm:constr type="h" for="ch" forName="bkgdShape" refType="h"/>
            <dgm:constr type="w" for="ch" forName="nodeTx" refType="w"/>
            <dgm:constr type="h" for="ch" forName="nodeTx" refType="h" fact="0.4"/>
            <dgm:constr type="b" for="ch" forName="nodeTx" refType="h" fact="0.8"/>
            <dgm:constr type="w" for="ch" forName="invisiNode" refType="w" fact="0.01"/>
            <dgm:constr type="h" for="ch" forName="invisiNode" refType="h" fact="0.06"/>
            <dgm:constr type="t" for="ch" forName="invisiNode"/>
            <dgm:constr type="ctrX" for="ch" forName="invisiNode" refType="w" fact="0.5"/>
            <dgm:constr type="h" for="ch" forName="imagNode" refType="h" fact="0.333"/>
            <dgm:constr type="w" for="ch" forName="imagNode" refType="h" refFor="ch" refForName="imagNode"/>
            <dgm:constr type="ctrX" for="ch" forName="imagNode" refType="w" fact="0.5"/>
            <dgm:constr type="t" for="ch" forName="imagNode" refType="h" fact="0.06"/>
            <dgm:constr type="w" for="ch" forName="imagNode" refType="w" op="lte" fact="0.94"/>
          </dgm:constrLst>
          <dgm:ruleLst/>
          <dgm:layoutNode name="bkgdShape">
            <dgm:alg type="sp"/>
            <dgm:shape xmlns:r="http://schemas.openxmlformats.org/officeDocument/2006/relationships" type="roundRect" r:blip="">
              <dgm:adjLst>
                <dgm:adj idx="1" val="0.1"/>
              </dgm:adjLst>
            </dgm:shape>
            <dgm:presOf axis="desOrSelf" ptType="node"/>
            <dgm:constrLst/>
            <dgm:ruleLst/>
          </dgm:layoutNode>
          <dgm:layoutNode name="nodeTx">
            <dgm:varLst>
              <dgm:bulletEnabled val="1"/>
            </dgm:varLst>
            <dgm:alg type="tx">
              <dgm:param type="txAnchorVert" val="mid"/>
              <dgm:param type="txAnchorHorzCh" val="ctr"/>
              <dgm:param type="stBulletLvl" val="2"/>
            </dgm:alg>
            <dgm:shape xmlns:r="http://schemas.openxmlformats.org/officeDocument/2006/relationships" type="rect" r:blip="" hideGeom="1">
              <dgm:adjLst/>
            </dgm:shape>
            <dgm:presOf axis="desOrSelf" ptType="node"/>
            <dgm:constrLst/>
            <dgm:ruleLst>
              <dgm:rule type="primFontSz" val="5" fact="NaN" max="NaN"/>
            </dgm:ruleLst>
          </dgm:layoutNode>
          <dgm:layoutNode name="invisiNode">
            <dgm:alg type="sp"/>
            <dgm:shape xmlns:r="http://schemas.openxmlformats.org/officeDocument/2006/relationships" type="roundRect" r:blip="" hideGeom="1">
              <dgm:adjLst>
                <dgm:adj idx="1" val="0.1"/>
              </dgm:adjLst>
            </dgm:shape>
            <dgm:presOf/>
            <dgm:constrLst/>
            <dgm:ruleLst/>
          </dgm:layoutNode>
          <dgm:layoutNode name="imagNode" styleLbl="fgImgPlace1">
            <dgm:alg type="sp"/>
            <dgm:shape xmlns:r="http://schemas.openxmlformats.org/officeDocument/2006/relationships" type="ellipse" r:blip="" blipPhldr="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layoutDef>
</file>

<file path=ppt/diagrams/layout3.xml><?xml version="1.0" encoding="utf-8"?>
<dgm:layoutDef xmlns:dgm="http://schemas.openxmlformats.org/drawingml/2006/diagram" xmlns:a="http://schemas.openxmlformats.org/drawingml/2006/main" uniqueId="urn:microsoft.com/office/officeart/2008/layout/VerticalCircleList">
  <dgm:title val=""/>
  <dgm:desc val=""/>
  <dgm:catLst>
    <dgm:cat type="list" pri="235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41" srcId="1" destId="11" srcOrd="0" destOrd="0"/>
        <dgm:cxn modelId="42" srcId="1" destId="12" srcOrd="1" destOrd="0"/>
        <dgm:cxn modelId="5" srcId="0" destId="2" srcOrd="0" destOrd="0"/>
        <dgm:cxn modelId="51" srcId="2" destId="21" srcOrd="0" destOrd="0"/>
        <dgm:cxn modelId="52" srcId="2" destId="22" srcOrd="1" destOrd="0"/>
      </dgm:cxnLst>
      <dgm:bg/>
      <dgm:whole/>
    </dgm:dataModel>
  </dgm:sampData>
  <dgm:styleData useDef="1">
    <dgm:dataModel>
      <dgm:ptLst/>
      <dgm:bg/>
      <dgm:whole/>
    </dgm:dataModel>
  </dgm:styleData>
  <dgm:clrData useDef="1">
    <dgm:dataModel>
      <dgm:ptLst/>
      <dgm:bg/>
      <dgm:whole/>
    </dgm:dataModel>
  </dgm:clrData>
  <dgm:layoutNode name="Name0">
    <dgm:varLst>
      <dgm:dir/>
    </dgm:varLst>
    <dgm:alg type="lin">
      <dgm:param type="linDir" val="fromT"/>
      <dgm:param type="fallback" val="2D"/>
    </dgm:alg>
    <dgm:shape xmlns:r="http://schemas.openxmlformats.org/officeDocument/2006/relationships" r:blip="">
      <dgm:adjLst/>
    </dgm:shape>
    <dgm:presOf/>
    <dgm:constrLst>
      <dgm:constr type="w" for="ch" forName="withChildren" refType="w"/>
      <dgm:constr type="h" for="ch" forName="withChildren" refType="w" fact="0.909"/>
      <dgm:constr type="w" for="ch" forName="noChildren" refType="w"/>
      <dgm:constr type="h" for="ch" forName="noChildren" refType="w" fact="0.164"/>
      <dgm:constr type="w" for="ch" forName="overlap" val="1"/>
      <dgm:constr type="h" for="ch" forName="overlap" refType="w" refFor="ch" refForName="withChildren" fact="-0.089"/>
      <dgm:constr type="primFontSz" for="des" forName="txLvl1" op="equ" val="65"/>
      <dgm:constr type="primFontSz" for="des" forName="txLvlOnly1" refType="primFontSz" refFor="des" refForName="txLvl1" op="equ"/>
      <dgm:constr type="primFontSz" for="des" forName="txLvl2" refType="primFontSz" refFor="des" refForName="txLvl1" op="equ" fact="0.78"/>
      <dgm:constr type="primFontSz" for="des" forName="txLvl3" refType="primFontSz" refFor="des" refForName="txLvl1" op="equ" fact="0.78"/>
      <dgm:constr type="userF" for="des" forName="lin" refType="primFontSz" refFor="des" refForName="txLvl2" op="equ"/>
    </dgm:constrLst>
    <dgm:forEach name="Name1" axis="ch" ptType="node">
      <dgm:choose name="Name2">
        <dgm:if name="Name3" axis="ch" ptType="node" func="cnt" op="gte" val="1">
          <dgm:layoutNode name="withChildren">
            <dgm:alg type="composite"/>
            <dgm:choose name="Name4">
              <dgm:if name="Name5" func="var" arg="dir" op="equ" val="norm">
                <dgm:constrLst>
                  <dgm:constr type="l" for="ch" forName="bigCircle"/>
                  <dgm:constr type="w" for="ch" forName="bigCircle" refType="h" refFor="ch" refForName="bigCircle"/>
                  <dgm:constr type="t" for="ch" forName="bigCircle"/>
                  <dgm:constr type="h" for="ch" forName="bigCircle" refType="h"/>
                  <dgm:constr type="l" for="ch" forName="medCircle" refType="w" fact="0.043"/>
                  <dgm:constr type="w" for="ch" forName="medCircle" refType="h" refFor="ch" refForName="medCircle"/>
                  <dgm:constr type="t" for="ch" forName="medCircle" refType="h" fact="0.042"/>
                  <dgm:constr type="h" for="ch" forName="medCircle" refType="h" fact="0.18"/>
                  <dgm:constr type="l" for="ch" forName="txLvl1" refType="ctrX" refFor="ch" refForName="medCircle"/>
                  <dgm:constr type="r" for="ch" forName="txLvl1" refType="w"/>
                  <dgm:constr type="h" for="ch" forName="txLvl1" refType="h" refFor="ch" refForName="medCircle"/>
                  <dgm:constr type="t" for="ch" forName="txLvl1" refType="t" refFor="ch" refForName="medCircle"/>
                  <dgm:constr type="l" for="ch" forName="lin" refType="ctrX" refFor="ch" refForName="medCircle"/>
                  <dgm:constr type="r" for="ch" forName="lin" refType="w"/>
                  <dgm:constr type="t" for="ch" forName="lin" refType="h" fact="0.222"/>
                  <dgm:constr type="h" for="ch" forName="lin" refType="h" fact="0.68"/>
                </dgm:constrLst>
              </dgm:if>
              <dgm:else name="Name6">
                <dgm:constrLst>
                  <dgm:constr type="r" for="ch" forName="bigCircle" refType="w"/>
                  <dgm:constr type="w" for="ch" forName="bigCircle" refType="h" refFor="ch" refForName="bigCircle"/>
                  <dgm:constr type="t" for="ch" forName="bigCircle"/>
                  <dgm:constr type="h" for="ch" forName="bigCircle" refType="h"/>
                  <dgm:constr type="r" for="ch" forName="medCircle" refType="w" fact="0.957"/>
                  <dgm:constr type="w" for="ch" forName="medCircle" refType="h" refFor="ch" refForName="medCircle"/>
                  <dgm:constr type="t" for="ch" forName="medCircle" refType="h" fact="0.042"/>
                  <dgm:constr type="h" for="ch" forName="medCircle" refType="h" fact="0.18"/>
                  <dgm:constr type="l" for="ch" forName="txLvl1"/>
                  <dgm:constr type="r" for="ch" forName="txLvl1" refType="ctrX" refFor="ch" refForName="medCircle"/>
                  <dgm:constr type="h" for="ch" forName="txLvl1" refType="h" refFor="ch" refForName="medCircle"/>
                  <dgm:constr type="t" for="ch" forName="txLvl1" refType="t" refFor="ch" refForName="medCircle"/>
                  <dgm:constr type="l" for="ch" forName="lin"/>
                  <dgm:constr type="r" for="ch" forName="lin" refType="ctrX" refFor="ch" refForName="medCircle"/>
                  <dgm:constr type="t" for="ch" forName="lin" refType="h" fact="0.222"/>
                  <dgm:constr type="h" for="ch" forName="lin" refType="h" fact="0.68"/>
                </dgm:constrLst>
              </dgm:else>
            </dgm:choose>
            <dgm:layoutNode name="bigCircle" styleLbl="vennNode1">
              <dgm:alg type="sp"/>
              <dgm:shape xmlns:r="http://schemas.openxmlformats.org/officeDocument/2006/relationships" type="ellipse" r:blip="">
                <dgm:adjLst/>
              </dgm:shape>
              <dgm:presOf/>
              <dgm:constrLst>
                <dgm:constr type="w" refType="h"/>
              </dgm:constrLst>
            </dgm:layoutNode>
            <dgm:layoutNode name="medCircle" styleLbl="vennNode1">
              <dgm:alg type="sp"/>
              <dgm:shape xmlns:r="http://schemas.openxmlformats.org/officeDocument/2006/relationships" type="ellipse" r:blip="">
                <dgm:adjLst/>
              </dgm:shape>
              <dgm:presOf/>
              <dgm:constrLst>
                <dgm:constr type="w" refType="h"/>
              </dgm:constrLst>
            </dgm:layoutNode>
            <dgm:layoutNode name="txLvl1" styleLbl="revTx">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ect" r:blip="">
                <dgm:adjLst/>
              </dgm:shape>
              <dgm:presOf axis="self" ptType="node"/>
              <dgm:constrLst>
                <dgm:constr type="lMarg"/>
                <dgm:constr type="rMarg"/>
                <dgm:constr type="tMarg" refType="primFontSz" fact="0.1"/>
                <dgm:constr type="bMarg" refType="primFontSz" fact="0.1"/>
              </dgm:constrLst>
              <dgm:ruleLst>
                <dgm:rule type="primFontSz" val="5" fact="NaN" max="NaN"/>
              </dgm:ruleLst>
            </dgm:layoutNode>
            <dgm:layoutNode name="lin">
              <dgm:choose name="Name10">
                <dgm:if name="Name11" func="var" arg="dir" op="equ" val="norm">
                  <dgm:alg type="lin">
                    <dgm:param type="linDir" val="fromT"/>
                    <dgm:param type="vertAlign" val="t"/>
                    <dgm:param type="nodeHorzAlign" val="l"/>
                  </dgm:alg>
                </dgm:if>
                <dgm:else name="Name12">
                  <dgm:alg type="lin">
                    <dgm:param type="linDir" val="fromT"/>
                    <dgm:param type="vertAlign" val="t"/>
                    <dgm:param type="nodeHorzAlign" val="r"/>
                  </dgm:alg>
                </dgm:else>
              </dgm:choose>
              <dgm:shape xmlns:r="http://schemas.openxmlformats.org/officeDocument/2006/relationships" r:blip="">
                <dgm:adjLst/>
              </dgm:shape>
              <dgm:presOf/>
              <dgm:constrLst>
                <dgm:constr type="userF"/>
                <dgm:constr type="primFontSz" for="ch" forName="txLvl2" refType="userF"/>
                <dgm:constr type="w" for="ch" forName="txLvl2" refType="w"/>
                <dgm:constr type="h" for="ch" forName="txLvl2" refType="primFontSz" refFor="ch" refForName="txLvl2" fact="0.39"/>
                <dgm:constr type="w" for="ch" forName="txLvl3" refType="w"/>
                <dgm:constr type="h" for="ch" forName="txLvl3" refType="primFontSz" refFor="ch" refForName="txLvl2" fact="0.39"/>
                <dgm:constr type="h" for="ch" forName="smCircle" refType="primFontSz" refFor="ch" refForName="txLvl2" fact="0.14"/>
                <dgm:constr type="h" for="ch" forName="indentDot1" refType="primFontSz" refFor="ch" refForName="txLvl2" fact="0.14"/>
                <dgm:constr type="h" for="ch" forName="indentDot2" refType="primFontSz" refFor="ch" refForName="txLvl2" fact="0.14"/>
                <dgm:constr type="h" for="ch" forName="indentDot3" refType="primFontSz" refFor="ch" refForName="txLvl2" fact="0.14"/>
                <dgm:constr type="w" for="ch" forName="indentDot1" refType="w"/>
                <dgm:constr type="w" for="ch" forName="indentDot2" refType="w"/>
                <dgm:constr type="w" for="ch" forName="indentDot3" refType="w"/>
                <dgm:constr type="userI" for="ch" forName="txLvl3" refType="primFontSz" refFor="ch" refForName="txLvl2" fact="0.14"/>
                <dgm:constr type="userI" for="ch" forName="indentDot1" refType="primFontSz" refFor="ch" refForName="txLvl2" fact="0.14"/>
                <dgm:constr type="userI" for="ch" forName="indentDot2" refType="primFontSz" refFor="ch" refForName="txLvl2" fact="0.14"/>
                <dgm:constr type="userI" for="ch" forName="indentDot3" refType="primFontSz" refFor="ch" refForName="txLvl2" fact="0.14"/>
              </dgm:constrLst>
              <dgm:ruleLst>
                <dgm:rule type="primFontSz" for="ch" forName="txLvl2" val="5" fact="NaN" max="NaN"/>
              </dgm:ruleLst>
              <dgm:forEach name="Name13" axis="ch" ptType="node">
                <dgm:layoutNode name="txLvl2" styleLbl="revTx">
                  <dgm:choose name="Name14">
                    <dgm:if name="Name15" func="var" arg="dir" op="equ" val="norm">
                      <dgm:alg type="tx">
                        <dgm:param type="parTxLTRAlign" val="l"/>
                        <dgm:param type="parTxRTLAlign" val="l"/>
                      </dgm:alg>
                    </dgm:if>
                    <dgm:else name="Name16">
                      <dgm:alg type="tx">
                        <dgm:param type="parTxLTRAlign" val="r"/>
                        <dgm:param type="parTxRTLAlign" val="r"/>
                      </dgm:alg>
                    </dgm:else>
                  </dgm:choose>
                  <dgm:shape xmlns:r="http://schemas.openxmlformats.org/officeDocument/2006/relationships" type="rect" r:blip="">
                    <dgm:adjLst/>
                  </dgm:shape>
                  <dgm:presOf axis="self" ptType="node"/>
                  <dgm:constrLst>
                    <dgm:constr type="lMarg"/>
                    <dgm:constr type="rMarg"/>
                    <dgm:constr type="tMarg" refType="primFontSz" fact="0.1"/>
                    <dgm:constr type="bMarg" refType="primFontSz" fact="0.1"/>
                  </dgm:constrLst>
                  <dgm:ruleLst>
                    <dgm:rule type="h" val="INF" fact="NaN" max="NaN"/>
                  </dgm:ruleLst>
                </dgm:layoutNode>
                <dgm:forEach name="Name17" axis="ch" ptType="node" cnt="1">
                  <dgm:layoutNode name="indentDot1">
                    <dgm:alg type="composite"/>
                    <dgm:shape xmlns:r="http://schemas.openxmlformats.org/officeDocument/2006/relationships" r:blip="">
                      <dgm:adjLst/>
                    </dgm:shape>
                    <dgm:presOf/>
                    <dgm:choose name="Name18">
                      <dgm:if name="Name19" func="var" arg="dir" op="equ" val="norm">
                        <dgm:constrLst>
                          <dgm:constr type="userI"/>
                          <dgm:constr type="w" for="ch" forName="gap1" refType="userI" fact="3"/>
                          <dgm:constr type="w" for="ch" forName="smCircle1" refType="h"/>
                          <dgm:constr type="l" for="ch" forName="smCircle1" refType="r" refFor="ch" refForName="gap1"/>
                        </dgm:constrLst>
                      </dgm:if>
                      <dgm:else name="Name20">
                        <dgm:constrLst>
                          <dgm:constr type="userI"/>
                          <dgm:constr type="w" for="ch" forName="gap1" refType="userI" fact="3"/>
                          <dgm:constr type="w" for="ch" forName="smCircle1" refType="h"/>
                          <dgm:constr type="r" for="ch" forName="smCircle1" refType="l" refFor="ch" refForName="gap1"/>
                        </dgm:constrLst>
                      </dgm:else>
                    </dgm:choose>
                    <dgm:layoutNode name="gap1">
                      <dgm:alg type="sp"/>
                      <dgm:shape xmlns:r="http://schemas.openxmlformats.org/officeDocument/2006/relationships" type="rect" r:blip="" hideGeom="1">
                        <dgm:adjLst/>
                      </dgm:shape>
                      <dgm:presOf/>
                    </dgm:layoutNode>
                    <dgm:layoutNode name="smCircle1" styleLbl="vennNode1">
                      <dgm:alg type="sp"/>
                      <dgm:shape xmlns:r="http://schemas.openxmlformats.org/officeDocument/2006/relationships" type="ellipse" r:blip="">
                        <dgm:adjLst/>
                      </dgm:shape>
                      <dgm:presOf/>
                      <dgm:constrLst>
                        <dgm:constr type="w" refType="h"/>
                      </dgm:constrLst>
                    </dgm:layoutNode>
                  </dgm:layoutNode>
                </dgm:forEach>
                <dgm:forEach name="Name21" axis="ch" ptType="node">
                  <dgm:layoutNode name="txLvl3" styleLbl="revTx">
                    <dgm:varLst>
                      <dgm:bulletEnabled val="1"/>
                    </dgm:varLst>
                    <dgm:choose name="Name22">
                      <dgm:if name="Name23" func="var" arg="dir" op="equ" val="norm">
                        <dgm:alg type="tx">
                          <dgm:param type="parTxLTRAlign" val="l"/>
                          <dgm:param type="parTxRTLAlign" val="l"/>
                          <dgm:param type="shpTxLTRAlignCh" val="l"/>
                          <dgm:param type="shpTxRTLAlignCh" val="l"/>
                        </dgm:alg>
                      </dgm:if>
                      <dgm:else name="Name24">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hoose name="Name25">
                      <dgm:if name="Name26" func="var" arg="dir" op="equ" val="norm">
                        <dgm:constrLst>
                          <dgm:constr type="userI"/>
                          <dgm:constr type="lMarg" refType="userI" fact="8.504"/>
                          <dgm:constr type="rMarg"/>
                          <dgm:constr type="tMarg" refType="primFontSz" fact="0.1"/>
                          <dgm:constr type="bMarg" refType="primFontSz" fact="0.1"/>
                        </dgm:constrLst>
                      </dgm:if>
                      <dgm:else name="Name27">
                        <dgm:constrLst>
                          <dgm:constr type="userI"/>
                          <dgm:constr type="lMarg"/>
                          <dgm:constr type="rMarg" refType="userI" fact="8.504"/>
                          <dgm:constr type="tMarg" refType="primFontSz" fact="0.1"/>
                          <dgm:constr type="bMarg" refType="primFontSz" fact="0.1"/>
                        </dgm:constrLst>
                      </dgm:else>
                    </dgm:choose>
                    <dgm:ruleLst>
                      <dgm:rule type="h" val="INF" fact="NaN" max="NaN"/>
                    </dgm:ruleLst>
                  </dgm:layoutNode>
                  <dgm:forEach name="Name28" axis="followSib" ptType="sibTrans" cnt="1">
                    <dgm:layoutNode name="indentDot2">
                      <dgm:alg type="composite"/>
                      <dgm:shape xmlns:r="http://schemas.openxmlformats.org/officeDocument/2006/relationships" r:blip="">
                        <dgm:adjLst/>
                      </dgm:shape>
                      <dgm:presOf/>
                      <dgm:choose name="Name29">
                        <dgm:if name="Name30" func="var" arg="dir" op="equ" val="norm">
                          <dgm:constrLst>
                            <dgm:constr type="userI"/>
                            <dgm:constr type="w" for="ch" forName="gap2" refType="userI" fact="3"/>
                            <dgm:constr type="w" for="ch" forName="smCircle2" refType="h"/>
                            <dgm:constr type="l" for="ch" forName="smCircle2" refType="r" refFor="ch" refForName="gap2"/>
                          </dgm:constrLst>
                        </dgm:if>
                        <dgm:else name="Name31">
                          <dgm:constrLst>
                            <dgm:constr type="userI"/>
                            <dgm:constr type="w" for="ch" forName="gap2" refType="userI" fact="3"/>
                            <dgm:constr type="w" for="ch" forName="smCircle2" refType="h"/>
                            <dgm:constr type="r" for="ch" forName="smCircle2" refType="l" refFor="ch" refForName="gap2"/>
                          </dgm:constrLst>
                        </dgm:else>
                      </dgm:choose>
                      <dgm:layoutNode name="gap2">
                        <dgm:alg type="sp"/>
                        <dgm:shape xmlns:r="http://schemas.openxmlformats.org/officeDocument/2006/relationships" type="rect" r:blip="" hideGeom="1">
                          <dgm:adjLst/>
                        </dgm:shape>
                        <dgm:presOf/>
                      </dgm:layoutNode>
                      <dgm:layoutNode name="smCircle2" styleLbl="vennNode1">
                        <dgm:alg type="sp"/>
                        <dgm:shape xmlns:r="http://schemas.openxmlformats.org/officeDocument/2006/relationships" type="ellipse" r:blip="">
                          <dgm:adjLst/>
                        </dgm:shape>
                        <dgm:presOf/>
                        <dgm:constrLst>
                          <dgm:constr type="w" refType="h"/>
                        </dgm:constrLst>
                      </dgm:layoutNode>
                    </dgm:layoutNode>
                  </dgm:forEach>
                </dgm:forEach>
                <dgm:choose name="Name32">
                  <dgm:if name="Name33" axis="ch" ptType="node" func="cnt" op="gte" val="1">
                    <dgm:forEach name="Name34" axis="followSib" ptType="sibTrans" cnt="1">
                      <dgm:layoutNode name="indentDot3">
                        <dgm:alg type="composite"/>
                        <dgm:shape xmlns:r="http://schemas.openxmlformats.org/officeDocument/2006/relationships" r:blip="">
                          <dgm:adjLst/>
                        </dgm:shape>
                        <dgm:presOf/>
                        <dgm:choose name="Name35">
                          <dgm:if name="Name36" func="var" arg="dir" op="equ" val="norm">
                            <dgm:constrLst>
                              <dgm:constr type="userI"/>
                              <dgm:constr type="w" for="ch" forName="gap3" refType="userI" fact="3"/>
                              <dgm:constr type="w" for="ch" forName="smCircle3" refType="h"/>
                              <dgm:constr type="l" for="ch" forName="smCircle3" refType="r" refFor="ch" refForName="gap3"/>
                            </dgm:constrLst>
                          </dgm:if>
                          <dgm:else name="Name37">
                            <dgm:constrLst>
                              <dgm:constr type="userI"/>
                              <dgm:constr type="w" for="ch" forName="gap3" refType="userI" fact="3"/>
                              <dgm:constr type="w" for="ch" forName="smCircle3" refType="h"/>
                              <dgm:constr type="r" for="ch" forName="smCircle3" refType="l" refFor="ch" refForName="gap3"/>
                            </dgm:constrLst>
                          </dgm:else>
                        </dgm:choose>
                        <dgm:layoutNode name="gap3">
                          <dgm:alg type="sp"/>
                          <dgm:shape xmlns:r="http://schemas.openxmlformats.org/officeDocument/2006/relationships" type="rect" r:blip="" hideGeom="1">
                            <dgm:adjLst/>
                          </dgm:shape>
                          <dgm:presOf/>
                        </dgm:layoutNode>
                        <dgm:layoutNode name="smCircle3" styleLbl="vennNode1">
                          <dgm:alg type="sp"/>
                          <dgm:shape xmlns:r="http://schemas.openxmlformats.org/officeDocument/2006/relationships" type="ellipse" r:blip="">
                            <dgm:adjLst/>
                          </dgm:shape>
                          <dgm:presOf/>
                          <dgm:constrLst>
                            <dgm:constr type="w" refType="h"/>
                          </dgm:constrLst>
                        </dgm:layoutNode>
                      </dgm:layoutNode>
                    </dgm:forEach>
                  </dgm:if>
                  <dgm:else name="Name38">
                    <dgm:forEach name="Name39" axis="followSib" ptType="sibTrans" cnt="1">
                      <dgm:layoutNode name="smCircle" styleLbl="vennNode1">
                        <dgm:alg type="sp"/>
                        <dgm:shape xmlns:r="http://schemas.openxmlformats.org/officeDocument/2006/relationships" type="ellipse" r:blip="">
                          <dgm:adjLst/>
                        </dgm:shape>
                        <dgm:presOf/>
                        <dgm:constrLst>
                          <dgm:constr type="w" refType="h"/>
                        </dgm:constrLst>
                      </dgm:layoutNode>
                    </dgm:forEach>
                  </dgm:else>
                </dgm:choose>
              </dgm:forEach>
            </dgm:layoutNode>
          </dgm:layoutNode>
          <dgm:choose name="Name40">
            <dgm:if name="Name41" axis="followSib ch" ptType="node node" cnt="1 0" func="cnt" op="gte" val="1">
              <dgm:layoutNode name="overlap">
                <dgm:alg type="sp"/>
                <dgm:shape xmlns:r="http://schemas.openxmlformats.org/officeDocument/2006/relationships" r:blip="">
                  <dgm:adjLst/>
                </dgm:shape>
                <dgm:presOf/>
              </dgm:layoutNode>
            </dgm:if>
            <dgm:else name="Name42"/>
          </dgm:choose>
        </dgm:if>
        <dgm:else name="Name43">
          <dgm:layoutNode name="noChildren">
            <dgm:alg type="composite"/>
            <dgm:choose name="Name44">
              <dgm:if name="Name45" func="var" arg="dir" op="equ" val="norm">
                <dgm:constrLst>
                  <dgm:constr type="l" for="ch" forName="gap"/>
                  <dgm:constr type="w" for="ch" forName="gap" refType="w" fact="0.043"/>
                  <dgm:constr type="h" for="ch" forName="gap" refType="h"/>
                  <dgm:constr type="t" for="ch" forName="gap"/>
                  <dgm:constr type="l" for="ch" forName="medCircle2" refType="r" refFor="ch" refForName="gap"/>
                  <dgm:constr type="w" for="ch" forName="medCircle2" refType="h" refFor="ch" refForName="medCircle2"/>
                  <dgm:constr type="t" for="ch" forName="medCircle2"/>
                  <dgm:constr type="h" for="ch" forName="medCircle2" refType="h"/>
                  <dgm:constr type="l" for="ch" forName="txLvlOnly1" refType="ctrX" refFor="ch" refForName="medCircle2"/>
                  <dgm:constr type="r" for="ch" forName="txLvlOnly1" refType="w"/>
                  <dgm:constr type="h" for="ch" forName="txLvlOnly1" refType="h"/>
                  <dgm:constr type="t" for="ch" forName="txLvlOnly1"/>
                </dgm:constrLst>
              </dgm:if>
              <dgm:else name="Name46">
                <dgm:constrLst>
                  <dgm:constr type="r" for="ch" forName="gap" refType="w"/>
                  <dgm:constr type="w" for="ch" forName="gap" refType="w" fact="0.043"/>
                  <dgm:constr type="h" for="ch" forName="gap" refType="h"/>
                  <dgm:constr type="t" for="ch" forName="gap"/>
                  <dgm:constr type="r" for="ch" forName="medCircle2" refType="l" refFor="ch" refForName="gap"/>
                  <dgm:constr type="w" for="ch" forName="medCircle2" refType="h" refFor="ch" refForName="medCircle2"/>
                  <dgm:constr type="t" for="ch" forName="medCircle2"/>
                  <dgm:constr type="h" for="ch" forName="medCircle2" refType="h"/>
                  <dgm:constr type="l" for="ch" forName="txLvlOnly1"/>
                  <dgm:constr type="r" for="ch" forName="txLvlOnly1" refType="ctrX" refFor="ch" refForName="medCircle2"/>
                  <dgm:constr type="h" for="ch" forName="txLvlOnly1" refType="h"/>
                  <dgm:constr type="t" for="ch" forName="txLvlOnly1"/>
                </dgm:constrLst>
              </dgm:else>
            </dgm:choose>
            <dgm:layoutNode name="gap">
              <dgm:alg type="sp"/>
              <dgm:shape xmlns:r="http://schemas.openxmlformats.org/officeDocument/2006/relationships" r:blip="">
                <dgm:adjLst/>
              </dgm:shape>
              <dgm:presOf/>
            </dgm:layoutNode>
            <dgm:layoutNode name="medCircle2" styleLbl="vennNode1">
              <dgm:alg type="sp"/>
              <dgm:shape xmlns:r="http://schemas.openxmlformats.org/officeDocument/2006/relationships" type="ellipse" r:blip="">
                <dgm:adjLst/>
              </dgm:shape>
              <dgm:presOf/>
              <dgm:constrLst>
                <dgm:constr type="w" refType="h"/>
              </dgm:constrLst>
            </dgm:layoutNode>
            <dgm:layoutNode name="txLvlOnly1" styleLbl="revTx">
              <dgm:choose name="Name47">
                <dgm:if name="Name48" func="var" arg="dir" op="equ" val="norm">
                  <dgm:alg type="tx">
                    <dgm:param type="parTxLTRAlign" val="l"/>
                    <dgm:param type="parTxRTLAlign" val="l"/>
                  </dgm:alg>
                </dgm:if>
                <dgm:else name="Name49">
                  <dgm:alg type="tx">
                    <dgm:param type="parTxLTRAlign" val="r"/>
                    <dgm:param type="parTxRTLAlign" val="r"/>
                  </dgm:alg>
                </dgm:else>
              </dgm:choose>
              <dgm:shape xmlns:r="http://schemas.openxmlformats.org/officeDocument/2006/relationships" type="rect" r:blip="">
                <dgm:adjLst/>
              </dgm:shape>
              <dgm:presOf axis="self" ptType="node"/>
              <dgm:constrLst>
                <dgm:constr type="lMarg"/>
                <dgm:constr type="rMarg"/>
                <dgm:constr type="tMarg" refType="primFontSz" fact="0.1"/>
                <dgm:constr type="bMarg" refType="primFontSz" fact="0.1"/>
              </dgm:constrLst>
              <dgm:ruleLst>
                <dgm:rule type="primFontSz" val="5" fact="NaN" max="NaN"/>
              </dgm:ruleLst>
            </dgm:layoutNode>
          </dgm:layoutNod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8/layout/AlternatingPictureBlocks">
  <dgm:title val=""/>
  <dgm:desc val=""/>
  <dgm:catLst>
    <dgm:cat type="picture" pri="15000"/>
    <dgm:cat type="pictureconvert" pri="15000"/>
    <dgm:cat type="list" pri="135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primFontSz" for="des" ptType="node" op="equ" val="65"/>
      <dgm:constr type="w" for="ch" forName="comp" refType="w"/>
      <dgm:constr type="h" for="ch" forName="comp" refType="h"/>
      <dgm:constr type="h" for="ch" forName="sibTrans" refType="w" refFor="ch" refForName="comp" op="equ" fact="0.05"/>
    </dgm:constrLst>
    <dgm:ruleLst/>
    <dgm:forEach name="Name0" axis="ch" ptType="node">
      <dgm:layoutNode name="comp" styleLbl="node1">
        <dgm:alg type="composite">
          <dgm:param type="ar" val="3.30"/>
        </dgm:alg>
        <dgm:shape xmlns:r="http://schemas.openxmlformats.org/officeDocument/2006/relationships" r:blip="">
          <dgm:adjLst/>
        </dgm:shape>
        <dgm:presOf/>
        <dgm:choose name="Name1">
          <dgm:if name="Name2" func="var" arg="dir" op="equ" val="norm">
            <dgm:choose name="Name4">
              <dgm:if name="Name5" axis="desOrSelf" ptType="node" func="posOdd" op="equ" val="1">
                <dgm:constrLst>
                  <dgm:constr type="l" for="ch" forName="rect1" refType="w" fact="0"/>
                  <dgm:constr type="t" for="ch" forName="rect1" refType="h" fact="0"/>
                  <dgm:constr type="w" for="ch" forName="rect1" refType="w" fact="0.3"/>
                  <dgm:constr type="h" for="ch" forName="rect1" refType="h"/>
                  <dgm:constr type="l" for="ch" forName="rect2" refType="w" fact="0.33"/>
                  <dgm:constr type="t" for="ch" forName="rect2" refType="h" fact="0"/>
                  <dgm:constr type="w" for="ch" forName="rect2" refType="w" fact="0.67"/>
                  <dgm:constr type="h" for="ch" forName="rect2" refType="h"/>
                </dgm:constrLst>
              </dgm:if>
              <dgm:else name="Name6">
                <dgm:constrLst>
                  <dgm:constr type="l" for="ch" forName="rect1" refType="w" fact="0.7"/>
                  <dgm:constr type="t" for="ch" forName="rect1" refType="h" fact="0"/>
                  <dgm:constr type="w" for="ch" forName="rect1" refType="w" fact="0.3"/>
                  <dgm:constr type="h" for="ch" forName="rect1" refType="h"/>
                  <dgm:constr type="l" for="ch" forName="rect2" refType="w" fact="0"/>
                  <dgm:constr type="t" for="ch" forName="rect2" refType="h" fact="0"/>
                  <dgm:constr type="w" for="ch" forName="rect2" refType="w" fact="0.67"/>
                  <dgm:constr type="h" for="ch" forName="rect2" refType="h"/>
                </dgm:constrLst>
              </dgm:else>
            </dgm:choose>
          </dgm:if>
          <dgm:else name="Name3">
            <dgm:choose name="Name7">
              <dgm:if name="Name8" axis="desOrSelf" ptType="node" func="posOdd" op="equ" val="1">
                <dgm:constrLst>
                  <dgm:constr type="l" for="ch" forName="rect1" refType="w" fact="0.7"/>
                  <dgm:constr type="t" for="ch" forName="rect1" refType="h" fact="0"/>
                  <dgm:constr type="w" for="ch" forName="rect1" refType="w" fact="0.3"/>
                  <dgm:constr type="h" for="ch" forName="rect1" refType="h"/>
                  <dgm:constr type="l" for="ch" forName="rect2" refType="w" fact="0"/>
                  <dgm:constr type="t" for="ch" forName="rect2" refType="h" fact="0"/>
                  <dgm:constr type="w" for="ch" forName="rect2" refType="w" fact="0.67"/>
                  <dgm:constr type="h" for="ch" forName="rect2" refType="h"/>
                </dgm:constrLst>
              </dgm:if>
              <dgm:else name="Name9">
                <dgm:constrLst>
                  <dgm:constr type="l" for="ch" forName="rect1" refType="w" fact="0"/>
                  <dgm:constr type="t" for="ch" forName="rect1" refType="h" fact="0"/>
                  <dgm:constr type="w" for="ch" forName="rect1" refType="w" fact="0.3"/>
                  <dgm:constr type="h" for="ch" forName="rect1" refType="h"/>
                  <dgm:constr type="l" for="ch" forName="rect2" refType="w" fact="0.33"/>
                  <dgm:constr type="t" for="ch" forName="rect2" refType="h" fact="0"/>
                  <dgm:constr type="w" for="ch" forName="rect2" refType="w" fact="0.67"/>
                  <dgm:constr type="h" for="ch" forName="rect2" refType="h"/>
                </dgm:constrLst>
              </dgm:else>
            </dgm:choose>
          </dgm:else>
        </dgm:choose>
        <dgm:ruleLst/>
        <dgm:layoutNode name="rect2" styleLbl="node1">
          <dgm:varLst>
            <dgm:bulletEnabled val="1"/>
          </dgm:varLst>
          <dgm:alg type="tx"/>
          <dgm:shape xmlns:r="http://schemas.openxmlformats.org/officeDocument/2006/relationships" type="rect" r:blip="">
            <dgm:adjLst/>
          </dgm:shape>
          <dgm:presOf axis="desOrSelf" ptType="node"/>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 styleLbl="lnNode1">
          <dgm:alg type="sp"/>
          <dgm:shape xmlns:r="http://schemas.openxmlformats.org/officeDocument/2006/relationships" type="rect" r:blip="" blipPhldr="1">
            <dgm:adjLst/>
          </dgm:shape>
          <dgm:presOf/>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8/layout/AlternatingHexagons">
  <dgm:title val=""/>
  <dgm:desc val=""/>
  <dgm:catLst>
    <dgm:cat type="list" pri="1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Name0">
    <dgm:varLst>
      <dgm:chMax/>
      <dgm:chPref/>
      <dgm:dir/>
      <dgm:animLvl val="lvl"/>
    </dgm:varLst>
    <dgm:alg type="lin">
      <dgm:param type="linDir" val="fromT"/>
    </dgm:alg>
    <dgm:shape xmlns:r="http://schemas.openxmlformats.org/officeDocument/2006/relationships" r:blip="">
      <dgm:adjLst/>
    </dgm:shape>
    <dgm:constrLst>
      <dgm:constr type="primFontSz" for="des" forName="Parent1" val="65"/>
      <dgm:constr type="primFontSz" for="des" forName="Childtext1" refType="primFontSz" refFor="des" refForName="Parent1" op="lte"/>
      <dgm:constr type="w" for="ch" forName="composite" refType="w"/>
      <dgm:constr type="h" for="ch" forName="composite" refType="h"/>
      <dgm:constr type="h" for="ch" forName="spaceBetweenRectangles" refType="w" refFor="ch" refForName="composite" fact="-0.042"/>
      <dgm:constr type="sp" refType="h" refFor="ch" refForName="composite" op="equ" fact="0.1"/>
    </dgm:constrLst>
    <dgm:forEach name="nodesForEach" axis="ch" ptType="node">
      <dgm:layoutNode name="composite">
        <dgm:alg type="composite">
          <dgm:param type="ar" val="3.6"/>
        </dgm:alg>
        <dgm:shape xmlns:r="http://schemas.openxmlformats.org/officeDocument/2006/relationships" r:blip="">
          <dgm:adjLst/>
        </dgm:shape>
        <dgm:choose name="Name1">
          <dgm:if name="Name2" func="var" arg="dir" op="equ" val="norm">
            <dgm:choose name="Name3">
              <dgm:if name="Name4" axis="self" ptType="node" func="posOdd" op="equ" val="1">
                <dgm:constrLst>
                  <dgm:constr type="l" for="ch" forName="Accent1" refType="w" fact="0.18"/>
                  <dgm:constr type="t" for="ch" forName="Accent1" refType="h" fact="0"/>
                  <dgm:constr type="h" for="ch" forName="Accent1" refType="h"/>
                  <dgm:constr type="w" for="ch" forName="Accent1" refType="h" fact="0.87"/>
                  <dgm:constr type="l" for="ch" forName="Accent1Text" refType="w" fact="0.18"/>
                  <dgm:constr type="t" for="ch" forName="Accent1Text" refType="h" fact="0"/>
                  <dgm:constr type="h" for="ch" forName="Accent1Text" refType="h"/>
                  <dgm:constr type="w" for="ch" forName="Accent1Text" refType="h" fact="0.87"/>
                  <dgm:constr type="l" for="ch" forName="Parent1" refType="w" fact="0.441"/>
                  <dgm:constr type="t" for="ch" forName="Parent1" refType="h" fact="0"/>
                  <dgm:constr type="h" for="ch" forName="Parent1" refType="h"/>
                  <dgm:constr type="w" for="ch" forName="Parent1" refType="h" fact="0.87"/>
                  <dgm:constr type="l" for="ch" forName="Childtext1" refType="w" fact="0.69"/>
                  <dgm:constr type="t" for="ch" forName="Childtext1" refType="h" fact="0.2"/>
                  <dgm:constr type="w" for="ch" forName="Childtext1" refType="w" fact="0.31"/>
                  <dgm:constr type="h" for="ch" forName="Childtext1" refType="h" fact="0.6"/>
                  <dgm:constr type="l" for="ch" forName="BalanceSpacing" refType="w" fact="0"/>
                  <dgm:constr type="t" for="ch" forName="BalanceSpacing" refType="h" fact="0"/>
                  <dgm:constr type="w" for="ch" forName="BalanceSpacing" refType="w"/>
                  <dgm:constr type="h" for="ch" forName="BalanceSpacing" refType="h" fact="0.1"/>
                  <dgm:constr type="l" for="ch" forName="BalanceSpacing1" refType="w" fact="0.69"/>
                  <dgm:constr type="t" for="ch" forName="BalanceSpacing1" refType="h" fact="0.2"/>
                  <dgm:constr type="w" for="ch" forName="BalanceSpacing1" refType="w" fact="0.31"/>
                  <dgm:constr type="h" for="ch" forName="BalanceSpacing1" refType="h" fact="0.6"/>
                </dgm:constrLst>
              </dgm:if>
              <dgm:else name="Name5">
                <dgm:constrLst>
                  <dgm:constr type="l" for="ch" forName="Accent1" refType="w" fact="0.571"/>
                  <dgm:constr type="t" for="ch" forName="Accent1" refType="h" fact="0"/>
                  <dgm:constr type="h" for="ch" forName="Accent1" refType="h"/>
                  <dgm:constr type="w" for="ch" forName="Accent1" refType="h" fact="0.87"/>
                  <dgm:constr type="l" for="ch" forName="Accent1Text" refType="w" fact="0.571"/>
                  <dgm:constr type="t" for="ch" forName="Accent1Text" refType="h" fact="0"/>
                  <dgm:constr type="h" for="ch" forName="Accent1Text" refType="h"/>
                  <dgm:constr type="w" for="ch" forName="Accent1Text" refType="h" fact="0.87"/>
                  <dgm:constr type="l" for="ch" forName="Parent1" refType="w" fact="0.31"/>
                  <dgm:constr type="t" for="ch" forName="Parent1" refType="h" fact="0"/>
                  <dgm:constr type="h" for="ch" forName="Parent1" refType="h"/>
                  <dgm:constr type="w" for="ch" forName="Parent1" refType="h" fact="0.87"/>
                  <dgm:constr type="l" for="ch" forName="Childtext1" refType="w" fact="0"/>
                  <dgm:constr type="t" for="ch" forName="Childtext1" refType="h" fact="0.2"/>
                  <dgm:constr type="w" for="ch" forName="Childtext1" refType="w" fact="0.3"/>
                  <dgm:constr type="h" for="ch" forName="Childtext1" refType="h" fact="0.6"/>
                  <dgm:constr type="l" for="ch" forName="BalanceSpacing" refType="w" fact="0.82"/>
                  <dgm:constr type="t" for="ch" forName="BalanceSpacing" refType="h" fact="0"/>
                  <dgm:constr type="w" for="ch" forName="BalanceSpacing" refType="w" fact="0.18"/>
                  <dgm:constr type="h" for="ch" forName="BalanceSpacing" refType="h"/>
                  <dgm:constr type="l" for="ch" forName="BalanceSpacing1" refType="w" fact="0"/>
                  <dgm:constr type="t" for="ch" forName="BalanceSpacing1" refType="h" fact="0.2"/>
                  <dgm:constr type="w" for="ch" forName="BalanceSpacing1" refType="w" fact="0.3"/>
                  <dgm:constr type="h" for="ch" forName="BalanceSpacing1" refType="h" fact="0.6"/>
                </dgm:constrLst>
              </dgm:else>
            </dgm:choose>
          </dgm:if>
          <dgm:else name="Name6">
            <dgm:choose name="Name7">
              <dgm:if name="Name8" axis="self" ptType="node" func="posOdd" op="equ" val="1">
                <dgm:constrLst>
                  <dgm:constr type="l" for="ch" forName="Accent1" refType="w" fact="0.571"/>
                  <dgm:constr type="t" for="ch" forName="Accent1" refType="h" fact="0"/>
                  <dgm:constr type="h" for="ch" forName="Accent1" refType="h"/>
                  <dgm:constr type="w" for="ch" forName="Accent1" refType="h" fact="0.87"/>
                  <dgm:constr type="l" for="ch" forName="Accent1Text" refType="w" fact="0.571"/>
                  <dgm:constr type="t" for="ch" forName="Accent1Text" refType="h" fact="0"/>
                  <dgm:constr type="h" for="ch" forName="Accent1Text" refType="h"/>
                  <dgm:constr type="w" for="ch" forName="Accent1Text" refType="h" fact="0.87"/>
                  <dgm:constr type="l" for="ch" forName="Parent1" refType="w" fact="0.31"/>
                  <dgm:constr type="t" for="ch" forName="Parent1" refType="h" fact="0"/>
                  <dgm:constr type="h" for="ch" forName="Parent1" refType="h"/>
                  <dgm:constr type="w" for="ch" forName="Parent1" refType="h" fact="0.87"/>
                  <dgm:constr type="l" for="ch" forName="Childtext1" refType="w" fact="0"/>
                  <dgm:constr type="t" for="ch" forName="Childtext1" refType="h" fact="0.2"/>
                  <dgm:constr type="w" for="ch" forName="Childtext1" refType="w" fact="0.3"/>
                  <dgm:constr type="h" for="ch" forName="Childtext1" refType="h" fact="0.6"/>
                  <dgm:constr type="l" for="ch" forName="BalanceSpacing" refType="w" fact="0.82"/>
                  <dgm:constr type="t" for="ch" forName="BalanceSpacing" refType="h" fact="0"/>
                  <dgm:constr type="w" for="ch" forName="BalanceSpacing" refType="w" fact="0.18"/>
                  <dgm:constr type="h" for="ch" forName="BalanceSpacing" refType="h"/>
                </dgm:constrLst>
              </dgm:if>
              <dgm:else name="Name9">
                <dgm:constrLst>
                  <dgm:constr type="l" for="ch" forName="Accent1" refType="w" fact="0.18"/>
                  <dgm:constr type="t" for="ch" forName="Accent1" refType="h" fact="0"/>
                  <dgm:constr type="h" for="ch" forName="Accent1" refType="h"/>
                  <dgm:constr type="w" for="ch" forName="Accent1" refType="h" fact="0.87"/>
                  <dgm:constr type="l" for="ch" forName="Accent1Text" refType="w" fact="0.18"/>
                  <dgm:constr type="t" for="ch" forName="Accent1Text" refType="h" fact="0"/>
                  <dgm:constr type="h" for="ch" forName="Accent1Text" refType="h"/>
                  <dgm:constr type="w" for="ch" forName="Accent1Text" refType="h" fact="0.87"/>
                  <dgm:constr type="l" for="ch" forName="Parent1" refType="w" fact="0.441"/>
                  <dgm:constr type="t" for="ch" forName="Parent1" refType="h" fact="0"/>
                  <dgm:constr type="h" for="ch" forName="Parent1" refType="h"/>
                  <dgm:constr type="w" for="ch" forName="Parent1" refType="h" fact="0.87"/>
                  <dgm:constr type="l" for="ch" forName="Childtext1" refType="w" fact="0.69"/>
                  <dgm:constr type="t" for="ch" forName="Childtext1" refType="h" fact="0.2"/>
                  <dgm:constr type="w" for="ch" forName="Childtext1" refType="w" fact="0.31"/>
                  <dgm:constr type="h" for="ch" forName="Childtext1" refType="h" fact="0.6"/>
                  <dgm:constr type="l" for="ch" forName="BalanceSpacing" refType="w" fact="0"/>
                  <dgm:constr type="t" for="ch" forName="BalanceSpacing" refType="h" fact="0"/>
                  <dgm:constr type="w" for="ch" forName="BalanceSpacing" refType="w" fact="0.18"/>
                  <dgm:constr type="h" for="ch" forName="BalanceSpacing" refType="h"/>
                </dgm:constrLst>
              </dgm:else>
            </dgm:choose>
          </dgm:else>
        </dgm:choose>
        <dgm:layoutNode name="Parent1" styleLbl="node1">
          <dgm:varLst>
            <dgm:chMax val="1"/>
            <dgm:chPref val="1"/>
            <dgm:bulletEnabled val="1"/>
          </dgm:varLst>
          <dgm:alg type="tx"/>
          <dgm:shape xmlns:r="http://schemas.openxmlformats.org/officeDocument/2006/relationships" rot="90" type="hexagon" r:blip="">
            <dgm:adjLst>
              <dgm:adj idx="1" val="0.25"/>
              <dgm:adj idx="2" val="1.1547"/>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hildtext1" styleLbl="revTx">
          <dgm:varLst>
            <dgm:chMax val="0"/>
            <dgm:chPref val="0"/>
            <dgm:bulletEnabled val="1"/>
          </dgm:varLst>
          <dgm:choose name="Name10">
            <dgm:if name="Name11" func="var" arg="dir" op="equ" val="norm">
              <dgm:choose name="Name12">
                <dgm:if name="Name13" axis="self" ptType="node" func="posOdd" op="equ" val="1">
                  <dgm:alg type="tx">
                    <dgm:param type="parTxLTRAlign" val="l"/>
                  </dgm:alg>
                </dgm:if>
                <dgm:else name="Name14">
                  <dgm:alg type="tx">
                    <dgm:param type="parTxLTRAlign" val="r"/>
                  </dgm:alg>
                </dgm:else>
              </dgm:choose>
            </dgm:if>
            <dgm:else name="Name15">
              <dgm:choose name="Name16">
                <dgm:if name="Name17" axis="self" ptType="node" func="posOdd" op="equ" val="1">
                  <dgm:alg type="tx">
                    <dgm:param type="parTxLTRAlign" val="r"/>
                  </dgm:alg>
                </dgm:if>
                <dgm:else name="Name18">
                  <dgm:alg type="tx">
                    <dgm:param type="parTxLTRAlign" val="l"/>
                  </dgm:alg>
                </dgm:else>
              </dgm:choose>
            </dgm:else>
          </dgm:choose>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BalanceSpacing">
          <dgm:alg type="sp"/>
          <dgm:shape xmlns:r="http://schemas.openxmlformats.org/officeDocument/2006/relationships" r:blip="">
            <dgm:adjLst/>
          </dgm:shape>
        </dgm:layoutNode>
        <dgm:layoutNode name="BalanceSpacing1">
          <dgm:alg type="sp"/>
          <dgm:shape xmlns:r="http://schemas.openxmlformats.org/officeDocument/2006/relationships" r:blip="">
            <dgm:adjLst/>
          </dgm:shape>
        </dgm:layoutNode>
        <dgm:forEach name="Name19" axis="followSib" ptType="sibTrans" hideLastTrans="0" cnt="1">
          <dgm:layoutNode name="Accent1Text" styleLbl="node1">
            <dgm:alg type="tx"/>
            <dgm:shape xmlns:r="http://schemas.openxmlformats.org/officeDocument/2006/relationships" rot="90" type="hexagon" r:blip="">
              <dgm:adjLst>
                <dgm:adj idx="1" val="0.25"/>
                <dgm:adj idx="2" val="1.1547"/>
              </dgm:adjLst>
            </dgm:shape>
            <dgm:presOf axis="self" ptType="sibTrans"/>
            <dgm:constrLst>
              <dgm:constr type="lMarg"/>
              <dgm:constr type="rMarg"/>
              <dgm:constr type="tMarg"/>
              <dgm:constr type="bMarg"/>
            </dgm:constrLst>
            <dgm:ruleLst>
              <dgm:rule type="primFontSz" val="5" fact="NaN" max="NaN"/>
            </dgm:ruleLst>
          </dgm:layoutNode>
        </dgm:forEach>
      </dgm:layoutNode>
      <dgm:forEach name="Name2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8/layout/RadialCluster">
  <dgm:title val=""/>
  <dgm:desc val=""/>
  <dgm:catLst>
    <dgm:cat type="relationship" pri="19500"/>
    <dgm:cat type="cycle" pri="15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useDef="1">
    <dgm:dataModel>
      <dgm:ptLst/>
      <dgm:bg/>
      <dgm:whole/>
    </dgm:dataModel>
  </dgm:styleData>
  <dgm:clrData useDef="1">
    <dgm:dataModel>
      <dgm:ptLst/>
      <dgm:bg/>
      <dgm:whole/>
    </dgm:dataModel>
  </dgm:clrData>
  <dgm:layoutNode name="Name0">
    <dgm:varLst>
      <dgm:chMax val="1"/>
      <dgm:chPref val="1"/>
      <dgm:dir/>
      <dgm:animOne val="branch"/>
      <dgm:animLvl val="lvl"/>
    </dgm:varLst>
    <dgm:alg type="composite">
      <dgm:param type="ar" val="1.00"/>
    </dgm:alg>
    <dgm:shape xmlns:r="http://schemas.openxmlformats.org/officeDocument/2006/relationships" r:blip="">
      <dgm:adjLst/>
    </dgm:shape>
    <dgm:choose name="Name1">
      <dgm:if name="Name2" func="var" arg="dir" op="equ" val="norm">
        <dgm:choose name="Name3">
          <dgm:if name="Name4" axis="ch ch" ptType="node node" cnt="1 0" func="cnt" op="equ" val="1">
            <dgm:constrLst>
              <dgm:constr type="l" for="ch" forName="textCenter"/>
              <dgm:constr type="ctrY" for="ch" forName="textCenter" refType="h" fact="0.5"/>
              <dgm:constr type="w" for="ch" forName="textCenter" refType="w" fact="0.32"/>
              <dgm:constr type="h" for="ch" forName="textCenter" refType="w" refFor="ch" refForName="textCenter"/>
              <dgm:constr type="r" for="ch" forName="cycle_1" refType="w"/>
              <dgm:constr type="ctrY" for="ch" forName="cycle_1" refType="h" fact="0.5"/>
              <dgm:constr type="w" for="ch" forName="cycle_1" refType="w" fact="0.56"/>
              <dgm:constr type="h" for="ch" forName="cycle_1" refType="h"/>
              <dgm:constr type="primFontSz" for="ch" forName="textCenter" val="65"/>
              <dgm:constr type="primFontSz" for="des" forName="childCenter1" val="65"/>
              <dgm:constr type="primFontSz" for="des" forName="text1" op="equ" val="65"/>
              <dgm:constr type="userS" for="des" ptType="node" refType="w" refFor="ch" refForName="textCenter" fact="0.67"/>
            </dgm:constrLst>
          </dgm:if>
          <dgm:if name="Name5" axis="ch ch" ptType="node node" cnt="1 0" func="cnt" op="equ" val="2">
            <dgm:constrLst>
              <dgm:constr type="ctrX" for="ch" forName="textCenter" refType="w" fact="0.5"/>
              <dgm:constr type="ctrY" for="ch" forName="textCenter" refType="h" fact="0.5"/>
              <dgm:constr type="w" for="ch" forName="textCenter" refType="w" fact="0.25"/>
              <dgm:constr type="h" for="ch" forName="textCenter" refType="w" refFor="ch" refForName="textCenter"/>
              <dgm:constr type="ctrX" for="ch" forName="cycle_1" refType="w" fact="0.5"/>
              <dgm:constr type="t" for="ch" forName="cycle_1"/>
              <dgm:constr type="w" for="ch" forName="cycle_1" refType="w"/>
              <dgm:constr type="h" for="ch" forName="cycle_1" refType="h" fact="0.34"/>
              <dgm:constr type="ctrX" for="ch" forName="cycle_2" refType="w" fact="0.5"/>
              <dgm:constr type="b" for="ch" forName="cycle_2" refType="h"/>
              <dgm:constr type="w" for="ch" forName="cycle_2" refType="w"/>
              <dgm:constr type="h" for="ch" forName="cycle_2" refType="h" fact="0.34"/>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userS" for="des" ptType="node" refType="w" refFor="ch" refForName="textCenter" fact="0.67"/>
            </dgm:constrLst>
          </dgm:if>
          <dgm:if name="Name6" axis="ch ch" ptType="node node" cnt="1 0" func="cnt" op="equ" val="3">
            <dgm:choose name="Name7">
              <dgm:if name="Name8" axis="ch ch ch" ptType="node node node" st="1 2 0" cnt="1 1 0" func="cnt" op="equ" val="1">
                <dgm:choose name="Name9">
                  <dgm:if name="Name10"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fact="0.85"/>
                      <dgm:constr type="w" for="ch" forName="cycle_2" refType="w" fact="0.46"/>
                      <dgm:constr type="h" for="ch" forName="cycle_2" refType="h" fact="0.54"/>
                      <dgm:constr type="diam" for="ch" forName="cycle_2" refType="w" fact="0.5"/>
                      <dgm:constr type="l" for="ch" forName="cycle_3"/>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1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fact="0.85"/>
                      <dgm:constr type="w" for="ch" forName="cycle_2" refType="w" fact="0.46"/>
                      <dgm:constr type="h" for="ch" forName="cycle_2" refType="h" fact="0.54"/>
                      <dgm:constr type="diam" for="ch" forName="cycle_2" refType="w" fact="0.5"/>
                      <dgm:constr type="l" for="ch" forName="cycle_3"/>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if>
              <dgm:else name="Name12">
                <dgm:choose name="Name13">
                  <dgm:if name="Name14"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dgm:constr type="w" for="ch" forName="cycle_2" refType="w" fact="0.46"/>
                      <dgm:constr type="h" for="ch" forName="cycle_2" refType="h" fact="0.54"/>
                      <dgm:constr type="diam" for="ch" forName="cycle_2" refType="w" fact="0.5"/>
                      <dgm:constr type="l" for="ch" forName="cycle_3"/>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15">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dgm:constr type="w" for="ch" forName="cycle_2" refType="w" fact="0.46"/>
                      <dgm:constr type="h" for="ch" forName="cycle_2" refType="h" fact="0.54"/>
                      <dgm:constr type="diam" for="ch" forName="cycle_2" refType="w" fact="0.5"/>
                      <dgm:constr type="l" for="ch" forName="cycle_3"/>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else>
            </dgm:choose>
          </dgm:if>
          <dgm:if name="Name16" axis="ch ch" ptType="node node" cnt="1 0" func="cnt" op="equ" val="4">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5"/>
              <dgm:constr type="h" for="ch" forName="cycle_1" refType="h" fact="0.33"/>
              <dgm:constr type="r" for="ch" forName="cycle_2" refType="w"/>
              <dgm:constr type="ctrY" for="ch" forName="cycle_2" refType="h" fact="0.5"/>
              <dgm:constr type="w" for="ch" forName="cycle_2" refType="w" fact="0.33"/>
              <dgm:constr type="h" for="ch" forName="cycle_2" refType="h" fact="0.5"/>
              <dgm:constr type="ctrX" for="ch" forName="cycle_3" refType="w" fact="0.5"/>
              <dgm:constr type="b" for="ch" forName="cycle_3" refType="h"/>
              <dgm:constr type="w" for="ch" forName="cycle_3" refType="w" fact="0.5"/>
              <dgm:constr type="h" for="ch" forName="cycle_3" refType="h" fact="0.33"/>
              <dgm:constr type="l" for="ch" forName="cycle_4"/>
              <dgm:constr type="ctrY" for="ch" forName="cycle_4" refType="h" fact="0.5"/>
              <dgm:constr type="w" for="ch" forName="cycle_4" refType="w" fact="0.33"/>
              <dgm:constr type="h" for="ch" forName="cycle_4" refType="h"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userS" for="des" ptType="node" refType="w" refFor="ch" refForName="textCenter" fact="0.67"/>
            </dgm:constrLst>
          </dgm:if>
          <dgm:if name="Name17" axis="ch ch" ptType="node node" cnt="1 0" func="cnt" op="equ" val="5">
            <dgm:constrLst>
              <dgm:constr type="ctrX" for="ch" forName="textCenter" refType="w" fact="0.5"/>
              <dgm:constr type="t" for="ch" forName="textCenter" refType="h" fact="0.42"/>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r" for="ch" forName="cycle_2" refType="w"/>
              <dgm:constr type="t" for="ch" forName="cycle_2" refType="h" fact="0.24"/>
              <dgm:constr type="w" for="ch" forName="cycle_2" refType="w" fact="0.33"/>
              <dgm:constr type="h" for="ch" forName="cycle_2" refType="w" refFor="ch" refForName="cycle_2"/>
              <dgm:constr type="r" for="ch" forName="cycle_3" refType="w" fact="0.89"/>
              <dgm:constr type="b" for="ch" forName="cycle_3" refType="h"/>
              <dgm:constr type="w" for="ch" forName="cycle_3" refType="w" fact="0.33"/>
              <dgm:constr type="h" for="ch" forName="cycle_3" refType="w" refFor="ch" refForName="cycle_3"/>
              <dgm:constr type="l" for="ch" forName="cycle_4" refType="w" fact="0.11"/>
              <dgm:constr type="b" for="ch" forName="cycle_4" refType="h"/>
              <dgm:constr type="w" for="ch" forName="cycle_4" refType="w" fact="0.33"/>
              <dgm:constr type="h" for="ch" forName="cycle_4" refType="w" refFor="ch" refForName="cycle_4"/>
              <dgm:constr type="l" for="ch" forName="cycle_5"/>
              <dgm:constr type="t" for="ch" forName="cycle_5" refType="h" fact="0.24"/>
              <dgm:constr type="w" for="ch" forName="cycle_5" refType="w" fact="0.33"/>
              <dgm:constr type="h" for="ch" forName="cycle_5" refType="w" refFor="ch" refForName="cycle_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userS" for="des" ptType="node" refType="w" refFor="ch" refForName="textCenter" fact="0.67"/>
            </dgm:constrLst>
          </dgm:if>
          <dgm:if name="Name18" axis="ch ch" ptType="node node" cnt="1 0" func="cnt" op="equ" val="6">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r" for="ch" forName="cycle_2" refType="w"/>
              <dgm:constr type="t" for="ch" forName="cycle_2" refType="h" fact="0.17"/>
              <dgm:constr type="w" for="ch" forName="cycle_2" refType="w" fact="0.33"/>
              <dgm:constr type="h" for="ch" forName="cycle_2" refType="w" refFor="ch" refForName="cycle_2"/>
              <dgm:constr type="r" for="ch" forName="cycle_3" refType="w"/>
              <dgm:constr type="b" for="ch" forName="cycle_3" refType="h" fact="0.83"/>
              <dgm:constr type="w" for="ch" forName="cycle_3" refType="w" fact="0.33"/>
              <dgm:constr type="h" for="ch" forName="cycle_3" refType="w" refFor="ch" refForName="cycle_3"/>
              <dgm:constr type="ctrX" for="ch" forName="cycle_4" refType="w" fact="0.5"/>
              <dgm:constr type="b" for="ch" forName="cycle_4" refType="h"/>
              <dgm:constr type="w" for="ch" forName="cycle_4" refType="w" fact="0.33"/>
              <dgm:constr type="h" for="ch" forName="cycle_4" refType="w" refFor="ch" refForName="cycle_4"/>
              <dgm:constr type="l" for="ch" forName="cycle_5"/>
              <dgm:constr type="b" for="ch" forName="cycle_5" refType="h" fact="0.83"/>
              <dgm:constr type="w" for="ch" forName="cycle_5" refType="w" fact="0.33"/>
              <dgm:constr type="h" for="ch" forName="cycle_5" refType="w" refFor="ch" refForName="cycle_5"/>
              <dgm:constr type="l" for="ch" forName="cycle_6"/>
              <dgm:constr type="t" for="ch" forName="cycle_6" refType="h" fact="0.17"/>
              <dgm:constr type="w" for="ch" forName="cycle_6" refType="w" fact="0.33"/>
              <dgm:constr type="h" for="ch" forName="cycle_6" refType="w" refFor="ch" refForName="cycle_6"/>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userS" for="des" ptType="node" refType="w" refFor="ch" refForName="textCenter" fact="0.67"/>
            </dgm:constrLst>
          </dgm:if>
          <dgm:else name="Name19">
            <dgm:constrLst>
              <dgm:constr type="ctrX" for="ch" forName="textCenter" refType="w" fact="0.5"/>
              <dgm:constr type="t" for="ch" forName="textCenter" refType="h" fact="0.444"/>
              <dgm:constr type="w" for="ch" forName="textCenter" refType="w" fact="0.167"/>
              <dgm:constr type="h" for="ch" forName="textCenter" refType="w" refFor="ch" refForName="textCenter"/>
              <dgm:constr type="ctrX" for="ch" forName="cycle_1" refType="w" fact="0.5"/>
              <dgm:constr type="t" for="ch" forName="cycle_1"/>
              <dgm:constr type="w" for="ch" forName="cycle_1" refType="w" fact="0.263"/>
              <dgm:constr type="h" for="ch" forName="cycle_1" refType="w" refFor="ch" refForName="cycle_1"/>
              <dgm:constr type="r" for="ch" forName="cycle_2" refType="w" fact="0.938"/>
              <dgm:constr type="t" for="ch" forName="cycle_2" refType="h" fact="0.141"/>
              <dgm:constr type="w" for="ch" forName="cycle_2" refType="w" fact="0.263"/>
              <dgm:constr type="h" for="ch" forName="cycle_2" refType="w" refFor="ch" refForName="cycle_2"/>
              <dgm:constr type="r" for="ch" forName="cycle_3" refType="w"/>
              <dgm:constr type="b" for="ch" forName="cycle_3" refType="h" fact="0.74"/>
              <dgm:constr type="w" for="ch" forName="cycle_3" refType="w" fact="0.263"/>
              <dgm:constr type="h" for="ch" forName="cycle_3" refType="w" refFor="ch" refForName="cycle_3"/>
              <dgm:constr type="r" for="ch" forName="cycle_4" refType="w" fact="0.8"/>
              <dgm:constr type="b" for="ch" forName="cycle_4" refType="h"/>
              <dgm:constr type="w" for="ch" forName="cycle_4" refType="w" fact="0.263"/>
              <dgm:constr type="h" for="ch" forName="cycle_4" refType="w" refFor="ch" refForName="cycle_4"/>
              <dgm:constr type="l" for="ch" forName="cycle_5" refType="w" fact="0.2"/>
              <dgm:constr type="b" for="ch" forName="cycle_5" refType="h"/>
              <dgm:constr type="w" for="ch" forName="cycle_5" refType="w" fact="0.263"/>
              <dgm:constr type="h" for="ch" forName="cycle_5" refType="w" refFor="ch" refForName="cycle_5"/>
              <dgm:constr type="l" for="ch" forName="cycle_6"/>
              <dgm:constr type="b" for="ch" forName="cycle_6" refType="h" fact="0.74"/>
              <dgm:constr type="w" for="ch" forName="cycle_6" refType="w" fact="0.263"/>
              <dgm:constr type="h" for="ch" forName="cycle_6" refType="w" refFor="ch" refForName="cycle_6"/>
              <dgm:constr type="l" for="ch" forName="cycle_7" refType="w" fact="0.062"/>
              <dgm:constr type="t" for="ch" forName="cycle_7" refType="h" fact="0.141"/>
              <dgm:constr type="w" for="ch" forName="cycle_7" refType="w" fact="0.263"/>
              <dgm:constr type="h" for="ch" forName="cycle_7" refType="w" refFor="ch" refForName="cycle_7"/>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primFontSz" for="des" forName="childCenter7" refType="primFontSz" refFor="des" refForName="childCenter1" op="equ"/>
              <dgm:constr type="primFontSz" for="des" forName="text7" refType="primFontSz" refFor="des" refForName="text1" op="equ"/>
              <dgm:constr type="userS" for="des" ptType="node" refType="w" refFor="ch" refForName="textCenter" fact="0.67"/>
            </dgm:constrLst>
          </dgm:else>
        </dgm:choose>
      </dgm:if>
      <dgm:else name="Name20">
        <dgm:choose name="Name21">
          <dgm:if name="Name22" axis="ch ch" ptType="node node" func="cnt" op="equ" val="1">
            <dgm:constrLst>
              <dgm:constr type="r" for="ch" forName="textCenter" refType="w"/>
              <dgm:constr type="ctrY" for="ch" forName="textCenter" refType="h" fact="0.5"/>
              <dgm:constr type="w" for="ch" forName="textCenter" refType="w" fact="0.32"/>
              <dgm:constr type="h" for="ch" forName="textCenter" refType="w" refFor="ch" refForName="textCenter"/>
              <dgm:constr type="l" for="ch" forName="cycle_1"/>
              <dgm:constr type="ctrY" for="ch" forName="cycle_1" refType="h" fact="0.5"/>
              <dgm:constr type="w" for="ch" forName="cycle_1" refType="w" fact="0.56"/>
              <dgm:constr type="h" for="ch" forName="cycle_1" refType="h"/>
              <dgm:constr type="primFontSz" for="ch" forName="textCenter" val="65"/>
              <dgm:constr type="primFontSz" for="des" forName="childCenter1" val="65"/>
              <dgm:constr type="primFontSz" for="des" forName="text1" op="equ" val="65"/>
              <dgm:constr type="userS" for="des" ptType="node" refType="w" refFor="ch" refForName="textCenter" fact="0.67"/>
            </dgm:constrLst>
          </dgm:if>
          <dgm:if name="Name23" axis="ch ch" ptType="node node" func="cnt" op="equ" val="2">
            <dgm:constrLst>
              <dgm:constr type="ctrX" for="ch" forName="textCenter" refType="w" fact="0.5"/>
              <dgm:constr type="ctrY" for="ch" forName="textCenter" refType="h" fact="0.5"/>
              <dgm:constr type="w" for="ch" forName="textCenter" refType="w" fact="0.25"/>
              <dgm:constr type="h" for="ch" forName="textCenter" refType="w" refFor="ch" refForName="textCenter"/>
              <dgm:constr type="ctrX" for="ch" forName="cycle_1" refType="w" fact="0.5"/>
              <dgm:constr type="t" for="ch" forName="cycle_1"/>
              <dgm:constr type="w" for="ch" forName="cycle_1" refType="w"/>
              <dgm:constr type="h" for="ch" forName="cycle_1" refType="h" fact="0.34"/>
              <dgm:constr type="ctrX" for="ch" forName="cycle_2" refType="w" fact="0.5"/>
              <dgm:constr type="b" for="ch" forName="cycle_2" refType="h"/>
              <dgm:constr type="w" for="ch" forName="cycle_2" refType="w"/>
              <dgm:constr type="h" for="ch" forName="cycle_2" refType="h" fact="0.34"/>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userS" for="des" ptType="node" refType="w" refFor="ch" refForName="textCenter" fact="0.67"/>
            </dgm:constrLst>
          </dgm:if>
          <dgm:if name="Name24" axis="ch ch" ptType="node node" func="cnt" op="equ" val="3">
            <dgm:choose name="Name25">
              <dgm:if name="Name26" axis="ch ch ch" ptType="node node node" st="1 2 0" cnt="1 1 0" func="cnt" op="equ" val="1">
                <dgm:choose name="Name27">
                  <dgm:if name="Name28"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fact="0.85"/>
                      <dgm:constr type="w" for="ch" forName="cycle_2" refType="w" fact="0.46"/>
                      <dgm:constr type="h" for="ch" forName="cycle_2" refType="h" fact="0.54"/>
                      <dgm:constr type="diam" for="ch" forName="cycle_2" refType="w" fact="0.5"/>
                      <dgm:constr type="r" for="ch" forName="cycle_3" refType="w"/>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29">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fact="0.85"/>
                      <dgm:constr type="w" for="ch" forName="cycle_2" refType="w" fact="0.46"/>
                      <dgm:constr type="h" for="ch" forName="cycle_2" refType="h" fact="0.54"/>
                      <dgm:constr type="diam" for="ch" forName="cycle_2" refType="w" fact="0.5"/>
                      <dgm:constr type="r" for="ch" forName="cycle_3" refType="w"/>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if>
              <dgm:else name="Name30">
                <dgm:choose name="Name31">
                  <dgm:if name="Name32"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dgm:constr type="w" for="ch" forName="cycle_2" refType="w" fact="0.46"/>
                      <dgm:constr type="h" for="ch" forName="cycle_2" refType="h" fact="0.54"/>
                      <dgm:constr type="diam" for="ch" forName="cycle_2" refType="w" fact="0.5"/>
                      <dgm:constr type="r" for="ch" forName="cycle_3" refType="w"/>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33">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dgm:constr type="w" for="ch" forName="cycle_2" refType="w" fact="0.46"/>
                      <dgm:constr type="h" for="ch" forName="cycle_2" refType="h" fact="0.54"/>
                      <dgm:constr type="diam" for="ch" forName="cycle_2" refType="w" fact="0.5"/>
                      <dgm:constr type="r" for="ch" forName="cycle_3" refType="w"/>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else>
            </dgm:choose>
          </dgm:if>
          <dgm:if name="Name34" axis="ch ch" ptType="node node" func="cnt" op="equ" val="4">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5"/>
              <dgm:constr type="h" for="ch" forName="cycle_1" refType="h" fact="0.33"/>
              <dgm:constr type="l" for="ch" forName="cycle_2"/>
              <dgm:constr type="ctrY" for="ch" forName="cycle_2" refType="h" fact="0.5"/>
              <dgm:constr type="w" for="ch" forName="cycle_2" refType="w" fact="0.33"/>
              <dgm:constr type="h" for="ch" forName="cycle_2" refType="h" fact="0.5"/>
              <dgm:constr type="ctrX" for="ch" forName="cycle_3" refType="w" fact="0.5"/>
              <dgm:constr type="b" for="ch" forName="cycle_3" refType="h"/>
              <dgm:constr type="w" for="ch" forName="cycle_3" refType="w" fact="0.5"/>
              <dgm:constr type="h" for="ch" forName="cycle_3" refType="h" fact="0.33"/>
              <dgm:constr type="r" for="ch" forName="cycle_4" refType="w"/>
              <dgm:constr type="ctrY" for="ch" forName="cycle_4" refType="h" fact="0.5"/>
              <dgm:constr type="w" for="ch" forName="cycle_4" refType="w" fact="0.33"/>
              <dgm:constr type="h" for="ch" forName="cycle_4" refType="h"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userS" for="des" ptType="node" refType="w" refFor="ch" refForName="textCenter" fact="0.67"/>
            </dgm:constrLst>
          </dgm:if>
          <dgm:if name="Name35" axis="ch ch" ptType="node node" func="cnt" op="equ" val="5">
            <dgm:constrLst>
              <dgm:constr type="ctrX" for="ch" forName="textCenter" refType="w" fact="0.5"/>
              <dgm:constr type="t" for="ch" forName="textCenter" refType="h" fact="0.42"/>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l" for="ch" forName="cycle_2"/>
              <dgm:constr type="t" for="ch" forName="cycle_2" refType="h" fact="0.24"/>
              <dgm:constr type="w" for="ch" forName="cycle_2" refType="w" fact="0.33"/>
              <dgm:constr type="h" for="ch" forName="cycle_2" refType="w" refFor="ch" refForName="cycle_2"/>
              <dgm:constr type="l" for="ch" forName="cycle_3" refType="w" fact="0.11"/>
              <dgm:constr type="b" for="ch" forName="cycle_3" refType="h"/>
              <dgm:constr type="w" for="ch" forName="cycle_3" refType="w" fact="0.33"/>
              <dgm:constr type="h" for="ch" forName="cycle_3" refType="w" refFor="ch" refForName="cycle_3"/>
              <dgm:constr type="r" for="ch" forName="cycle_4" refType="w" fact="0.89"/>
              <dgm:constr type="b" for="ch" forName="cycle_4" refType="h"/>
              <dgm:constr type="w" for="ch" forName="cycle_4" refType="w" fact="0.33"/>
              <dgm:constr type="h" for="ch" forName="cycle_4" refType="w" refFor="ch" refForName="cycle_4"/>
              <dgm:constr type="r" for="ch" forName="cycle_5" refType="w"/>
              <dgm:constr type="t" for="ch" forName="cycle_5" refType="h" fact="0.24"/>
              <dgm:constr type="w" for="ch" forName="cycle_5" refType="w" fact="0.33"/>
              <dgm:constr type="h" for="ch" forName="cycle_5" refType="w" refFor="ch" refForName="cycle_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userS" for="des" ptType="node" refType="w" refFor="ch" refForName="textCenter" fact="0.67"/>
            </dgm:constrLst>
          </dgm:if>
          <dgm:if name="Name36" axis="ch ch" ptType="node node" func="cnt" op="equ" val="6">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l" for="ch" forName="cycle_2"/>
              <dgm:constr type="t" for="ch" forName="cycle_2" refType="h" fact="0.17"/>
              <dgm:constr type="w" for="ch" forName="cycle_2" refType="w" fact="0.33"/>
              <dgm:constr type="h" for="ch" forName="cycle_2" refType="w" refFor="ch" refForName="cycle_2"/>
              <dgm:constr type="l" for="ch" forName="cycle_3"/>
              <dgm:constr type="b" for="ch" forName="cycle_3" refType="h" fact="0.83"/>
              <dgm:constr type="w" for="ch" forName="cycle_3" refType="w" fact="0.33"/>
              <dgm:constr type="h" for="ch" forName="cycle_3" refType="w" refFor="ch" refForName="cycle_3"/>
              <dgm:constr type="ctrX" for="ch" forName="cycle_4" refType="w" fact="0.5"/>
              <dgm:constr type="b" for="ch" forName="cycle_4" refType="h"/>
              <dgm:constr type="w" for="ch" forName="cycle_4" refType="w" fact="0.33"/>
              <dgm:constr type="h" for="ch" forName="cycle_4" refType="w" refFor="ch" refForName="cycle_4"/>
              <dgm:constr type="r" for="ch" forName="cycle_5" refType="w"/>
              <dgm:constr type="b" for="ch" forName="cycle_5" refType="h" fact="0.83"/>
              <dgm:constr type="w" for="ch" forName="cycle_5" refType="w" fact="0.33"/>
              <dgm:constr type="h" for="ch" forName="cycle_5" refType="w" refFor="ch" refForName="cycle_5"/>
              <dgm:constr type="r" for="ch" forName="cycle_6" refType="w"/>
              <dgm:constr type="t" for="ch" forName="cycle_6" refType="h" fact="0.17"/>
              <dgm:constr type="w" for="ch" forName="cycle_6" refType="w" fact="0.33"/>
              <dgm:constr type="h" for="ch" forName="cycle_6" refType="w" refFor="ch" refForName="cycle_6"/>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userS" for="des" ptType="node" refType="w" refFor="ch" refForName="textCenter" fact="0.67"/>
            </dgm:constrLst>
          </dgm:if>
          <dgm:else name="Name37">
            <dgm:constrLst>
              <dgm:constr type="ctrX" for="ch" forName="textCenter" refType="w" fact="0.5"/>
              <dgm:constr type="t" for="ch" forName="textCenter" refType="h" fact="0.444"/>
              <dgm:constr type="w" for="ch" forName="textCenter" refType="w" fact="0.167"/>
              <dgm:constr type="h" for="ch" forName="textCenter" refType="w" refFor="ch" refForName="textCenter"/>
              <dgm:constr type="ctrX" for="ch" forName="cycle_1" refType="w" fact="0.5"/>
              <dgm:constr type="t" for="ch" forName="cycle_1"/>
              <dgm:constr type="w" for="ch" forName="cycle_1" refType="w" fact="0.263"/>
              <dgm:constr type="h" for="ch" forName="cycle_1" refType="w" refFor="ch" refForName="cycle_1"/>
              <dgm:constr type="l" for="ch" forName="cycle_2" refType="w" fact="0.062"/>
              <dgm:constr type="t" for="ch" forName="cycle_2" refType="h" fact="0.141"/>
              <dgm:constr type="w" for="ch" forName="cycle_2" refType="w" fact="0.263"/>
              <dgm:constr type="h" for="ch" forName="cycle_2" refType="w" refFor="ch" refForName="cycle_2"/>
              <dgm:constr type="l" for="ch" forName="cycle_3"/>
              <dgm:constr type="b" for="ch" forName="cycle_3" refType="h" fact="0.74"/>
              <dgm:constr type="w" for="ch" forName="cycle_3" refType="w" fact="0.263"/>
              <dgm:constr type="h" for="ch" forName="cycle_3" refType="w" refFor="ch" refForName="cycle_3"/>
              <dgm:constr type="l" for="ch" forName="cycle_4" refType="w" fact="0.2"/>
              <dgm:constr type="b" for="ch" forName="cycle_4" refType="h"/>
              <dgm:constr type="w" for="ch" forName="cycle_4" refType="w" fact="0.263"/>
              <dgm:constr type="h" for="ch" forName="cycle_4" refType="w" refFor="ch" refForName="cycle_4"/>
              <dgm:constr type="r" for="ch" forName="cycle_5" refType="w" fact="0.8"/>
              <dgm:constr type="b" for="ch" forName="cycle_5" refType="h"/>
              <dgm:constr type="w" for="ch" forName="cycle_5" refType="w" fact="0.263"/>
              <dgm:constr type="h" for="ch" forName="cycle_5" refType="w" refFor="ch" refForName="cycle_5"/>
              <dgm:constr type="r" for="ch" forName="cycle_6" refType="w"/>
              <dgm:constr type="b" for="ch" forName="cycle_6" refType="h" fact="0.74"/>
              <dgm:constr type="w" for="ch" forName="cycle_6" refType="w" fact="0.263"/>
              <dgm:constr type="h" for="ch" forName="cycle_6" refType="w" refFor="ch" refForName="cycle_6"/>
              <dgm:constr type="r" for="ch" forName="cycle_7" refType="w" fact="0.938"/>
              <dgm:constr type="t" for="ch" forName="cycle_7" refType="h" fact="0.141"/>
              <dgm:constr type="w" for="ch" forName="cycle_7" refType="w" fact="0.263"/>
              <dgm:constr type="h" for="ch" forName="cycle_7" refType="w" refFor="ch" refForName="cycle_7"/>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primFontSz" for="des" forName="childCenter7" refType="primFontSz" refFor="des" refForName="childCenter1" op="equ"/>
              <dgm:constr type="primFontSz" for="des" forName="text7" refType="primFontSz" refFor="des" refForName="text1" op="equ"/>
              <dgm:constr type="userS" for="des" ptType="node" refType="w" refFor="ch" refForName="textCenter" fact="0.67"/>
            </dgm:constrLst>
          </dgm:else>
        </dgm:choose>
      </dgm:else>
    </dgm:choose>
    <dgm:forEach name="Name38" axis="ch" ptType="node" cnt="1">
      <dgm:choose name="Name39">
        <dgm:if name="Name40" axis="des" func="maxDepth" op="lte" val="1">
          <dgm:layoutNode name="singleCycle">
            <dgm:choose name="Name41">
              <dgm:if name="Name42" axis="ch" ptType="node" func="cnt" op="equ" val="1">
                <dgm:choose name="Name43">
                  <dgm:if name="Name44" func="var" arg="dir" op="equ" val="norm">
                    <dgm:alg type="cycle">
                      <dgm:param type="stAng" val="90"/>
                      <dgm:param type="ctrShpMap" val="fNode"/>
                    </dgm:alg>
                  </dgm:if>
                  <dgm:else name="Name45">
                    <dgm:alg type="cycle">
                      <dgm:param type="stAng" val="-90"/>
                      <dgm:param type="spanAng" val="-360"/>
                      <dgm:param type="ctrShpMap" val="fNode"/>
                    </dgm:alg>
                  </dgm:else>
                </dgm:choose>
              </dgm:if>
              <dgm:else name="Name46">
                <dgm:choose name="Name47">
                  <dgm:if name="Name48" func="var" arg="dir" op="equ" val="norm">
                    <dgm:alg type="cycle">
                      <dgm:param type="ctrShpMap" val="fNode"/>
                    </dgm:alg>
                  </dgm:if>
                  <dgm:else name="Name49">
                    <dgm:alg type="cycle">
                      <dgm:param type="spanAng" val="-360"/>
                      <dgm:param type="ctrShpMap" val="fNode"/>
                    </dgm:alg>
                  </dgm:else>
                </dgm:choose>
              </dgm:else>
            </dgm:choose>
            <dgm:shape xmlns:r="http://schemas.openxmlformats.org/officeDocument/2006/relationships" r:blip="">
              <dgm:adjLst/>
            </dgm:shape>
            <dgm:presOf/>
            <dgm:choose name="Name50">
              <dgm:if name="Name51" axis="ch" ptType="node" func="cnt" op="equ" val="0">
                <dgm:constrLst>
                  <dgm:constr type="w" for="ch" forName="singleCenter" refType="w"/>
                  <dgm:constr type="h" for="ch" forName="singleCenter" refType="w" refFor="ch" refForName="singleCenter"/>
                </dgm:constrLst>
              </dgm:if>
              <dgm:if name="Name52" axis="ch" ptType="node" func="cnt" op="equ" val="1">
                <dgm:constrLst>
                  <dgm:constr type="w" for="ch" forName="singleCenter" refType="w" fact="0.5"/>
                  <dgm:constr type="h" for="ch" forName="singleCenter" refType="w" refFor="ch" refForName="singleCenter"/>
                  <dgm:constr type="userS" for="ch" ptType="node" refType="w" refFor="ch" refForName="singleCenter" fact="0.67"/>
                </dgm:constrLst>
              </dgm:if>
              <dgm:else name="Name53">
                <dgm:constrLst>
                  <dgm:constr type="w" for="ch" forName="singleCenter" refType="w" fact="0.3"/>
                  <dgm:constr type="h" for="ch" forName="singleCenter" refType="w" refFor="ch" refForName="singleCenter"/>
                  <dgm:constr type="userS" for="ch" ptType="node" refType="w" refFor="ch" refForName="singleCenter" fact="0.67"/>
                </dgm:constrLst>
              </dgm:else>
            </dgm:choose>
            <dgm:layoutNode name="singleCenter" styleLbl="node1">
              <dgm:varLst>
                <dgm:chMax val="7"/>
                <dgm:chPref val="7"/>
              </dgm:varLst>
              <dgm:alg type="tx"/>
              <dgm:shape xmlns:r="http://schemas.openxmlformats.org/officeDocument/2006/relationships" type="roundRect" r:blip="">
                <dgm:adjLst/>
              </dgm:shape>
              <dgm:presOf axis="self" ptType="node"/>
              <dgm:constrLst>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54" axis="ch" cnt="21">
              <dgm:forEach name="Name55" axis="self" ptType="parTrans">
                <dgm:layoutNode name="Name56">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57" axis="self" ptType="node">
                <dgm:layoutNode name="text0"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layoutNode>
        </dgm:if>
        <dgm:else name="Name58">
          <dgm:layoutNode name="textCenter" styleLbl="node1">
            <dgm:alg type="tx"/>
            <dgm:shape xmlns:r="http://schemas.openxmlformats.org/officeDocument/2006/relationships" type="roundRect" r:blip="">
              <dgm:adjLst/>
            </dgm:shape>
            <dgm:presOf axis="self" ptType="node"/>
            <dgm:constrLst>
              <dgm:constr type="tMarg" refType="primFontSz" fact="0.2"/>
              <dgm:constr type="bMarg" refType="primFontSz" fact="0.2"/>
              <dgm:constr type="lMarg" refType="primFontSz" fact="0.2"/>
              <dgm:constr type="rMarg" refType="primFontSz" fact="0.2"/>
            </dgm:constrLst>
            <dgm:ruleLst>
              <dgm:rule type="primFontSz" val="5" fact="NaN" max="NaN"/>
            </dgm:ruleLst>
          </dgm:layoutNode>
          <dgm:choose name="Name59">
            <dgm:if name="Name60" axis="ch" ptType="node" func="cnt" op="gte" val="1">
              <dgm:layoutNode name="cycle_1">
                <dgm:choose name="Name61">
                  <dgm:if name="Name62" func="var" arg="dir" op="equ" val="norm">
                    <dgm:choose name="Name63">
                      <dgm:if name="Name64" axis="ch" ptType="node" func="cnt" op="equ" val="1">
                        <dgm:choose name="Name65">
                          <dgm:if name="Name66" axis="ch ch" ptType="node node" st="1 1" cnt="1 0" func="cnt" op="equ" val="1">
                            <dgm:alg type="cycle">
                              <dgm:param type="ctrShpMap" val="fNode"/>
                              <dgm:param type="stAng" val="90"/>
                            </dgm:alg>
                          </dgm:if>
                          <dgm:if name="Name67" axis="ch ch" ptType="node node" st="1 1" cnt="1 0" func="cnt" op="equ" val="2">
                            <dgm:alg type="cycle">
                              <dgm:param type="ctrShpMap" val="fNode"/>
                              <dgm:param type="stAng" val="45"/>
                              <dgm:param type="spanAng" val="90"/>
                            </dgm:alg>
                          </dgm:if>
                          <dgm:else name="Name68">
                            <dgm:alg type="cycle">
                              <dgm:param type="ctrShpMap" val="fNode"/>
                              <dgm:param type="stAng" val="0"/>
                              <dgm:param type="spanAng" val="180"/>
                            </dgm:alg>
                          </dgm:else>
                        </dgm:choose>
                      </dgm:if>
                      <dgm:if name="Name69" axis="ch" ptType="node" func="cnt" op="equ" val="2">
                        <dgm:choose name="Name70">
                          <dgm:if name="Name71" axis="ch ch" ptType="node node" st="1 1" cnt="1 0" func="cnt" op="equ" val="1">
                            <dgm:alg type="cycle">
                              <dgm:param type="ctrShpMap" val="fNode"/>
                              <dgm:param type="stAng" val="0"/>
                            </dgm:alg>
                          </dgm:if>
                          <dgm:if name="Name72" axis="ch ch" ptType="node node" st="1 1" cnt="1 0" func="cnt" op="equ" val="2">
                            <dgm:alg type="cycle">
                              <dgm:param type="ctrShpMap" val="fNode"/>
                              <dgm:param type="stAng" val="315"/>
                              <dgm:param type="spanAng" val="90"/>
                            </dgm:alg>
                          </dgm:if>
                          <dgm:else name="Name73">
                            <dgm:alg type="cycle">
                              <dgm:param type="ctrShpMap" val="fNode"/>
                              <dgm:param type="stAng" val="270"/>
                              <dgm:param type="spanAng" val="180"/>
                            </dgm:alg>
                          </dgm:else>
                        </dgm:choose>
                      </dgm:if>
                      <dgm:if name="Name74" axis="ch" ptType="node" func="cnt" op="equ" val="3">
                        <dgm:choose name="Name75">
                          <dgm:if name="Name76" axis="ch ch" ptType="node node" st="1 1" cnt="1 0" func="cnt" op="equ" val="1">
                            <dgm:alg type="cycle">
                              <dgm:param type="ctrShpMap" val="fNode"/>
                              <dgm:param type="stAng" val="0"/>
                            </dgm:alg>
                          </dgm:if>
                          <dgm:if name="Name77" axis="ch ch" ptType="node node" st="1 1" cnt="1 0" func="cnt" op="equ" val="2">
                            <dgm:alg type="cycle">
                              <dgm:param type="ctrShpMap" val="fNode"/>
                              <dgm:param type="stAng" val="315"/>
                              <dgm:param type="spanAng" val="90"/>
                            </dgm:alg>
                          </dgm:if>
                          <dgm:else name="Name78">
                            <dgm:alg type="cycle">
                              <dgm:param type="ctrShpMap" val="fNode"/>
                              <dgm:param type="stAng" val="270"/>
                              <dgm:param type="spanAng" val="180"/>
                            </dgm:alg>
                          </dgm:else>
                        </dgm:choose>
                      </dgm:if>
                      <dgm:if name="Name79" axis="ch" ptType="node" func="cnt" op="equ" val="4">
                        <dgm:choose name="Name80">
                          <dgm:if name="Name81" axis="ch ch" ptType="node node" st="1 1" cnt="1 0" func="cnt" op="equ" val="1">
                            <dgm:alg type="cycle">
                              <dgm:param type="ctrShpMap" val="fNode"/>
                              <dgm:param type="stAng" val="0"/>
                            </dgm:alg>
                          </dgm:if>
                          <dgm:if name="Name82" axis="ch ch" ptType="node node" st="1 1" cnt="1 0" func="cnt" op="equ" val="2">
                            <dgm:alg type="cycle">
                              <dgm:param type="ctrShpMap" val="fNode"/>
                              <dgm:param type="stAng" val="315"/>
                              <dgm:param type="spanAng" val="90"/>
                            </dgm:alg>
                          </dgm:if>
                          <dgm:else name="Name83">
                            <dgm:alg type="cycle">
                              <dgm:param type="ctrShpMap" val="fNode"/>
                              <dgm:param type="stAng" val="292.5"/>
                              <dgm:param type="spanAng" val="135"/>
                            </dgm:alg>
                          </dgm:else>
                        </dgm:choose>
                      </dgm:if>
                      <dgm:if name="Name84" axis="ch" ptType="node" func="cnt" op="equ" val="5">
                        <dgm:choose name="Name85">
                          <dgm:if name="Name86" axis="ch ch" ptType="node node" st="1 1" cnt="1 0" func="cnt" op="equ" val="1">
                            <dgm:alg type="cycle">
                              <dgm:param type="ctrShpMap" val="fNode"/>
                              <dgm:param type="stAng" val="0"/>
                            </dgm:alg>
                          </dgm:if>
                          <dgm:if name="Name87" axis="ch ch" ptType="node node" st="1 1" cnt="1 0" func="cnt" op="equ" val="2">
                            <dgm:alg type="cycle">
                              <dgm:param type="ctrShpMap" val="fNode"/>
                              <dgm:param type="stAng" val="315"/>
                              <dgm:param type="spanAng" val="90"/>
                            </dgm:alg>
                          </dgm:if>
                          <dgm:else name="Name88">
                            <dgm:alg type="cycle">
                              <dgm:param type="ctrShpMap" val="fNode"/>
                              <dgm:param type="stAng" val="0"/>
                              <dgm:param type="spanAng" val="360"/>
                            </dgm:alg>
                          </dgm:else>
                        </dgm:choose>
                      </dgm:if>
                      <dgm:if name="Name89" axis="ch" ptType="node" func="cnt" op="equ" val="6">
                        <dgm:choose name="Name90">
                          <dgm:if name="Name91" axis="ch ch" ptType="node node" st="1 1" cnt="1 0" func="cnt" op="equ" val="1">
                            <dgm:alg type="cycle">
                              <dgm:param type="ctrShpMap" val="fNode"/>
                              <dgm:param type="stAng" val="0"/>
                            </dgm:alg>
                          </dgm:if>
                          <dgm:if name="Name92" axis="ch ch" ptType="node node" st="1 1" cnt="1 0" func="cnt" op="equ" val="2">
                            <dgm:alg type="cycle">
                              <dgm:param type="ctrShpMap" val="fNode"/>
                              <dgm:param type="stAng" val="315"/>
                              <dgm:param type="spanAng" val="90"/>
                            </dgm:alg>
                          </dgm:if>
                          <dgm:else name="Name93">
                            <dgm:alg type="cycle">
                              <dgm:param type="ctrShpMap" val="fNode"/>
                              <dgm:param type="stAng" val="0"/>
                              <dgm:param type="spanAng" val="360"/>
                            </dgm:alg>
                          </dgm:else>
                        </dgm:choose>
                      </dgm:if>
                      <dgm:if name="Name94" axis="ch" ptType="node" func="cnt" op="gte" val="7">
                        <dgm:choose name="Name95">
                          <dgm:if name="Name96" axis="ch ch" ptType="node node" st="1 1" cnt="1 0" func="cnt" op="equ" val="1">
                            <dgm:alg type="cycle">
                              <dgm:param type="ctrShpMap" val="fNode"/>
                              <dgm:param type="stAng" val="0"/>
                            </dgm:alg>
                          </dgm:if>
                          <dgm:if name="Name97" axis="ch ch" ptType="node node" st="1 1" cnt="1 0" func="cnt" op="equ" val="2">
                            <dgm:alg type="cycle">
                              <dgm:param type="ctrShpMap" val="fNode"/>
                              <dgm:param type="stAng" val="315"/>
                              <dgm:param type="spanAng" val="90"/>
                            </dgm:alg>
                          </dgm:if>
                          <dgm:else name="Name98">
                            <dgm:alg type="cycle">
                              <dgm:param type="ctrShpMap" val="fNode"/>
                              <dgm:param type="stAng" val="0"/>
                              <dgm:param type="spanAng" val="360"/>
                            </dgm:alg>
                          </dgm:else>
                        </dgm:choose>
                      </dgm:if>
                      <dgm:else name="Name99"/>
                    </dgm:choose>
                  </dgm:if>
                  <dgm:else name="Name100">
                    <dgm:choose name="Name101">
                      <dgm:if name="Name102" axis="ch" ptType="node" func="cnt" op="equ" val="1">
                        <dgm:choose name="Name103">
                          <dgm:if name="Name104" axis="ch ch" ptType="node node" st="1 1" cnt="1 0" func="cnt" op="equ" val="1">
                            <dgm:alg type="cycle">
                              <dgm:param type="ctrShpMap" val="fNode"/>
                              <dgm:param type="stAng" val="270"/>
                            </dgm:alg>
                          </dgm:if>
                          <dgm:if name="Name105" axis="ch ch" ptType="node node" st="1 1" cnt="1 0" func="cnt" op="equ" val="2">
                            <dgm:alg type="cycle">
                              <dgm:param type="ctrShpMap" val="fNode"/>
                              <dgm:param type="stAng" val="315"/>
                              <dgm:param type="spanAng" val="-90"/>
                            </dgm:alg>
                          </dgm:if>
                          <dgm:else name="Name106">
                            <dgm:alg type="cycle">
                              <dgm:param type="ctrShpMap" val="fNode"/>
                              <dgm:param type="stAng" val="0"/>
                              <dgm:param type="spanAng" val="-180"/>
                            </dgm:alg>
                          </dgm:else>
                        </dgm:choose>
                      </dgm:if>
                      <dgm:if name="Name107" axis="ch" ptType="node" func="cnt" op="equ" val="2">
                        <dgm:choose name="Name108">
                          <dgm:if name="Name109" axis="ch ch" ptType="node node" st="1 1" cnt="1 0" func="cnt" op="equ" val="1">
                            <dgm:alg type="cycle">
                              <dgm:param type="ctrShpMap" val="fNode"/>
                              <dgm:param type="stAng" val="0"/>
                            </dgm:alg>
                          </dgm:if>
                          <dgm:if name="Name110" axis="ch ch" ptType="node node" st="1 1" cnt="1 0" func="cnt" op="equ" val="2">
                            <dgm:alg type="cycle">
                              <dgm:param type="ctrShpMap" val="fNode"/>
                              <dgm:param type="stAng" val="45"/>
                              <dgm:param type="spanAng" val="-90"/>
                            </dgm:alg>
                          </dgm:if>
                          <dgm:else name="Name111">
                            <dgm:alg type="cycle">
                              <dgm:param type="ctrShpMap" val="fNode"/>
                              <dgm:param type="stAng" val="90"/>
                              <dgm:param type="spanAng" val="-180"/>
                            </dgm:alg>
                          </dgm:else>
                        </dgm:choose>
                      </dgm:if>
                      <dgm:if name="Name112" axis="ch" ptType="node" func="cnt" op="equ" val="3">
                        <dgm:choose name="Name113">
                          <dgm:if name="Name114" axis="ch ch" ptType="node node" st="1 1" cnt="1 0" func="cnt" op="equ" val="1">
                            <dgm:alg type="cycle">
                              <dgm:param type="ctrShpMap" val="fNode"/>
                              <dgm:param type="stAng" val="0"/>
                            </dgm:alg>
                          </dgm:if>
                          <dgm:if name="Name115" axis="ch ch" ptType="node node" st="1 1" cnt="1 0" func="cnt" op="equ" val="2">
                            <dgm:alg type="cycle">
                              <dgm:param type="ctrShpMap" val="fNode"/>
                              <dgm:param type="stAng" val="45"/>
                              <dgm:param type="spanAng" val="-90"/>
                            </dgm:alg>
                          </dgm:if>
                          <dgm:else name="Name116">
                            <dgm:alg type="cycle">
                              <dgm:param type="ctrShpMap" val="fNode"/>
                              <dgm:param type="stAng" val="90"/>
                              <dgm:param type="spanAng" val="-180"/>
                            </dgm:alg>
                          </dgm:else>
                        </dgm:choose>
                      </dgm:if>
                      <dgm:if name="Name117" axis="ch" ptType="node" func="cnt" op="equ" val="4">
                        <dgm:choose name="Name118">
                          <dgm:if name="Name119" axis="ch ch" ptType="node node" st="1 1" cnt="1 0" func="cnt" op="equ" val="1">
                            <dgm:alg type="cycle">
                              <dgm:param type="ctrShpMap" val="fNode"/>
                              <dgm:param type="stAng" val="0"/>
                            </dgm:alg>
                          </dgm:if>
                          <dgm:if name="Name120" axis="ch ch" ptType="node node" st="1 1" cnt="1 0" func="cnt" op="equ" val="2">
                            <dgm:alg type="cycle">
                              <dgm:param type="ctrShpMap" val="fNode"/>
                              <dgm:param type="stAng" val="45"/>
                              <dgm:param type="spanAng" val="-90"/>
                            </dgm:alg>
                          </dgm:if>
                          <dgm:else name="Name121">
                            <dgm:alg type="cycle">
                              <dgm:param type="ctrShpMap" val="fNode"/>
                              <dgm:param type="stAng" val="67.5"/>
                              <dgm:param type="spanAng" val="-135"/>
                            </dgm:alg>
                          </dgm:else>
                        </dgm:choose>
                      </dgm:if>
                      <dgm:if name="Name122" axis="ch" ptType="node" func="cnt" op="equ" val="5">
                        <dgm:choose name="Name123">
                          <dgm:if name="Name124" axis="ch ch" ptType="node node" st="1 1" cnt="1 0" func="cnt" op="equ" val="1">
                            <dgm:alg type="cycle">
                              <dgm:param type="ctrShpMap" val="fNode"/>
                              <dgm:param type="stAng" val="0"/>
                            </dgm:alg>
                          </dgm:if>
                          <dgm:if name="Name125" axis="ch ch" ptType="node node" st="1 1" cnt="1 0" func="cnt" op="equ" val="2">
                            <dgm:alg type="cycle">
                              <dgm:param type="ctrShpMap" val="fNode"/>
                              <dgm:param type="stAng" val="45"/>
                              <dgm:param type="spanAng" val="-90"/>
                            </dgm:alg>
                          </dgm:if>
                          <dgm:else name="Name126">
                            <dgm:alg type="cycle">
                              <dgm:param type="ctrShpMap" val="fNode"/>
                              <dgm:param type="stAng" val="0"/>
                              <dgm:param type="spanAng" val="-360"/>
                            </dgm:alg>
                          </dgm:else>
                        </dgm:choose>
                      </dgm:if>
                      <dgm:if name="Name127" axis="ch" ptType="node" func="cnt" op="equ" val="6">
                        <dgm:choose name="Name128">
                          <dgm:if name="Name129" axis="ch ch" ptType="node node" st="1 1" cnt="1 0" func="cnt" op="equ" val="1">
                            <dgm:alg type="cycle">
                              <dgm:param type="ctrShpMap" val="fNode"/>
                              <dgm:param type="stAng" val="0"/>
                            </dgm:alg>
                          </dgm:if>
                          <dgm:if name="Name130" axis="ch ch" ptType="node node" st="1 1" cnt="1 0" func="cnt" op="equ" val="2">
                            <dgm:alg type="cycle">
                              <dgm:param type="ctrShpMap" val="fNode"/>
                              <dgm:param type="stAng" val="45"/>
                              <dgm:param type="spanAng" val="-90"/>
                            </dgm:alg>
                          </dgm:if>
                          <dgm:else name="Name131">
                            <dgm:alg type="cycle">
                              <dgm:param type="ctrShpMap" val="fNode"/>
                              <dgm:param type="stAng" val="0"/>
                              <dgm:param type="spanAng" val="-360"/>
                            </dgm:alg>
                          </dgm:else>
                        </dgm:choose>
                      </dgm:if>
                      <dgm:if name="Name132" axis="ch" ptType="node" func="cnt" op="gte" val="7">
                        <dgm:choose name="Name133">
                          <dgm:if name="Name134" axis="ch ch" ptType="node node" st="1 1" cnt="1 0" func="cnt" op="equ" val="1">
                            <dgm:alg type="cycle">
                              <dgm:param type="ctrShpMap" val="fNode"/>
                              <dgm:param type="stAng" val="0"/>
                            </dgm:alg>
                          </dgm:if>
                          <dgm:if name="Name135" axis="ch ch" ptType="node node" st="1 1" cnt="1 0" func="cnt" op="equ" val="2">
                            <dgm:alg type="cycle">
                              <dgm:param type="ctrShpMap" val="fNode"/>
                              <dgm:param type="stAng" val="45"/>
                              <dgm:param type="spanAng" val="-90"/>
                            </dgm:alg>
                          </dgm:if>
                          <dgm:else name="Name136">
                            <dgm:alg type="cycle">
                              <dgm:param type="ctrShpMap" val="fNode"/>
                              <dgm:param type="stAng" val="0"/>
                              <dgm:param type="spanAng" val="-360"/>
                            </dgm:alg>
                          </dgm:else>
                        </dgm:choose>
                      </dgm:if>
                      <dgm:else name="Name137"/>
                    </dgm:choose>
                  </dgm:else>
                </dgm:choose>
                <dgm:shape xmlns:r="http://schemas.openxmlformats.org/officeDocument/2006/relationships" r:blip="">
                  <dgm:adjLst/>
                </dgm:shape>
                <dgm:presOf/>
                <dgm:constrLst>
                  <dgm:constr type="sp" refType="w" fact="0.1"/>
                  <dgm:constr type="sibSp" refType="w" fact="0.1"/>
                </dgm:constrLst>
                <dgm:forEach name="Name138" axis="ch" ptType="node" cnt="1">
                  <dgm:layoutNode name="childCenter1"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139" axis="ch">
                    <dgm:forEach name="Name140" axis="self" ptType="parTrans">
                      <dgm:layoutNode name="Name141">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142" axis="self" ptType="node">
                      <dgm:layoutNode name="text1"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143" axis="ch" ptType="parTrans" cnt="1">
                <dgm:layoutNode name="Name144">
                  <dgm:alg type="conn">
                    <dgm:param type="dim" val="1D"/>
                    <dgm:param type="begPts" val="auto"/>
                    <dgm:param type="endPts" val="auto"/>
                    <dgm:param type="endSty" val="noArr"/>
                    <dgm:param type="srcNode" val="textCenter"/>
                    <dgm:param type="dstNode" val="childCenter1"/>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145"/>
          </dgm:choose>
          <dgm:choose name="Name146">
            <dgm:if name="Name147" axis="ch" ptType="node" func="cnt" op="gte" val="2">
              <dgm:layoutNode name="cycle_2">
                <dgm:choose name="Name148">
                  <dgm:if name="Name149" func="var" arg="dir" op="equ" val="norm">
                    <dgm:choose name="Name150">
                      <dgm:if name="Name151" axis="ch" ptType="node" func="cnt" op="equ" val="2">
                        <dgm:choose name="Name152">
                          <dgm:if name="Name153" axis="ch ch" ptType="node node" st="2 1" cnt="1 0" func="cnt" op="equ" val="1">
                            <dgm:alg type="cycle">
                              <dgm:param type="ctrShpMap" val="fNode"/>
                              <dgm:param type="stAng" val="180"/>
                            </dgm:alg>
                          </dgm:if>
                          <dgm:if name="Name154" axis="ch ch" ptType="node node" st="2 1" cnt="1 0" func="cnt" op="equ" val="2">
                            <dgm:alg type="cycle">
                              <dgm:param type="ctrShpMap" val="fNode"/>
                              <dgm:param type="stAng" val="135"/>
                              <dgm:param type="spanAng" val="90"/>
                            </dgm:alg>
                          </dgm:if>
                          <dgm:else name="Name155">
                            <dgm:alg type="cycle">
                              <dgm:param type="ctrShpMap" val="fNode"/>
                              <dgm:param type="stAng" val="90"/>
                              <dgm:param type="spanAng" val="180"/>
                            </dgm:alg>
                          </dgm:else>
                        </dgm:choose>
                      </dgm:if>
                      <dgm:if name="Name156" axis="ch" ptType="node" func="cnt" op="equ" val="3">
                        <dgm:choose name="Name157">
                          <dgm:if name="Name158" axis="ch ch" ptType="node node" st="2 1" cnt="1 0" func="cnt" op="equ" val="1">
                            <dgm:alg type="cycle">
                              <dgm:param type="ctrShpMap" val="fNode"/>
                              <dgm:param type="stAng" val="120"/>
                              <dgm:param type="horzAlign" val="r"/>
                              <dgm:param type="vertAlign" val="b"/>
                            </dgm:alg>
                          </dgm:if>
                          <dgm:if name="Name159" axis="ch ch" ptType="node node" st="2 1" cnt="1 0" func="cnt" op="equ" val="2">
                            <dgm:alg type="cycle">
                              <dgm:param type="ctrShpMap" val="fNode"/>
                              <dgm:param type="stAng" val="75"/>
                              <dgm:param type="spanAng" val="90"/>
                              <dgm:param type="horzAlign" val="r"/>
                              <dgm:param type="vertAlign" val="b"/>
                            </dgm:alg>
                          </dgm:if>
                          <dgm:else name="Name160">
                            <dgm:alg type="cycle">
                              <dgm:param type="ctrShpMap" val="fNode"/>
                              <dgm:param type="stAng" val="30"/>
                              <dgm:param type="spanAng" val="180"/>
                            </dgm:alg>
                          </dgm:else>
                        </dgm:choose>
                      </dgm:if>
                      <dgm:if name="Name161" axis="ch" ptType="node" func="cnt" op="equ" val="4">
                        <dgm:choose name="Name162">
                          <dgm:if name="Name163" axis="ch ch" ptType="node node" st="2 1" cnt="1 0" func="cnt" op="equ" val="1">
                            <dgm:alg type="cycle">
                              <dgm:param type="ctrShpMap" val="fNode"/>
                              <dgm:param type="stAng" val="90"/>
                            </dgm:alg>
                          </dgm:if>
                          <dgm:if name="Name164" axis="ch ch" ptType="node node" st="2 1" cnt="1 0" func="cnt" op="equ" val="2">
                            <dgm:alg type="cycle">
                              <dgm:param type="ctrShpMap" val="fNode"/>
                              <dgm:param type="stAng" val="45"/>
                              <dgm:param type="spanAng" val="90"/>
                            </dgm:alg>
                          </dgm:if>
                          <dgm:else name="Name165">
                            <dgm:alg type="cycle">
                              <dgm:param type="ctrShpMap" val="fNode"/>
                              <dgm:param type="stAng" val="22.5"/>
                              <dgm:param type="spanAng" val="135"/>
                            </dgm:alg>
                          </dgm:else>
                        </dgm:choose>
                      </dgm:if>
                      <dgm:if name="Name166" axis="ch" ptType="node" func="cnt" op="equ" val="5">
                        <dgm:choose name="Name167">
                          <dgm:if name="Name168" axis="ch ch" ptType="node node" st="2 1" cnt="1 0" func="cnt" op="equ" val="1">
                            <dgm:alg type="cycle">
                              <dgm:param type="ctrShpMap" val="fNode"/>
                              <dgm:param type="stAng" val="72"/>
                            </dgm:alg>
                          </dgm:if>
                          <dgm:if name="Name169" axis="ch ch" ptType="node node" st="2 1" cnt="1 0" func="cnt" op="equ" val="2">
                            <dgm:alg type="cycle">
                              <dgm:param type="ctrShpMap" val="fNode"/>
                              <dgm:param type="stAng" val="27"/>
                              <dgm:param type="spanAng" val="90"/>
                            </dgm:alg>
                          </dgm:if>
                          <dgm:else name="Name170">
                            <dgm:alg type="cycle">
                              <dgm:param type="ctrShpMap" val="fNode"/>
                              <dgm:param type="stAng" val="0"/>
                              <dgm:param type="spanAng" val="360"/>
                            </dgm:alg>
                          </dgm:else>
                        </dgm:choose>
                      </dgm:if>
                      <dgm:if name="Name171" axis="ch" ptType="node" func="cnt" op="equ" val="6">
                        <dgm:choose name="Name172">
                          <dgm:if name="Name173" axis="ch ch" ptType="node node" st="2 1" cnt="1 0" func="cnt" op="equ" val="1">
                            <dgm:alg type="cycle">
                              <dgm:param type="ctrShpMap" val="fNode"/>
                              <dgm:param type="stAng" val="60"/>
                            </dgm:alg>
                          </dgm:if>
                          <dgm:if name="Name174" axis="ch ch" ptType="node node" st="2 1" cnt="1 0" func="cnt" op="equ" val="2">
                            <dgm:alg type="cycle">
                              <dgm:param type="ctrShpMap" val="fNode"/>
                              <dgm:param type="stAng" val="15"/>
                              <dgm:param type="spanAng" val="90"/>
                            </dgm:alg>
                          </dgm:if>
                          <dgm:else name="Name175">
                            <dgm:alg type="cycle">
                              <dgm:param type="ctrShpMap" val="fNode"/>
                              <dgm:param type="stAng" val="0"/>
                              <dgm:param type="spanAng" val="360"/>
                            </dgm:alg>
                          </dgm:else>
                        </dgm:choose>
                      </dgm:if>
                      <dgm:if name="Name176" axis="ch" ptType="node" func="cnt" op="gte" val="7">
                        <dgm:choose name="Name177">
                          <dgm:if name="Name178" axis="ch ch" ptType="node node" st="2 1" cnt="1 0" func="cnt" op="equ" val="1">
                            <dgm:alg type="cycle">
                              <dgm:param type="ctrShpMap" val="fNode"/>
                              <dgm:param type="stAng" val="51"/>
                            </dgm:alg>
                          </dgm:if>
                          <dgm:if name="Name179" axis="ch ch" ptType="node node" st="2 1" cnt="1 0" func="cnt" op="equ" val="2">
                            <dgm:alg type="cycle">
                              <dgm:param type="ctrShpMap" val="fNode"/>
                              <dgm:param type="stAng" val="6"/>
                              <dgm:param type="spanAng" val="90"/>
                            </dgm:alg>
                          </dgm:if>
                          <dgm:else name="Name180">
                            <dgm:alg type="cycle">
                              <dgm:param type="ctrShpMap" val="fNode"/>
                              <dgm:param type="stAng" val="0"/>
                              <dgm:param type="spanAng" val="360"/>
                            </dgm:alg>
                          </dgm:else>
                        </dgm:choose>
                      </dgm:if>
                      <dgm:else name="Name181"/>
                    </dgm:choose>
                  </dgm:if>
                  <dgm:else name="Name182">
                    <dgm:choose name="Name183">
                      <dgm:if name="Name184" axis="ch" ptType="node" func="cnt" op="equ" val="2">
                        <dgm:choose name="Name185">
                          <dgm:if name="Name186" axis="ch ch" ptType="node node" st="2 1" cnt="1 0" func="cnt" op="equ" val="1">
                            <dgm:alg type="cycle">
                              <dgm:param type="ctrShpMap" val="fNode"/>
                              <dgm:param type="stAng" val="180"/>
                            </dgm:alg>
                          </dgm:if>
                          <dgm:if name="Name187" axis="ch ch" ptType="node node" st="2 1" cnt="1 0" func="cnt" op="equ" val="2">
                            <dgm:alg type="cycle">
                              <dgm:param type="ctrShpMap" val="fNode"/>
                              <dgm:param type="stAng" val="225"/>
                              <dgm:param type="spanAng" val="-90"/>
                            </dgm:alg>
                          </dgm:if>
                          <dgm:else name="Name188">
                            <dgm:alg type="cycle">
                              <dgm:param type="ctrShpMap" val="fNode"/>
                              <dgm:param type="stAng" val="270"/>
                              <dgm:param type="spanAng" val="-180"/>
                            </dgm:alg>
                          </dgm:else>
                        </dgm:choose>
                      </dgm:if>
                      <dgm:if name="Name189" axis="ch" ptType="node" func="cnt" op="equ" val="3">
                        <dgm:choose name="Name190">
                          <dgm:if name="Name191" axis="ch ch" ptType="node node" st="2 1" cnt="1 0" func="cnt" op="equ" val="1">
                            <dgm:alg type="cycle">
                              <dgm:param type="ctrShpMap" val="fNode"/>
                              <dgm:param type="stAng" val="240"/>
                              <dgm:param type="horzAlign" val="l"/>
                              <dgm:param type="vertAlign" val="b"/>
                            </dgm:alg>
                          </dgm:if>
                          <dgm:if name="Name192" axis="ch ch" ptType="node node" st="2 1" cnt="1 0" func="cnt" op="equ" val="2">
                            <dgm:alg type="cycle">
                              <dgm:param type="ctrShpMap" val="fNode"/>
                              <dgm:param type="stAng" val="285"/>
                              <dgm:param type="spanAng" val="-90"/>
                              <dgm:param type="horzAlign" val="l"/>
                              <dgm:param type="vertAlign" val="b"/>
                            </dgm:alg>
                          </dgm:if>
                          <dgm:else name="Name193">
                            <dgm:alg type="cycle">
                              <dgm:param type="ctrShpMap" val="fNode"/>
                              <dgm:param type="stAng" val="330"/>
                              <dgm:param type="spanAng" val="-180"/>
                            </dgm:alg>
                          </dgm:else>
                        </dgm:choose>
                      </dgm:if>
                      <dgm:if name="Name194" axis="ch" ptType="node" func="cnt" op="equ" val="4">
                        <dgm:choose name="Name195">
                          <dgm:if name="Name196" axis="ch ch" ptType="node node" st="2 1" cnt="1 0" func="cnt" op="equ" val="1">
                            <dgm:alg type="cycle">
                              <dgm:param type="ctrShpMap" val="fNode"/>
                              <dgm:param type="stAng" val="270"/>
                            </dgm:alg>
                          </dgm:if>
                          <dgm:if name="Name197" axis="ch ch" ptType="node node" st="2 1" cnt="1 0" func="cnt" op="equ" val="2">
                            <dgm:alg type="cycle">
                              <dgm:param type="ctrShpMap" val="fNode"/>
                              <dgm:param type="stAng" val="315"/>
                              <dgm:param type="spanAng" val="-90"/>
                            </dgm:alg>
                          </dgm:if>
                          <dgm:else name="Name198">
                            <dgm:alg type="cycle">
                              <dgm:param type="ctrShpMap" val="fNode"/>
                              <dgm:param type="stAng" val="337.5"/>
                              <dgm:param type="spanAng" val="-135"/>
                            </dgm:alg>
                          </dgm:else>
                        </dgm:choose>
                      </dgm:if>
                      <dgm:if name="Name199" axis="ch" ptType="node" func="cnt" op="equ" val="5">
                        <dgm:choose name="Name200">
                          <dgm:if name="Name201" axis="ch ch" ptType="node node" st="2 1" cnt="1 0" func="cnt" op="equ" val="1">
                            <dgm:alg type="cycle">
                              <dgm:param type="ctrShpMap" val="fNode"/>
                              <dgm:param type="stAng" val="288"/>
                            </dgm:alg>
                          </dgm:if>
                          <dgm:if name="Name202" axis="ch ch" ptType="node node" st="2 1" cnt="1 0" func="cnt" op="equ" val="2">
                            <dgm:alg type="cycle">
                              <dgm:param type="ctrShpMap" val="fNode"/>
                              <dgm:param type="stAng" val="333"/>
                              <dgm:param type="spanAng" val="-90"/>
                            </dgm:alg>
                          </dgm:if>
                          <dgm:else name="Name203">
                            <dgm:alg type="cycle">
                              <dgm:param type="ctrShpMap" val="fNode"/>
                              <dgm:param type="stAng" val="0"/>
                              <dgm:param type="spanAng" val="-360"/>
                            </dgm:alg>
                          </dgm:else>
                        </dgm:choose>
                      </dgm:if>
                      <dgm:if name="Name204" axis="ch" ptType="node" func="cnt" op="equ" val="6">
                        <dgm:choose name="Name205">
                          <dgm:if name="Name206" axis="ch ch" ptType="node node" st="2 1" cnt="1 0" func="cnt" op="equ" val="1">
                            <dgm:alg type="cycle">
                              <dgm:param type="ctrShpMap" val="fNode"/>
                              <dgm:param type="stAng" val="300"/>
                            </dgm:alg>
                          </dgm:if>
                          <dgm:if name="Name207" axis="ch ch" ptType="node node" st="2 1" cnt="1 0" func="cnt" op="equ" val="2">
                            <dgm:alg type="cycle">
                              <dgm:param type="ctrShpMap" val="fNode"/>
                              <dgm:param type="stAng" val="345"/>
                              <dgm:param type="spanAng" val="-90"/>
                            </dgm:alg>
                          </dgm:if>
                          <dgm:else name="Name208">
                            <dgm:alg type="cycle">
                              <dgm:param type="ctrShpMap" val="fNode"/>
                              <dgm:param type="stAng" val="0"/>
                              <dgm:param type="spanAng" val="-360"/>
                            </dgm:alg>
                          </dgm:else>
                        </dgm:choose>
                      </dgm:if>
                      <dgm:if name="Name209" axis="ch" ptType="node" func="cnt" op="gte" val="7">
                        <dgm:choose name="Name210">
                          <dgm:if name="Name211" axis="ch ch" ptType="node node" st="2 1" cnt="1 0" func="cnt" op="equ" val="1">
                            <dgm:alg type="cycle">
                              <dgm:param type="ctrShpMap" val="fNode"/>
                              <dgm:param type="stAng" val="308"/>
                            </dgm:alg>
                          </dgm:if>
                          <dgm:if name="Name212" axis="ch ch" ptType="node node" st="2 1" cnt="1 0" func="cnt" op="equ" val="2">
                            <dgm:alg type="cycle">
                              <dgm:param type="ctrShpMap" val="fNode"/>
                              <dgm:param type="stAng" val="353"/>
                              <dgm:param type="spanAng" val="-90"/>
                            </dgm:alg>
                          </dgm:if>
                          <dgm:else name="Name213">
                            <dgm:alg type="cycle">
                              <dgm:param type="ctrShpMap" val="fNode"/>
                              <dgm:param type="stAng" val="0"/>
                              <dgm:param type="spanAng" val="-360"/>
                            </dgm:alg>
                          </dgm:else>
                        </dgm:choose>
                      </dgm:if>
                      <dgm:else name="Name214"/>
                    </dgm:choose>
                  </dgm:else>
                </dgm:choose>
                <dgm:shape xmlns:r="http://schemas.openxmlformats.org/officeDocument/2006/relationships" r:blip="">
                  <dgm:adjLst/>
                </dgm:shape>
                <dgm:presOf/>
                <dgm:constrLst>
                  <dgm:constr type="sp" refType="w" fact="0.1"/>
                  <dgm:constr type="sibSp" refType="w" fact="0.1"/>
                </dgm:constrLst>
                <dgm:forEach name="Name215" axis="ch" ptType="node" st="2" cnt="1">
                  <dgm:layoutNode name="childCenter2"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216" axis="ch">
                    <dgm:forEach name="Name217" axis="self" ptType="parTrans">
                      <dgm:layoutNode name="Name218">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219" axis="self" ptType="node">
                      <dgm:layoutNode name="text2"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220" axis="ch" ptType="parTrans" st="2" cnt="1">
                <dgm:layoutNode name="Name221">
                  <dgm:alg type="conn">
                    <dgm:param type="dim" val="1D"/>
                    <dgm:param type="begPts" val="auto"/>
                    <dgm:param type="endPts" val="auto"/>
                    <dgm:param type="endSty" val="noArr"/>
                    <dgm:param type="srcNode" val="textCenter"/>
                    <dgm:param type="dstNode" val="childCenter2"/>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222"/>
          </dgm:choose>
          <dgm:choose name="Name223">
            <dgm:if name="Name224" axis="ch" ptType="node" func="cnt" op="gte" val="3">
              <dgm:layoutNode name="cycle_3">
                <dgm:choose name="Name225">
                  <dgm:if name="Name226" func="var" arg="dir" op="equ" val="norm">
                    <dgm:choose name="Name227">
                      <dgm:if name="Name228" axis="ch" ptType="node" func="cnt" op="equ" val="3">
                        <dgm:choose name="Name229">
                          <dgm:if name="Name230" axis="ch ch" ptType="node node" st="3 1" cnt="1 0" func="cnt" op="equ" val="1">
                            <dgm:alg type="cycle">
                              <dgm:param type="ctrShpMap" val="fNode"/>
                              <dgm:param type="stAng" val="240"/>
                              <dgm:param type="horzAlign" val="l"/>
                              <dgm:param type="vertAlign" val="b"/>
                            </dgm:alg>
                          </dgm:if>
                          <dgm:if name="Name231" axis="ch ch" ptType="node node" st="3 1" cnt="1 0" func="cnt" op="equ" val="2">
                            <dgm:alg type="cycle">
                              <dgm:param type="ctrShpMap" val="fNode"/>
                              <dgm:param type="stAng" val="195"/>
                              <dgm:param type="spanAng" val="90"/>
                              <dgm:param type="horzAlign" val="l"/>
                              <dgm:param type="vertAlign" val="b"/>
                            </dgm:alg>
                          </dgm:if>
                          <dgm:else name="Name232">
                            <dgm:alg type="cycle">
                              <dgm:param type="ctrShpMap" val="fNode"/>
                              <dgm:param type="stAng" val="150"/>
                              <dgm:param type="spanAng" val="180"/>
                            </dgm:alg>
                          </dgm:else>
                        </dgm:choose>
                      </dgm:if>
                      <dgm:if name="Name233" axis="ch" ptType="node" func="cnt" op="equ" val="4">
                        <dgm:choose name="Name234">
                          <dgm:if name="Name235" axis="ch ch" ptType="node node" st="3 1" cnt="1 0" func="cnt" op="equ" val="1">
                            <dgm:alg type="cycle">
                              <dgm:param type="ctrShpMap" val="fNode"/>
                              <dgm:param type="stAng" val="180"/>
                            </dgm:alg>
                          </dgm:if>
                          <dgm:if name="Name236" axis="ch ch" ptType="node node" st="3 1" cnt="1 0" func="cnt" op="equ" val="2">
                            <dgm:alg type="cycle">
                              <dgm:param type="ctrShpMap" val="fNode"/>
                              <dgm:param type="stAng" val="135"/>
                              <dgm:param type="spanAng" val="90"/>
                            </dgm:alg>
                          </dgm:if>
                          <dgm:else name="Name237">
                            <dgm:alg type="cycle">
                              <dgm:param type="ctrShpMap" val="fNode"/>
                              <dgm:param type="stAng" val="112.5"/>
                              <dgm:param type="spanAng" val="135"/>
                            </dgm:alg>
                          </dgm:else>
                        </dgm:choose>
                      </dgm:if>
                      <dgm:if name="Name238" axis="ch" ptType="node" func="cnt" op="equ" val="5">
                        <dgm:choose name="Name239">
                          <dgm:if name="Name240" axis="ch ch" ptType="node node" st="3 1" cnt="1 0" func="cnt" op="equ" val="1">
                            <dgm:alg type="cycle">
                              <dgm:param type="ctrShpMap" val="fNode"/>
                              <dgm:param type="stAng" val="144"/>
                            </dgm:alg>
                          </dgm:if>
                          <dgm:if name="Name241" axis="ch ch" ptType="node node" st="3 1" cnt="1 0" func="cnt" op="equ" val="2">
                            <dgm:alg type="cycle">
                              <dgm:param type="ctrShpMap" val="fNode"/>
                              <dgm:param type="stAng" val="99"/>
                              <dgm:param type="spanAng" val="90"/>
                            </dgm:alg>
                          </dgm:if>
                          <dgm:else name="Name242">
                            <dgm:alg type="cycle">
                              <dgm:param type="ctrShpMap" val="fNode"/>
                              <dgm:param type="stAng" val="0"/>
                              <dgm:param type="spanAng" val="360"/>
                            </dgm:alg>
                          </dgm:else>
                        </dgm:choose>
                      </dgm:if>
                      <dgm:if name="Name243" axis="ch" ptType="node" func="cnt" op="equ" val="6">
                        <dgm:choose name="Name244">
                          <dgm:if name="Name245" axis="ch ch" ptType="node node" st="3 1" cnt="1 0" func="cnt" op="equ" val="1">
                            <dgm:alg type="cycle">
                              <dgm:param type="ctrShpMap" val="fNode"/>
                              <dgm:param type="stAng" val="120"/>
                            </dgm:alg>
                          </dgm:if>
                          <dgm:if name="Name246" axis="ch ch" ptType="node node" st="3 1" cnt="1 0" func="cnt" op="equ" val="2">
                            <dgm:alg type="cycle">
                              <dgm:param type="ctrShpMap" val="fNode"/>
                              <dgm:param type="stAng" val="75"/>
                              <dgm:param type="spanAng" val="90"/>
                            </dgm:alg>
                          </dgm:if>
                          <dgm:else name="Name247">
                            <dgm:alg type="cycle">
                              <dgm:param type="ctrShpMap" val="fNode"/>
                              <dgm:param type="stAng" val="0"/>
                              <dgm:param type="spanAng" val="360"/>
                            </dgm:alg>
                          </dgm:else>
                        </dgm:choose>
                      </dgm:if>
                      <dgm:if name="Name248" axis="ch" ptType="node" func="cnt" op="gte" val="7">
                        <dgm:choose name="Name249">
                          <dgm:if name="Name250" axis="ch ch" ptType="node node" st="3 1" cnt="1 0" func="cnt" op="equ" val="1">
                            <dgm:alg type="cycle">
                              <dgm:param type="ctrShpMap" val="fNode"/>
                              <dgm:param type="stAng" val="102"/>
                            </dgm:alg>
                          </dgm:if>
                          <dgm:if name="Name251" axis="ch ch" ptType="node node" st="3 1" cnt="1 0" func="cnt" op="equ" val="2">
                            <dgm:alg type="cycle">
                              <dgm:param type="ctrShpMap" val="fNode"/>
                              <dgm:param type="stAng" val="57"/>
                              <dgm:param type="spanAng" val="90"/>
                            </dgm:alg>
                          </dgm:if>
                          <dgm:else name="Name252">
                            <dgm:alg type="cycle">
                              <dgm:param type="ctrShpMap" val="fNode"/>
                              <dgm:param type="stAng" val="0"/>
                              <dgm:param type="spanAng" val="360"/>
                            </dgm:alg>
                          </dgm:else>
                        </dgm:choose>
                      </dgm:if>
                      <dgm:else name="Name253"/>
                    </dgm:choose>
                  </dgm:if>
                  <dgm:else name="Name254">
                    <dgm:choose name="Name255">
                      <dgm:if name="Name256" axis="ch" ptType="node" func="cnt" op="equ" val="3">
                        <dgm:choose name="Name257">
                          <dgm:if name="Name258" axis="ch ch" ptType="node node" st="3 1" cnt="1 0" func="cnt" op="equ" val="1">
                            <dgm:alg type="cycle">
                              <dgm:param type="ctrShpMap" val="fNode"/>
                              <dgm:param type="stAng" val="120"/>
                              <dgm:param type="horzAlign" val="r"/>
                              <dgm:param type="vertAlign" val="b"/>
                            </dgm:alg>
                          </dgm:if>
                          <dgm:if name="Name259" axis="ch ch" ptType="node node" st="3 1" cnt="1 0" func="cnt" op="equ" val="2">
                            <dgm:alg type="cycle">
                              <dgm:param type="ctrShpMap" val="fNode"/>
                              <dgm:param type="stAng" val="165"/>
                              <dgm:param type="spanAng" val="-90"/>
                              <dgm:param type="horzAlign" val="r"/>
                              <dgm:param type="vertAlign" val="b"/>
                            </dgm:alg>
                          </dgm:if>
                          <dgm:else name="Name260">
                            <dgm:alg type="cycle">
                              <dgm:param type="ctrShpMap" val="fNode"/>
                              <dgm:param type="stAng" val="210"/>
                              <dgm:param type="spanAng" val="-180"/>
                            </dgm:alg>
                          </dgm:else>
                        </dgm:choose>
                      </dgm:if>
                      <dgm:if name="Name261" axis="ch" ptType="node" func="cnt" op="equ" val="4">
                        <dgm:choose name="Name262">
                          <dgm:if name="Name263" axis="ch ch" ptType="node node" st="3 1" cnt="1 0" func="cnt" op="equ" val="1">
                            <dgm:alg type="cycle">
                              <dgm:param type="ctrShpMap" val="fNode"/>
                              <dgm:param type="stAng" val="180"/>
                            </dgm:alg>
                          </dgm:if>
                          <dgm:if name="Name264" axis="ch ch" ptType="node node" st="3 1" cnt="1 0" func="cnt" op="equ" val="2">
                            <dgm:alg type="cycle">
                              <dgm:param type="ctrShpMap" val="fNode"/>
                              <dgm:param type="stAng" val="225"/>
                              <dgm:param type="spanAng" val="-90"/>
                            </dgm:alg>
                          </dgm:if>
                          <dgm:else name="Name265">
                            <dgm:alg type="cycle">
                              <dgm:param type="ctrShpMap" val="fNode"/>
                              <dgm:param type="stAng" val="247.5"/>
                              <dgm:param type="spanAng" val="-135"/>
                            </dgm:alg>
                          </dgm:else>
                        </dgm:choose>
                      </dgm:if>
                      <dgm:if name="Name266" axis="ch" ptType="node" func="cnt" op="equ" val="5">
                        <dgm:choose name="Name267">
                          <dgm:if name="Name268" axis="ch ch" ptType="node node" st="3 1" cnt="1 0" func="cnt" op="equ" val="1">
                            <dgm:alg type="cycle">
                              <dgm:param type="ctrShpMap" val="fNode"/>
                              <dgm:param type="stAng" val="216"/>
                            </dgm:alg>
                          </dgm:if>
                          <dgm:if name="Name269" axis="ch ch" ptType="node node" st="3 1" cnt="1 0" func="cnt" op="equ" val="2">
                            <dgm:alg type="cycle">
                              <dgm:param type="ctrShpMap" val="fNode"/>
                              <dgm:param type="stAng" val="261"/>
                              <dgm:param type="spanAng" val="-90"/>
                            </dgm:alg>
                          </dgm:if>
                          <dgm:else name="Name270">
                            <dgm:alg type="cycle">
                              <dgm:param type="ctrShpMap" val="fNode"/>
                              <dgm:param type="stAng" val="0"/>
                              <dgm:param type="spanAng" val="-360"/>
                            </dgm:alg>
                          </dgm:else>
                        </dgm:choose>
                      </dgm:if>
                      <dgm:if name="Name271" axis="ch" ptType="node" func="cnt" op="equ" val="6">
                        <dgm:choose name="Name272">
                          <dgm:if name="Name273" axis="ch ch" ptType="node node" st="3 1" cnt="1 0" func="cnt" op="equ" val="1">
                            <dgm:alg type="cycle">
                              <dgm:param type="ctrShpMap" val="fNode"/>
                              <dgm:param type="stAng" val="240"/>
                            </dgm:alg>
                          </dgm:if>
                          <dgm:if name="Name274" axis="ch ch" ptType="node node" st="3 1" cnt="1 0" func="cnt" op="equ" val="2">
                            <dgm:alg type="cycle">
                              <dgm:param type="ctrShpMap" val="fNode"/>
                              <dgm:param type="stAng" val="285"/>
                              <dgm:param type="spanAng" val="-90"/>
                            </dgm:alg>
                          </dgm:if>
                          <dgm:else name="Name275">
                            <dgm:alg type="cycle">
                              <dgm:param type="ctrShpMap" val="fNode"/>
                              <dgm:param type="stAng" val="0"/>
                              <dgm:param type="spanAng" val="-360"/>
                            </dgm:alg>
                          </dgm:else>
                        </dgm:choose>
                      </dgm:if>
                      <dgm:if name="Name276" axis="ch" ptType="node" func="cnt" op="gte" val="7">
                        <dgm:choose name="Name277">
                          <dgm:if name="Name278" axis="ch ch" ptType="node node" st="3 1" cnt="1 0" func="cnt" op="equ" val="1">
                            <dgm:alg type="cycle">
                              <dgm:param type="ctrShpMap" val="fNode"/>
                              <dgm:param type="stAng" val="257"/>
                            </dgm:alg>
                          </dgm:if>
                          <dgm:if name="Name279" axis="ch ch" ptType="node node" st="3 1" cnt="1 0" func="cnt" op="equ" val="2">
                            <dgm:alg type="cycle">
                              <dgm:param type="ctrShpMap" val="fNode"/>
                              <dgm:param type="stAng" val="302"/>
                              <dgm:param type="spanAng" val="-90"/>
                            </dgm:alg>
                          </dgm:if>
                          <dgm:else name="Name280">
                            <dgm:alg type="cycle">
                              <dgm:param type="ctrShpMap" val="fNode"/>
                              <dgm:param type="stAng" val="0"/>
                              <dgm:param type="spanAng" val="-360"/>
                            </dgm:alg>
                          </dgm:else>
                        </dgm:choose>
                      </dgm:if>
                      <dgm:else name="Name281"/>
                    </dgm:choose>
                  </dgm:else>
                </dgm:choose>
                <dgm:shape xmlns:r="http://schemas.openxmlformats.org/officeDocument/2006/relationships" r:blip="">
                  <dgm:adjLst/>
                </dgm:shape>
                <dgm:presOf/>
                <dgm:constrLst>
                  <dgm:constr type="sp" refType="w" fact="0.1"/>
                  <dgm:constr type="sibSp" refType="w" fact="0.1"/>
                </dgm:constrLst>
                <dgm:forEach name="Name282" axis="ch" ptType="node" st="3" cnt="1">
                  <dgm:layoutNode name="childCenter3"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283" axis="ch">
                    <dgm:forEach name="Name284" axis="self" ptType="parTrans">
                      <dgm:layoutNode name="Name285">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286" axis="self" ptType="node">
                      <dgm:layoutNode name="text3"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287" axis="ch" ptType="parTrans" st="3" cnt="1">
                <dgm:layoutNode name="Name288">
                  <dgm:alg type="conn">
                    <dgm:param type="dim" val="1D"/>
                    <dgm:param type="begPts" val="auto"/>
                    <dgm:param type="endPts" val="auto"/>
                    <dgm:param type="endSty" val="noArr"/>
                    <dgm:param type="srcNode" val="textCenter"/>
                    <dgm:param type="dstNode" val="childCenter3"/>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289"/>
          </dgm:choose>
          <dgm:choose name="Name290">
            <dgm:if name="Name291" axis="ch" ptType="node" func="cnt" op="gte" val="4">
              <dgm:layoutNode name="cycle_4">
                <dgm:choose name="Name292">
                  <dgm:if name="Name293" func="var" arg="dir" op="equ" val="norm">
                    <dgm:choose name="Name294">
                      <dgm:if name="Name295" axis="ch" ptType="node" func="cnt" op="equ" val="4">
                        <dgm:choose name="Name296">
                          <dgm:if name="Name297" axis="ch ch" ptType="node node" st="4 1" cnt="1 0" func="cnt" op="equ" val="1">
                            <dgm:alg type="cycle">
                              <dgm:param type="ctrShpMap" val="fNode"/>
                              <dgm:param type="stAng" val="270"/>
                            </dgm:alg>
                          </dgm:if>
                          <dgm:if name="Name298" axis="ch ch" ptType="node node" st="4 1" cnt="1 0" func="cnt" op="equ" val="2">
                            <dgm:alg type="cycle">
                              <dgm:param type="ctrShpMap" val="fNode"/>
                              <dgm:param type="stAng" val="225"/>
                              <dgm:param type="spanAng" val="90"/>
                            </dgm:alg>
                          </dgm:if>
                          <dgm:else name="Name299">
                            <dgm:alg type="cycle">
                              <dgm:param type="ctrShpMap" val="fNode"/>
                              <dgm:param type="stAng" val="202.5"/>
                              <dgm:param type="spanAng" val="135"/>
                            </dgm:alg>
                          </dgm:else>
                        </dgm:choose>
                      </dgm:if>
                      <dgm:if name="Name300" axis="ch" ptType="node" func="cnt" op="equ" val="5">
                        <dgm:choose name="Name301">
                          <dgm:if name="Name302" axis="ch ch" ptType="node node" st="4 1" cnt="1 0" func="cnt" op="equ" val="1">
                            <dgm:alg type="cycle">
                              <dgm:param type="ctrShpMap" val="fNode"/>
                              <dgm:param type="stAng" val="216"/>
                            </dgm:alg>
                          </dgm:if>
                          <dgm:if name="Name303" axis="ch ch" ptType="node node" st="4 1" cnt="1 0" func="cnt" op="equ" val="2">
                            <dgm:alg type="cycle">
                              <dgm:param type="ctrShpMap" val="fNode"/>
                              <dgm:param type="stAng" val="171"/>
                              <dgm:param type="spanAng" val="90"/>
                            </dgm:alg>
                          </dgm:if>
                          <dgm:else name="Name304">
                            <dgm:alg type="cycle">
                              <dgm:param type="ctrShpMap" val="fNode"/>
                              <dgm:param type="stAng" val="0"/>
                              <dgm:param type="spanAng" val="360"/>
                            </dgm:alg>
                          </dgm:else>
                        </dgm:choose>
                      </dgm:if>
                      <dgm:if name="Name305" axis="ch" ptType="node" func="cnt" op="equ" val="6">
                        <dgm:choose name="Name306">
                          <dgm:if name="Name307" axis="ch ch" ptType="node node" st="4 1" cnt="1 0" func="cnt" op="equ" val="1">
                            <dgm:alg type="cycle">
                              <dgm:param type="ctrShpMap" val="fNode"/>
                              <dgm:param type="stAng" val="180"/>
                            </dgm:alg>
                          </dgm:if>
                          <dgm:if name="Name308" axis="ch ch" ptType="node node" st="4 1" cnt="1 0" func="cnt" op="equ" val="2">
                            <dgm:alg type="cycle">
                              <dgm:param type="ctrShpMap" val="fNode"/>
                              <dgm:param type="stAng" val="135"/>
                              <dgm:param type="spanAng" val="90"/>
                            </dgm:alg>
                          </dgm:if>
                          <dgm:else name="Name309">
                            <dgm:alg type="cycle">
                              <dgm:param type="ctrShpMap" val="fNode"/>
                              <dgm:param type="stAng" val="0"/>
                              <dgm:param type="spanAng" val="360"/>
                            </dgm:alg>
                          </dgm:else>
                        </dgm:choose>
                      </dgm:if>
                      <dgm:if name="Name310" axis="ch" ptType="node" func="cnt" op="gte" val="7">
                        <dgm:choose name="Name311">
                          <dgm:if name="Name312" axis="ch ch" ptType="node node" st="4 1" cnt="1 0" func="cnt" op="equ" val="1">
                            <dgm:alg type="cycle">
                              <dgm:param type="ctrShpMap" val="fNode"/>
                              <dgm:param type="stAng" val="154"/>
                            </dgm:alg>
                          </dgm:if>
                          <dgm:if name="Name313" axis="ch ch" ptType="node node" st="4 1" cnt="1 0" func="cnt" op="equ" val="2">
                            <dgm:alg type="cycle">
                              <dgm:param type="ctrShpMap" val="fNode"/>
                              <dgm:param type="stAng" val="109"/>
                              <dgm:param type="spanAng" val="90"/>
                            </dgm:alg>
                          </dgm:if>
                          <dgm:else name="Name314">
                            <dgm:alg type="cycle">
                              <dgm:param type="ctrShpMap" val="fNode"/>
                              <dgm:param type="stAng" val="0"/>
                              <dgm:param type="spanAng" val="360"/>
                            </dgm:alg>
                          </dgm:else>
                        </dgm:choose>
                      </dgm:if>
                      <dgm:else name="Name315"/>
                    </dgm:choose>
                  </dgm:if>
                  <dgm:else name="Name316">
                    <dgm:choose name="Name317">
                      <dgm:if name="Name318" axis="ch" ptType="node" func="cnt" op="equ" val="4">
                        <dgm:choose name="Name319">
                          <dgm:if name="Name320" axis="ch ch" ptType="node node" st="4 1" cnt="1 0" func="cnt" op="equ" val="1">
                            <dgm:alg type="cycle">
                              <dgm:param type="ctrShpMap" val="fNode"/>
                              <dgm:param type="stAng" val="90"/>
                            </dgm:alg>
                          </dgm:if>
                          <dgm:if name="Name321" axis="ch ch" ptType="node node" st="4 1" cnt="1 0" func="cnt" op="equ" val="2">
                            <dgm:alg type="cycle">
                              <dgm:param type="ctrShpMap" val="fNode"/>
                              <dgm:param type="stAng" val="135"/>
                              <dgm:param type="spanAng" val="-90"/>
                            </dgm:alg>
                          </dgm:if>
                          <dgm:else name="Name322">
                            <dgm:alg type="cycle">
                              <dgm:param type="ctrShpMap" val="fNode"/>
                              <dgm:param type="stAng" val="157.5"/>
                              <dgm:param type="spanAng" val="-135"/>
                            </dgm:alg>
                          </dgm:else>
                        </dgm:choose>
                      </dgm:if>
                      <dgm:if name="Name323" axis="ch" ptType="node" func="cnt" op="equ" val="5">
                        <dgm:choose name="Name324">
                          <dgm:if name="Name325" axis="ch ch" ptType="node node" st="4 1" cnt="1 0" func="cnt" op="equ" val="1">
                            <dgm:alg type="cycle">
                              <dgm:param type="ctrShpMap" val="fNode"/>
                              <dgm:param type="stAng" val="144"/>
                            </dgm:alg>
                          </dgm:if>
                          <dgm:if name="Name326" axis="ch ch" ptType="node node" st="4 1" cnt="1 0" func="cnt" op="equ" val="2">
                            <dgm:alg type="cycle">
                              <dgm:param type="ctrShpMap" val="fNode"/>
                              <dgm:param type="stAng" val="189"/>
                              <dgm:param type="spanAng" val="-90"/>
                            </dgm:alg>
                          </dgm:if>
                          <dgm:else name="Name327">
                            <dgm:alg type="cycle">
                              <dgm:param type="ctrShpMap" val="fNode"/>
                              <dgm:param type="stAng" val="0"/>
                              <dgm:param type="spanAng" val="-360"/>
                            </dgm:alg>
                          </dgm:else>
                        </dgm:choose>
                      </dgm:if>
                      <dgm:if name="Name328" axis="ch" ptType="node" func="cnt" op="equ" val="6">
                        <dgm:choose name="Name329">
                          <dgm:if name="Name330" axis="ch ch" ptType="node node" st="4 1" cnt="1 0" func="cnt" op="equ" val="1">
                            <dgm:alg type="cycle">
                              <dgm:param type="ctrShpMap" val="fNode"/>
                              <dgm:param type="stAng" val="180"/>
                            </dgm:alg>
                          </dgm:if>
                          <dgm:if name="Name331" axis="ch ch" ptType="node node" st="4 1" cnt="1 0" func="cnt" op="equ" val="2">
                            <dgm:alg type="cycle">
                              <dgm:param type="ctrShpMap" val="fNode"/>
                              <dgm:param type="stAng" val="225"/>
                              <dgm:param type="spanAng" val="-90"/>
                            </dgm:alg>
                          </dgm:if>
                          <dgm:else name="Name332">
                            <dgm:alg type="cycle">
                              <dgm:param type="ctrShpMap" val="fNode"/>
                              <dgm:param type="stAng" val="0"/>
                              <dgm:param type="spanAng" val="-360"/>
                            </dgm:alg>
                          </dgm:else>
                        </dgm:choose>
                      </dgm:if>
                      <dgm:if name="Name333" axis="ch" ptType="node" func="cnt" op="gte" val="7">
                        <dgm:choose name="Name334">
                          <dgm:if name="Name335" axis="ch ch" ptType="node node" st="4 1" cnt="1 0" func="cnt" op="equ" val="1">
                            <dgm:alg type="cycle">
                              <dgm:param type="ctrShpMap" val="fNode"/>
                              <dgm:param type="stAng" val="205"/>
                            </dgm:alg>
                          </dgm:if>
                          <dgm:if name="Name336" axis="ch ch" ptType="node node" st="4 1" cnt="1 0" func="cnt" op="equ" val="2">
                            <dgm:alg type="cycle">
                              <dgm:param type="ctrShpMap" val="fNode"/>
                              <dgm:param type="stAng" val="250"/>
                              <dgm:param type="spanAng" val="-90"/>
                            </dgm:alg>
                          </dgm:if>
                          <dgm:else name="Name337">
                            <dgm:alg type="cycle">
                              <dgm:param type="ctrShpMap" val="fNode"/>
                              <dgm:param type="stAng" val="0"/>
                              <dgm:param type="spanAng" val="-360"/>
                            </dgm:alg>
                          </dgm:else>
                        </dgm:choose>
                      </dgm:if>
                      <dgm:else name="Name338"/>
                    </dgm:choose>
                  </dgm:else>
                </dgm:choose>
                <dgm:shape xmlns:r="http://schemas.openxmlformats.org/officeDocument/2006/relationships" r:blip="">
                  <dgm:adjLst/>
                </dgm:shape>
                <dgm:presOf/>
                <dgm:constrLst>
                  <dgm:constr type="sp" refType="w" fact="0.1"/>
                  <dgm:constr type="sibSp" refType="w" fact="0.1"/>
                </dgm:constrLst>
                <dgm:forEach name="Name339" axis="ch" ptType="node" st="4" cnt="1">
                  <dgm:layoutNode name="childCenter4"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340" axis="ch">
                    <dgm:forEach name="Name341" axis="self" ptType="parTrans">
                      <dgm:layoutNode name="Name342">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343" axis="self" ptType="node">
                      <dgm:layoutNode name="text4"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344" axis="ch" ptType="parTrans" st="4" cnt="1">
                <dgm:layoutNode name="Name345">
                  <dgm:alg type="conn">
                    <dgm:param type="dim" val="1D"/>
                    <dgm:param type="begPts" val="auto"/>
                    <dgm:param type="endPts" val="auto"/>
                    <dgm:param type="endSty" val="noArr"/>
                    <dgm:param type="srcNode" val="textCenter"/>
                    <dgm:param type="dstNode" val="childCenter4"/>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346"/>
          </dgm:choose>
          <dgm:choose name="Name347">
            <dgm:if name="Name348" axis="ch" ptType="node" func="cnt" op="gte" val="5">
              <dgm:layoutNode name="cycle_5">
                <dgm:choose name="Name349">
                  <dgm:if name="Name350" func="var" arg="dir" op="equ" val="norm">
                    <dgm:choose name="Name351">
                      <dgm:if name="Name352" axis="ch" ptType="node" func="cnt" op="equ" val="5">
                        <dgm:choose name="Name353">
                          <dgm:if name="Name354" axis="ch ch" ptType="node node" st="5 1" cnt="1 0" func="cnt" op="equ" val="1">
                            <dgm:alg type="cycle">
                              <dgm:param type="ctrShpMap" val="fNode"/>
                              <dgm:param type="stAng" val="288"/>
                            </dgm:alg>
                          </dgm:if>
                          <dgm:if name="Name355" axis="ch ch" ptType="node node" st="5 1" cnt="1 0" func="cnt" op="equ" val="2">
                            <dgm:alg type="cycle">
                              <dgm:param type="ctrShpMap" val="fNode"/>
                              <dgm:param type="stAng" val="243"/>
                              <dgm:param type="spanAng" val="90"/>
                            </dgm:alg>
                          </dgm:if>
                          <dgm:else name="Name356">
                            <dgm:alg type="cycle">
                              <dgm:param type="ctrShpMap" val="fNode"/>
                              <dgm:param type="stAng" val="0"/>
                              <dgm:param type="spanAng" val="360"/>
                            </dgm:alg>
                          </dgm:else>
                        </dgm:choose>
                      </dgm:if>
                      <dgm:if name="Name357" axis="ch" ptType="node" func="cnt" op="equ" val="6">
                        <dgm:choose name="Name358">
                          <dgm:if name="Name359" axis="ch ch" ptType="node node" st="5 1" cnt="1 0" func="cnt" op="equ" val="1">
                            <dgm:alg type="cycle">
                              <dgm:param type="ctrShpMap" val="fNode"/>
                              <dgm:param type="stAng" val="240"/>
                            </dgm:alg>
                          </dgm:if>
                          <dgm:if name="Name360" axis="ch ch" ptType="node node" st="5 1" cnt="1 0" func="cnt" op="equ" val="2">
                            <dgm:alg type="cycle">
                              <dgm:param type="ctrShpMap" val="fNode"/>
                              <dgm:param type="stAng" val="195"/>
                              <dgm:param type="spanAng" val="90"/>
                            </dgm:alg>
                          </dgm:if>
                          <dgm:else name="Name361">
                            <dgm:alg type="cycle">
                              <dgm:param type="ctrShpMap" val="fNode"/>
                              <dgm:param type="stAng" val="0"/>
                              <dgm:param type="spanAng" val="360"/>
                            </dgm:alg>
                          </dgm:else>
                        </dgm:choose>
                      </dgm:if>
                      <dgm:if name="Name362" axis="ch" ptType="node" func="cnt" op="gte" val="7">
                        <dgm:choose name="Name363">
                          <dgm:if name="Name364" axis="ch ch" ptType="node node" st="5 1" cnt="1 0" func="cnt" op="equ" val="1">
                            <dgm:alg type="cycle">
                              <dgm:param type="ctrShpMap" val="fNode"/>
                              <dgm:param type="stAng" val="205"/>
                            </dgm:alg>
                          </dgm:if>
                          <dgm:if name="Name365" axis="ch ch" ptType="node node" st="5 1" cnt="1 0" func="cnt" op="equ" val="2">
                            <dgm:alg type="cycle">
                              <dgm:param type="ctrShpMap" val="fNode"/>
                              <dgm:param type="stAng" val="160"/>
                              <dgm:param type="spanAng" val="90"/>
                            </dgm:alg>
                          </dgm:if>
                          <dgm:else name="Name366">
                            <dgm:alg type="cycle">
                              <dgm:param type="ctrShpMap" val="fNode"/>
                              <dgm:param type="stAng" val="0"/>
                              <dgm:param type="spanAng" val="360"/>
                            </dgm:alg>
                          </dgm:else>
                        </dgm:choose>
                      </dgm:if>
                      <dgm:else name="Name367"/>
                    </dgm:choose>
                  </dgm:if>
                  <dgm:else name="Name368">
                    <dgm:choose name="Name369">
                      <dgm:if name="Name370" axis="ch" ptType="node" func="cnt" op="equ" val="5">
                        <dgm:choose name="Name371">
                          <dgm:if name="Name372" axis="ch ch" ptType="node node" st="5 1" cnt="1 0" func="cnt" op="equ" val="1">
                            <dgm:alg type="cycle">
                              <dgm:param type="ctrShpMap" val="fNode"/>
                              <dgm:param type="stAng" val="72"/>
                            </dgm:alg>
                          </dgm:if>
                          <dgm:if name="Name373" axis="ch ch" ptType="node node" st="5 1" cnt="1 0" func="cnt" op="equ" val="2">
                            <dgm:alg type="cycle">
                              <dgm:param type="ctrShpMap" val="fNode"/>
                              <dgm:param type="stAng" val="117"/>
                              <dgm:param type="spanAng" val="-90"/>
                            </dgm:alg>
                          </dgm:if>
                          <dgm:else name="Name374">
                            <dgm:alg type="cycle">
                              <dgm:param type="ctrShpMap" val="fNode"/>
                              <dgm:param type="stAng" val="0"/>
                              <dgm:param type="spanAng" val="-360"/>
                            </dgm:alg>
                          </dgm:else>
                        </dgm:choose>
                      </dgm:if>
                      <dgm:if name="Name375" axis="ch" ptType="node" func="cnt" op="equ" val="6">
                        <dgm:choose name="Name376">
                          <dgm:if name="Name377" axis="ch ch" ptType="node node" st="5 1" cnt="1 0" func="cnt" op="equ" val="1">
                            <dgm:alg type="cycle">
                              <dgm:param type="ctrShpMap" val="fNode"/>
                              <dgm:param type="stAng" val="120"/>
                            </dgm:alg>
                          </dgm:if>
                          <dgm:if name="Name378" axis="ch ch" ptType="node node" st="5 1" cnt="1 0" func="cnt" op="equ" val="2">
                            <dgm:alg type="cycle">
                              <dgm:param type="ctrShpMap" val="fNode"/>
                              <dgm:param type="stAng" val="165"/>
                              <dgm:param type="spanAng" val="-90"/>
                            </dgm:alg>
                          </dgm:if>
                          <dgm:else name="Name379">
                            <dgm:alg type="cycle">
                              <dgm:param type="ctrShpMap" val="fNode"/>
                              <dgm:param type="stAng" val="0"/>
                              <dgm:param type="spanAng" val="-360"/>
                            </dgm:alg>
                          </dgm:else>
                        </dgm:choose>
                      </dgm:if>
                      <dgm:if name="Name380" axis="ch" ptType="node" func="cnt" op="gte" val="7">
                        <dgm:choose name="Name381">
                          <dgm:if name="Name382" axis="ch ch" ptType="node node" st="5 1" cnt="1 0" func="cnt" op="equ" val="1">
                            <dgm:alg type="cycle">
                              <dgm:param type="ctrShpMap" val="fNode"/>
                              <dgm:param type="stAng" val="154"/>
                            </dgm:alg>
                          </dgm:if>
                          <dgm:if name="Name383" axis="ch ch" ptType="node node" st="5 1" cnt="1 0" func="cnt" op="equ" val="2">
                            <dgm:alg type="cycle">
                              <dgm:param type="ctrShpMap" val="fNode"/>
                              <dgm:param type="stAng" val="199"/>
                              <dgm:param type="spanAng" val="-90"/>
                            </dgm:alg>
                          </dgm:if>
                          <dgm:else name="Name384">
                            <dgm:alg type="cycle">
                              <dgm:param type="ctrShpMap" val="fNode"/>
                              <dgm:param type="stAng" val="0"/>
                              <dgm:param type="spanAng" val="-360"/>
                            </dgm:alg>
                          </dgm:else>
                        </dgm:choose>
                      </dgm:if>
                      <dgm:else name="Name385"/>
                    </dgm:choose>
                  </dgm:else>
                </dgm:choose>
                <dgm:shape xmlns:r="http://schemas.openxmlformats.org/officeDocument/2006/relationships" r:blip="">
                  <dgm:adjLst/>
                </dgm:shape>
                <dgm:presOf/>
                <dgm:constrLst>
                  <dgm:constr type="sp" refType="w" fact="0.1"/>
                  <dgm:constr type="sibSp" refType="w" fact="0.1"/>
                </dgm:constrLst>
                <dgm:forEach name="Name386" axis="ch" ptType="node" st="5" cnt="1">
                  <dgm:layoutNode name="childCenter5"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387" axis="ch">
                    <dgm:forEach name="Name388" axis="self" ptType="parTrans">
                      <dgm:layoutNode name="Name389">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390" axis="self" ptType="node">
                      <dgm:layoutNode name="text5"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391" axis="ch" ptType="parTrans" st="5" cnt="1">
                <dgm:layoutNode name="Name392">
                  <dgm:alg type="conn">
                    <dgm:param type="dim" val="1D"/>
                    <dgm:param type="begPts" val="auto"/>
                    <dgm:param type="endPts" val="auto"/>
                    <dgm:param type="endSty" val="noArr"/>
                    <dgm:param type="srcNode" val="textCenter"/>
                    <dgm:param type="dstNode" val="childCenter5"/>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393"/>
          </dgm:choose>
          <dgm:choose name="Name394">
            <dgm:if name="Name395" axis="ch" ptType="node" func="cnt" op="gte" val="6">
              <dgm:layoutNode name="cycle_6">
                <dgm:choose name="Name396">
                  <dgm:if name="Name397" func="var" arg="dir" op="equ" val="norm">
                    <dgm:choose name="Name398">
                      <dgm:if name="Name399" axis="ch" ptType="node" func="cnt" op="equ" val="6">
                        <dgm:choose name="Name400">
                          <dgm:if name="Name401" axis="ch ch" ptType="node node" st="6 1" cnt="1 0" func="cnt" op="equ" val="1">
                            <dgm:alg type="cycle">
                              <dgm:param type="ctrShpMap" val="fNode"/>
                              <dgm:param type="stAng" val="300"/>
                            </dgm:alg>
                          </dgm:if>
                          <dgm:if name="Name402" axis="ch ch" ptType="node node" st="6 1" cnt="1 0" func="cnt" op="equ" val="2">
                            <dgm:alg type="cycle">
                              <dgm:param type="ctrShpMap" val="fNode"/>
                              <dgm:param type="stAng" val="255"/>
                              <dgm:param type="spanAng" val="90"/>
                            </dgm:alg>
                          </dgm:if>
                          <dgm:else name="Name403">
                            <dgm:alg type="cycle">
                              <dgm:param type="ctrShpMap" val="fNode"/>
                              <dgm:param type="stAng" val="0"/>
                              <dgm:param type="spanAng" val="360"/>
                            </dgm:alg>
                          </dgm:else>
                        </dgm:choose>
                      </dgm:if>
                      <dgm:if name="Name404" axis="ch" ptType="node" func="cnt" op="gte" val="7">
                        <dgm:choose name="Name405">
                          <dgm:if name="Name406" axis="ch ch" ptType="node node" st="6 1" cnt="1 0" func="cnt" op="equ" val="1">
                            <dgm:alg type="cycle">
                              <dgm:param type="ctrShpMap" val="fNode"/>
                              <dgm:param type="stAng" val="257"/>
                            </dgm:alg>
                          </dgm:if>
                          <dgm:if name="Name407" axis="ch ch" ptType="node node" st="6 1" cnt="1 0" func="cnt" op="equ" val="2">
                            <dgm:alg type="cycle">
                              <dgm:param type="ctrShpMap" val="fNode"/>
                              <dgm:param type="stAng" val="212"/>
                              <dgm:param type="spanAng" val="90"/>
                            </dgm:alg>
                          </dgm:if>
                          <dgm:else name="Name408">
                            <dgm:alg type="cycle">
                              <dgm:param type="ctrShpMap" val="fNode"/>
                              <dgm:param type="stAng" val="0"/>
                              <dgm:param type="spanAng" val="360"/>
                            </dgm:alg>
                          </dgm:else>
                        </dgm:choose>
                      </dgm:if>
                      <dgm:else name="Name409"/>
                    </dgm:choose>
                  </dgm:if>
                  <dgm:else name="Name410">
                    <dgm:choose name="Name411">
                      <dgm:if name="Name412" axis="ch" ptType="node" func="cnt" op="equ" val="6">
                        <dgm:choose name="Name413">
                          <dgm:if name="Name414" axis="ch ch" ptType="node node" st="6 1" cnt="1 0" func="cnt" op="equ" val="1">
                            <dgm:alg type="cycle">
                              <dgm:param type="ctrShpMap" val="fNode"/>
                              <dgm:param type="stAng" val="60"/>
                            </dgm:alg>
                          </dgm:if>
                          <dgm:if name="Name415" axis="ch ch" ptType="node node" st="6 1" cnt="1 0" func="cnt" op="equ" val="2">
                            <dgm:alg type="cycle">
                              <dgm:param type="ctrShpMap" val="fNode"/>
                              <dgm:param type="stAng" val="105"/>
                              <dgm:param type="spanAng" val="-90"/>
                            </dgm:alg>
                          </dgm:if>
                          <dgm:else name="Name416">
                            <dgm:alg type="cycle">
                              <dgm:param type="ctrShpMap" val="fNode"/>
                              <dgm:param type="stAng" val="0"/>
                              <dgm:param type="spanAng" val="-360"/>
                            </dgm:alg>
                          </dgm:else>
                        </dgm:choose>
                      </dgm:if>
                      <dgm:if name="Name417" axis="ch" ptType="node" func="cnt" op="gte" val="7">
                        <dgm:choose name="Name418">
                          <dgm:if name="Name419" axis="ch ch" ptType="node node" st="6 1" cnt="1 0" func="cnt" op="equ" val="1">
                            <dgm:alg type="cycle">
                              <dgm:param type="ctrShpMap" val="fNode"/>
                              <dgm:param type="stAng" val="102"/>
                            </dgm:alg>
                          </dgm:if>
                          <dgm:if name="Name420" axis="ch ch" ptType="node node" st="6 1" cnt="1 0" func="cnt" op="equ" val="2">
                            <dgm:alg type="cycle">
                              <dgm:param type="ctrShpMap" val="fNode"/>
                              <dgm:param type="stAng" val="147"/>
                              <dgm:param type="spanAng" val="-90"/>
                            </dgm:alg>
                          </dgm:if>
                          <dgm:else name="Name421">
                            <dgm:alg type="cycle">
                              <dgm:param type="ctrShpMap" val="fNode"/>
                              <dgm:param type="stAng" val="0"/>
                              <dgm:param type="spanAng" val="-360"/>
                            </dgm:alg>
                          </dgm:else>
                        </dgm:choose>
                      </dgm:if>
                      <dgm:else name="Name422"/>
                    </dgm:choose>
                  </dgm:else>
                </dgm:choose>
                <dgm:shape xmlns:r="http://schemas.openxmlformats.org/officeDocument/2006/relationships" r:blip="">
                  <dgm:adjLst/>
                </dgm:shape>
                <dgm:presOf/>
                <dgm:constrLst>
                  <dgm:constr type="sp" refType="w" fact="0.1"/>
                  <dgm:constr type="sibSp" refType="w" fact="0.1"/>
                </dgm:constrLst>
                <dgm:forEach name="Name423" axis="ch" ptType="node" st="6" cnt="1">
                  <dgm:layoutNode name="childCenter6"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424" axis="ch">
                    <dgm:forEach name="Name425" axis="self" ptType="parTrans">
                      <dgm:layoutNode name="Name426">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427" axis="self" ptType="node">
                      <dgm:layoutNode name="text6"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428" axis="ch" ptType="parTrans" st="6" cnt="1">
                <dgm:layoutNode name="Name429">
                  <dgm:alg type="conn">
                    <dgm:param type="dim" val="1D"/>
                    <dgm:param type="begPts" val="auto"/>
                    <dgm:param type="endPts" val="auto"/>
                    <dgm:param type="endSty" val="noArr"/>
                    <dgm:param type="srcNode" val="textCenter"/>
                    <dgm:param type="dstNode" val="childCenter6"/>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430"/>
          </dgm:choose>
          <dgm:choose name="Name431">
            <dgm:if name="Name432" axis="ch" ptType="node" func="cnt" op="gte" val="7">
              <dgm:layoutNode name="cycle_7">
                <dgm:choose name="Name433">
                  <dgm:if name="Name434" func="var" arg="dir" op="equ" val="norm">
                    <dgm:choose name="Name435">
                      <dgm:if name="Name436" axis="ch" ptType="node" func="cnt" op="gte" val="7">
                        <dgm:choose name="Name437">
                          <dgm:if name="Name438" axis="ch ch" ptType="node node" st="7 1" cnt="1 0" func="cnt" op="equ" val="1">
                            <dgm:alg type="cycle">
                              <dgm:param type="ctrShpMap" val="fNode"/>
                              <dgm:param type="stAng" val="308"/>
                            </dgm:alg>
                          </dgm:if>
                          <dgm:if name="Name439" axis="ch ch" ptType="node node" st="7 1" cnt="1 0" func="cnt" op="equ" val="2">
                            <dgm:alg type="cycle">
                              <dgm:param type="ctrShpMap" val="fNode"/>
                              <dgm:param type="stAng" val="263"/>
                              <dgm:param type="spanAng" val="90"/>
                            </dgm:alg>
                          </dgm:if>
                          <dgm:else name="Name440">
                            <dgm:alg type="cycle">
                              <dgm:param type="ctrShpMap" val="fNode"/>
                              <dgm:param type="stAng" val="0"/>
                              <dgm:param type="spanAng" val="360"/>
                            </dgm:alg>
                          </dgm:else>
                        </dgm:choose>
                      </dgm:if>
                      <dgm:else name="Name441"/>
                    </dgm:choose>
                  </dgm:if>
                  <dgm:else name="Name442">
                    <dgm:choose name="Name443">
                      <dgm:if name="Name444" axis="ch" ptType="node" func="cnt" op="gte" val="7">
                        <dgm:choose name="Name445">
                          <dgm:if name="Name446" axis="ch ch" ptType="node node" st="7 1" cnt="1 0" func="cnt" op="equ" val="1">
                            <dgm:alg type="cycle">
                              <dgm:param type="ctrShpMap" val="fNode"/>
                              <dgm:param type="stAng" val="51"/>
                            </dgm:alg>
                          </dgm:if>
                          <dgm:if name="Name447" axis="ch ch" ptType="node node" st="7 1" cnt="1 0" func="cnt" op="equ" val="2">
                            <dgm:alg type="cycle">
                              <dgm:param type="ctrShpMap" val="fNode"/>
                              <dgm:param type="stAng" val="96"/>
                              <dgm:param type="spanAng" val="-90"/>
                            </dgm:alg>
                          </dgm:if>
                          <dgm:else name="Name448">
                            <dgm:alg type="cycle">
                              <dgm:param type="ctrShpMap" val="fNode"/>
                              <dgm:param type="stAng" val="0"/>
                              <dgm:param type="spanAng" val="-360"/>
                            </dgm:alg>
                          </dgm:else>
                        </dgm:choose>
                      </dgm:if>
                      <dgm:else name="Name449"/>
                    </dgm:choose>
                  </dgm:else>
                </dgm:choose>
                <dgm:shape xmlns:r="http://schemas.openxmlformats.org/officeDocument/2006/relationships" r:blip="">
                  <dgm:adjLst/>
                </dgm:shape>
                <dgm:presOf/>
                <dgm:constrLst>
                  <dgm:constr type="sp" refType="w" fact="0.1"/>
                  <dgm:constr type="sibSp" refType="w" fact="0.1"/>
                </dgm:constrLst>
                <dgm:forEach name="Name450" axis="ch" ptType="node" st="7" cnt="1">
                  <dgm:layoutNode name="childCenter7"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451" axis="ch">
                    <dgm:forEach name="Name452" axis="self" ptType="parTrans">
                      <dgm:layoutNode name="Name453">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454" axis="self" ptType="node">
                      <dgm:layoutNode name="text7"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455" axis="ch" ptType="parTrans" st="7" cnt="1">
                <dgm:layoutNode name="Name456">
                  <dgm:alg type="conn">
                    <dgm:param type="dim" val="1D"/>
                    <dgm:param type="begPts" val="auto"/>
                    <dgm:param type="endPts" val="auto"/>
                    <dgm:param type="endSty" val="noArr"/>
                    <dgm:param type="srcNode" val="textCenter"/>
                    <dgm:param type="dstNode" val="childCenter7"/>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45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8/layout/HexagonCluster">
  <dgm:title val=""/>
  <dgm:desc val=""/>
  <dgm:catLst>
    <dgm:cat type="picture" pri="21000"/>
    <dgm:cat type="relationship" pri="3200"/>
    <dgm:cat type="pictureconvert" pri="21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tyleData>
  <dgm:clr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clrData>
  <dgm:layoutNode name="Name0">
    <dgm:varLst>
      <dgm:chMax val="21"/>
      <dgm:chPref val="21"/>
    </dgm:varLst>
    <dgm:shape xmlns:r="http://schemas.openxmlformats.org/officeDocument/2006/relationships" r:blip="">
      <dgm:adjLst/>
    </dgm:shape>
    <dgm:choose name="Name1">
      <dgm:if name="Name2" axis="ch" ptType="node" func="cnt" op="equ" val="1">
        <dgm:alg type="composite">
          <dgm:param type="ar" val="1.3871"/>
        </dgm:alg>
        <dgm:constrLst>
          <dgm:constr type="primFontSz" for="des" ptType="node" op="equ" val="65"/>
          <dgm:constr type="l" for="ch" forName="text1" refType="w" fact="0.4525"/>
          <dgm:constr type="t" for="ch" forName="text1" refType="h" fact="0.346"/>
          <dgm:constr type="w" for="ch" forName="text1" refType="w" fact="0.5475"/>
          <dgm:constr type="h" for="ch" forName="text1" refType="h" fact="0.654"/>
          <dgm:constr type="l" for="ch" forName="textaccent1" refType="w" fact="0.4652"/>
          <dgm:constr type="t" for="ch" forName="textaccent1" refType="h" fact="0.6348"/>
          <dgm:constr type="w" for="ch" forName="textaccent1" refType="w" fact="0.0639"/>
          <dgm:constr type="h" for="ch" forName="textaccent1" refType="h" fact="0.0765"/>
          <dgm:constr type="l" for="ch" forName="image1" refType="w" fact="0"/>
          <dgm:constr type="t" for="ch" forName="image1" refType="h" fact="0"/>
          <dgm:constr type="w" for="ch" forName="image1" refType="w" fact="0.5468"/>
          <dgm:constr type="h" for="ch" forName="image1" refType="h" fact="0.6538"/>
          <dgm:constr type="l" for="ch" forName="imageaccent1" refType="w" fact="0.3702"/>
          <dgm:constr type="t" for="ch" forName="imageaccent1" refType="h" fact="0.5633"/>
          <dgm:constr type="w" for="ch" forName="imageaccent1" refType="w" fact="0.0639"/>
          <dgm:constr type="h" for="ch" forName="imageaccent1" refType="h" fact="0.0765"/>
        </dgm:constrLst>
      </dgm:if>
      <dgm:if name="Name3" axis="ch" ptType="node" func="cnt" op="equ" val="2">
        <dgm:alg type="composite">
          <dgm:param type="ar" val="2.6443"/>
        </dgm:alg>
        <dgm:constrLst>
          <dgm:constr type="primFontSz" for="des" ptType="node" op="equ" val="65"/>
          <dgm:constr type="l" for="ch" forName="text1" refType="w" fact="0.2383"/>
          <dgm:constr type="t" for="ch" forName="text1" refType="h" fact="0.3501"/>
          <dgm:constr type="w" for="ch" forName="text1" refType="w" fact="0.285"/>
          <dgm:constr type="h" for="ch" forName="text1" refType="h" fact="0.6499"/>
          <dgm:constr type="l" for="ch" forName="textaccent1" refType="w" fact="0.2472"/>
          <dgm:constr type="t" for="ch" forName="textaccent1" refType="h" fact="0.6371"/>
          <dgm:constr type="w" for="ch" forName="textaccent1" refType="w" fact="0.0333"/>
          <dgm:constr type="h" for="ch" forName="textaccent1" refType="h" fact="0.076"/>
          <dgm:constr type="l" for="ch" forName="image1" refType="w" fact="0"/>
          <dgm:constr type="t" for="ch" forName="image1" refType="h" fact="0"/>
          <dgm:constr type="w" for="ch" forName="image1" refType="w" fact="0.285"/>
          <dgm:constr type="h" for="ch" forName="image1" refType="h" fact="0.6499"/>
          <dgm:constr type="l" for="ch" forName="imageaccent1" refType="w" fact="0.1942"/>
          <dgm:constr type="t" for="ch" forName="imageaccent1" refType="h" fact="0.5602"/>
          <dgm:constr type="w" for="ch" forName="imageaccent1" refType="w" fact="0.0333"/>
          <dgm:constr type="h" for="ch" forName="imageaccent1" refType="h" fact="0.076"/>
          <dgm:constr type="l" for="ch" forName="text2" refType="w" fact="0.4767"/>
          <dgm:constr type="t" for="ch" forName="text2" refType="h" fact="0"/>
          <dgm:constr type="w" for="ch" forName="text2" refType="w" fact="0.285"/>
          <dgm:constr type="h" for="ch" forName="text2" refType="h" fact="0.6499"/>
          <dgm:constr type="l" for="ch" forName="textaccent2" refType="w" fact="0.6709"/>
          <dgm:constr type="t" for="ch" forName="textaccent2" refType="h" fact="0.5602"/>
          <dgm:constr type="w" for="ch" forName="textaccent2" refType="w" fact="0.0333"/>
          <dgm:constr type="h" for="ch" forName="textaccent2" refType="h" fact="0.076"/>
          <dgm:constr type="l" for="ch" forName="image2" refType="w" fact="0.715"/>
          <dgm:constr type="t" for="ch" forName="image2" refType="h" fact="0.3501"/>
          <dgm:constr type="w" for="ch" forName="image2" refType="w" fact="0.285"/>
          <dgm:constr type="h" for="ch" forName="image2" refType="h" fact="0.6499"/>
          <dgm:constr type="l" for="ch" forName="imageaccent2" refType="w" fact="0.7239"/>
          <dgm:constr type="t" for="ch" forName="imageaccent2" refType="h" fact="0.6371"/>
          <dgm:constr type="w" for="ch" forName="imageaccent2" refType="w" fact="0.0333"/>
          <dgm:constr type="h" for="ch" forName="imageaccent2" refType="h" fact="0.076"/>
        </dgm:constrLst>
      </dgm:if>
      <dgm:if name="Name4" axis="ch" ptType="node" func="cnt" op="equ" val="3">
        <dgm:alg type="composite">
          <dgm:param type="ar" val="1.5623"/>
        </dgm:alg>
        <dgm:constrLst>
          <dgm:constr type="primFontSz" for="des" ptType="node" op="equ" val="65"/>
          <dgm:constr type="l" for="ch" forName="text1" refType="w" fact="0.2402"/>
          <dgm:constr type="t" for="ch" forName="text1" refType="h" fact="0.6215"/>
          <dgm:constr type="w" for="ch" forName="text1" refType="w" fact="0.281"/>
          <dgm:constr type="h" for="ch" forName="text1" refType="h" fact="0.3785"/>
          <dgm:constr type="l" for="ch" forName="textaccent1" refType="w" fact="0.2475"/>
          <dgm:constr type="t" for="ch" forName="textaccent1" refType="h" fact="0.7886"/>
          <dgm:constr type="w" for="ch" forName="textaccent1" refType="w" fact="0.0329"/>
          <dgm:constr type="h" for="ch" forName="textaccent1" refType="h" fact="0.0443"/>
          <dgm:constr type="l" for="ch" forName="image1" refType="w" fact="0"/>
          <dgm:constr type="t" for="ch" forName="image1" refType="h" fact="0.4182"/>
          <dgm:constr type="w" for="ch" forName="image1" refType="w" fact="0.281"/>
          <dgm:constr type="h" for="ch" forName="image1" refType="h" fact="0.3785"/>
          <dgm:constr type="l" for="ch" forName="imageaccent1" refType="w" fact="0.1913"/>
          <dgm:constr type="t" for="ch" forName="imageaccent1" refType="h" fact="0.7467"/>
          <dgm:constr type="w" for="ch" forName="imageaccent1" refType="w" fact="0.0329"/>
          <dgm:constr type="h" for="ch" forName="imageaccent1" refType="h" fact="0.0443"/>
          <dgm:constr type="l" for="ch" forName="text2" refType="w" fact="0.4796"/>
          <dgm:constr type="t" for="ch" forName="text2" refType="h" fact="0.4137"/>
          <dgm:constr type="w" for="ch" forName="text2" refType="w" fact="0.281"/>
          <dgm:constr type="h" for="ch" forName="text2" refType="h" fact="0.3785"/>
          <dgm:constr type="l" for="ch" forName="textaccent2" refType="w" fact="0.6717"/>
          <dgm:constr type="t" for="ch" forName="textaccent2" refType="h" fact="0.7418"/>
          <dgm:constr type="w" for="ch" forName="textaccent2" refType="w" fact="0.0329"/>
          <dgm:constr type="h" for="ch" forName="textaccent2" refType="h" fact="0.0443"/>
          <dgm:constr type="l" for="ch" forName="image2" refType="w" fact="0.719"/>
          <dgm:constr type="t" for="ch" forName="image2" refType="h" fact="0.6215"/>
          <dgm:constr type="w" for="ch" forName="image2" refType="w" fact="0.281"/>
          <dgm:constr type="h" for="ch" forName="image2" refType="h" fact="0.3785"/>
          <dgm:constr type="l" for="ch" forName="imageaccent2" refType="w" fact="0.7263"/>
          <dgm:constr type="t" for="ch" forName="imageaccent2" refType="h" fact="0.7886"/>
          <dgm:constr type="w" for="ch" forName="imageaccent2" refType="w" fact="0.0329"/>
          <dgm:constr type="h" for="ch" forName="imageaccent2" refType="h" fact="0.0443"/>
          <dgm:constr type="l" for="ch" forName="text3" refType="w" fact="0.2402"/>
          <dgm:constr type="t" for="ch" forName="text3" refType="h" fact="0.2068"/>
          <dgm:constr type="w" for="ch" forName="text3" refType="w" fact="0.281"/>
          <dgm:constr type="h" for="ch" forName="text3" refType="h" fact="0.3785"/>
          <dgm:constr type="l" for="ch" forName="textaccent3" refType="w" fact="0.4307"/>
          <dgm:constr type="t" for="ch" forName="textaccent3" refType="h" fact="0.215"/>
          <dgm:constr type="w" for="ch" forName="textaccent3" refType="w" fact="0.0329"/>
          <dgm:constr type="h" for="ch" forName="textaccent3" refType="h" fact="0.0443"/>
          <dgm:constr type="l" for="ch" forName="image3" refType="w" fact="0.4796"/>
          <dgm:constr type="t" for="ch" forName="image3" refType="h" fact="0"/>
          <dgm:constr type="w" for="ch" forName="image3" refType="w" fact="0.281"/>
          <dgm:constr type="h" for="ch" forName="image3" refType="h" fact="0.3785"/>
          <dgm:constr type="l" for="ch" forName="imageaccent3" refType="w" fact="0.4879"/>
          <dgm:constr type="t" for="ch" forName="imageaccent3" refType="h" fact="0.1662"/>
          <dgm:constr type="w" for="ch" forName="imageaccent3" refType="w" fact="0.0329"/>
          <dgm:constr type="h" for="ch" forName="imageaccent3" refType="h" fact="0.0443"/>
        </dgm:constrLst>
      </dgm:if>
      <dgm:if name="Name5" axis="ch" ptType="node" func="cnt" op="equ" val="4">
        <dgm:alg type="composite">
          <dgm:param type="ar" val="1.943"/>
        </dgm:alg>
        <dgm:constrLst>
          <dgm:constr type="primFontSz" for="des" ptType="node" op="equ" val="65"/>
          <dgm:constr type="l" for="ch" forName="image2" refType="w" fact="0.5787"/>
          <dgm:constr type="t" for="ch" forName="image2" refType="h" fact="0.6208"/>
          <dgm:constr type="w" for="ch" forName="image2" refType="w" fact="0.227"/>
          <dgm:constr type="h" for="ch" forName="image2" refType="h" fact="0.3786"/>
          <dgm:constr type="l" for="ch" forName="text4" refType="w" fact="0.5787"/>
          <dgm:constr type="t" for="ch" forName="text4" refType="h" fact="0.2081"/>
          <dgm:constr type="w" for="ch" forName="text4" refType="w" fact="0.227"/>
          <dgm:constr type="h" for="ch" forName="text4" refType="h" fact="0.3786"/>
          <dgm:constr type="l" for="ch" forName="text2" refType="w" fact="0.3852"/>
          <dgm:constr type="t" for="ch" forName="text2" refType="h" fact="0.4127"/>
          <dgm:constr type="w" for="ch" forName="text2" refType="w" fact="0.227"/>
          <dgm:constr type="h" for="ch" forName="text2" refType="h" fact="0.3786"/>
          <dgm:constr type="l" for="ch" forName="image3" refType="w" fact="0.3852"/>
          <dgm:constr type="t" for="ch" forName="image3" refType="h" fact="0"/>
          <dgm:constr type="w" for="ch" forName="image3" refType="w" fact="0.227"/>
          <dgm:constr type="h" for="ch" forName="image3" refType="h" fact="0.3786"/>
          <dgm:constr type="l" for="ch" forName="text1" refType="w" fact="0.1927"/>
          <dgm:constr type="t" for="ch" forName="text1" refType="h" fact="0.6214"/>
          <dgm:constr type="w" for="ch" forName="text1" refType="w" fact="0.227"/>
          <dgm:constr type="h" for="ch" forName="text1" refType="h" fact="0.3786"/>
          <dgm:constr type="l" for="ch" forName="textaccent1" refType="w" fact="0.1998"/>
          <dgm:constr type="t" for="ch" forName="textaccent1" refType="h" fact="0.7887"/>
          <dgm:constr type="w" for="ch" forName="textaccent1" refType="w" fact="0.0265"/>
          <dgm:constr type="h" for="ch" forName="textaccent1" refType="h" fact="0.0444"/>
          <dgm:constr type="l" for="ch" forName="image1" refType="w" fact="0"/>
          <dgm:constr type="t" for="ch" forName="image1" refType="h" fact="0.4156"/>
          <dgm:constr type="w" for="ch" forName="image1" refType="w" fact="0.227"/>
          <dgm:constr type="h" for="ch" forName="image1" refType="h" fact="0.3786"/>
          <dgm:constr type="l" for="ch" forName="imageaccent1" refType="w" fact="0.1537"/>
          <dgm:constr type="t" for="ch" forName="imageaccent1" refType="h" fact="0.7417"/>
          <dgm:constr type="w" for="ch" forName="imageaccent1" refType="w" fact="0.0265"/>
          <dgm:constr type="h" for="ch" forName="imageaccent1" refType="h" fact="0.0444"/>
          <dgm:constr type="l" for="ch" forName="textaccent2" refType="w" fact="0.5407"/>
          <dgm:constr type="t" for="ch" forName="textaccent2" refType="h" fact="0.7384"/>
          <dgm:constr type="w" for="ch" forName="textaccent2" refType="w" fact="0.0265"/>
          <dgm:constr type="h" for="ch" forName="textaccent2" refType="h" fact="0.0444"/>
          <dgm:constr type="l" for="ch" forName="imageaccent2" refType="w" fact="0.5839"/>
          <dgm:constr type="t" for="ch" forName="imageaccent2" refType="h" fact="0.7904"/>
          <dgm:constr type="w" for="ch" forName="imageaccent2" refType="w" fact="0.0265"/>
          <dgm:constr type="h" for="ch" forName="imageaccent2" refType="h" fact="0.0444"/>
          <dgm:constr type="l" for="ch" forName="text3" refType="w" fact="0.1927"/>
          <dgm:constr type="t" for="ch" forName="text3" refType="h" fact="0.2087"/>
          <dgm:constr type="w" for="ch" forName="text3" refType="w" fact="0.227"/>
          <dgm:constr type="h" for="ch" forName="text3" refType="h" fact="0.3786"/>
          <dgm:constr type="l" for="ch" forName="textaccent3" refType="w" fact="0.3472"/>
          <dgm:constr type="t" for="ch" forName="textaccent3" refType="h" fact="0.2165"/>
          <dgm:constr type="w" for="ch" forName="textaccent3" refType="w" fact="0.0265"/>
          <dgm:constr type="h" for="ch" forName="textaccent3" refType="h" fact="0.0444"/>
          <dgm:constr type="l" for="ch" forName="imageaccent3" refType="w" fact="0.3904"/>
          <dgm:constr type="t" for="ch" forName="imageaccent3" refType="h" fact="0.1678"/>
          <dgm:constr type="w" for="ch" forName="imageaccent3" refType="w" fact="0.0265"/>
          <dgm:constr type="h" for="ch" forName="imageaccent3" refType="h" fact="0.0444"/>
          <dgm:constr type="l" for="ch" forName="textaccent4" refType="w" fact="0.7739"/>
          <dgm:constr type="t" for="ch" forName="textaccent4" refType="h" fact="0.3752"/>
          <dgm:constr type="w" for="ch" forName="textaccent4" refType="w" fact="0.0265"/>
          <dgm:constr type="h" for="ch" forName="textaccent4" refType="h" fact="0.0444"/>
          <dgm:constr type="l" for="ch" forName="image4" refType="w" fact="0.773"/>
          <dgm:constr type="t" for="ch" forName="image4" refType="h" fact="0.4162"/>
          <dgm:constr type="w" for="ch" forName="image4" refType="w" fact="0.227"/>
          <dgm:constr type="h" for="ch" forName="image4" refType="h" fact="0.3786"/>
          <dgm:constr type="l" for="ch" forName="imageaccent4" refType="w" fact="0.8188"/>
          <dgm:constr type="t" for="ch" forName="imageaccent4" refType="h" fact="0.4229"/>
          <dgm:constr type="w" for="ch" forName="imageaccent4" refType="w" fact="0.0265"/>
          <dgm:constr type="h" for="ch" forName="imageaccent4" refType="h" fact="0.0444"/>
        </dgm:constrLst>
      </dgm:if>
      <dgm:if name="Name6" axis="ch" ptType="node" func="cnt" op="equ" val="5">
        <dgm:alg type="composite">
          <dgm:param type="ar" val="2.3203"/>
        </dgm:alg>
        <dgm:constrLst>
          <dgm:constr type="primFontSz" for="des" ptType="node" op="equ" val="65"/>
          <dgm:constr type="l" for="ch" forName="image4" refType="w" fact="0.6491"/>
          <dgm:constr type="t" for="ch" forName="image4" refType="h" fact="0.4193"/>
          <dgm:constr type="w" for="ch" forName="image4" refType="w" fact="0.1886"/>
          <dgm:constr type="h" for="ch" forName="image4" refType="h" fact="0.3757"/>
          <dgm:constr type="l" for="ch" forName="text5" refType="w" fact="0.6491"/>
          <dgm:constr type="t" for="ch" forName="text5" refType="h" fact="0.004"/>
          <dgm:constr type="w" for="ch" forName="text5" refType="w" fact="0.1886"/>
          <dgm:constr type="h" for="ch" forName="text5" refType="h" fact="0.3757"/>
          <dgm:constr type="l" for="ch" forName="image5" refType="w" fact="0.8114"/>
          <dgm:constr type="t" for="ch" forName="image5" refType="h" fact="0.2136"/>
          <dgm:constr type="w" for="ch" forName="image5" refType="w" fact="0.1886"/>
          <dgm:constr type="h" for="ch" forName="image5" refType="h" fact="0.3757"/>
          <dgm:constr type="l" for="ch" forName="image2" refType="w" fact="0.4868"/>
          <dgm:constr type="t" for="ch" forName="image2" refType="h" fact="0.6235"/>
          <dgm:constr type="w" for="ch" forName="image2" refType="w" fact="0.1886"/>
          <dgm:constr type="h" for="ch" forName="image2" refType="h" fact="0.3757"/>
          <dgm:constr type="l" for="ch" forName="text4" refType="w" fact="0.4868"/>
          <dgm:constr type="t" for="ch" forName="text4" refType="h" fact="0.2081"/>
          <dgm:constr type="w" for="ch" forName="text4" refType="w" fact="0.1886"/>
          <dgm:constr type="h" for="ch" forName="text4" refType="h" fact="0.3757"/>
          <dgm:constr type="l" for="ch" forName="text2" refType="w" fact="0.3246"/>
          <dgm:constr type="t" for="ch" forName="text2" refType="h" fact="0.4154"/>
          <dgm:constr type="w" for="ch" forName="text2" refType="w" fact="0.1886"/>
          <dgm:constr type="h" for="ch" forName="text2" refType="h" fact="0.3757"/>
          <dgm:constr type="l" for="ch" forName="image3" refType="w" fact="0.3246"/>
          <dgm:constr type="t" for="ch" forName="image3" refType="h" fact="0"/>
          <dgm:constr type="w" for="ch" forName="image3" refType="w" fact="0.1886"/>
          <dgm:constr type="h" for="ch" forName="image3" refType="h" fact="0.3757"/>
          <dgm:constr type="l" for="ch" forName="text1" refType="w" fact="0.1623"/>
          <dgm:constr type="t" for="ch" forName="text1" refType="h" fact="0.6243"/>
          <dgm:constr type="w" for="ch" forName="text1" refType="w" fact="0.1886"/>
          <dgm:constr type="h" for="ch" forName="text1" refType="h" fact="0.3757"/>
          <dgm:constr type="l" for="ch" forName="text3" refType="w" fact="0.1623"/>
          <dgm:constr type="t" for="ch" forName="text3" refType="h" fact="0.2089"/>
          <dgm:constr type="w" for="ch" forName="text3" refType="w" fact="0.1886"/>
          <dgm:constr type="h" for="ch" forName="text3" refType="h" fact="0.3757"/>
          <dgm:constr type="l" for="ch" forName="textaccent1" refType="w" fact="0.1668"/>
          <dgm:constr type="t" for="ch" forName="textaccent1" refType="h" fact="0.7923"/>
          <dgm:constr type="w" for="ch" forName="textaccent1" refType="w" fact="0.022"/>
          <dgm:constr type="h" for="ch" forName="textaccent1" refType="h" fact="0.044"/>
          <dgm:constr type="l" for="ch" forName="image1" refType="w" fact="0"/>
          <dgm:constr type="t" for="ch" forName="image1" refType="h" fact="0.4166"/>
          <dgm:constr type="w" for="ch" forName="image1" refType="w" fact="0.1886"/>
          <dgm:constr type="h" for="ch" forName="image1" refType="h" fact="0.3757"/>
          <dgm:constr type="l" for="ch" forName="imageaccent1" refType="w" fact="0.1292"/>
          <dgm:constr type="t" for="ch" forName="imageaccent1" refType="h" fact="0.7424"/>
          <dgm:constr type="w" for="ch" forName="imageaccent1" refType="w" fact="0.022"/>
          <dgm:constr type="h" for="ch" forName="imageaccent1" refType="h" fact="0.044"/>
          <dgm:constr type="l" for="ch" forName="textaccent2" refType="w" fact="0.4544"/>
          <dgm:constr type="t" for="ch" forName="textaccent2" refType="h" fact="0.7404"/>
          <dgm:constr type="w" for="ch" forName="textaccent2" refType="w" fact="0.022"/>
          <dgm:constr type="h" for="ch" forName="textaccent2" refType="h" fact="0.044"/>
          <dgm:constr type="l" for="ch" forName="imageaccent2" refType="w" fact="0.4914"/>
          <dgm:constr type="t" for="ch" forName="imageaccent2" refType="h" fact="0.7907"/>
          <dgm:constr type="w" for="ch" forName="imageaccent2" refType="w" fact="0.022"/>
          <dgm:constr type="h" for="ch" forName="imageaccent2" refType="h" fact="0.044"/>
          <dgm:constr type="l" for="ch" forName="textaccent3" refType="w" fact="0.2915"/>
          <dgm:constr type="t" for="ch" forName="textaccent3" refType="h" fact="0.216"/>
          <dgm:constr type="w" for="ch" forName="textaccent3" refType="w" fact="0.022"/>
          <dgm:constr type="h" for="ch" forName="textaccent3" refType="h" fact="0.044"/>
          <dgm:constr type="l" for="ch" forName="imageaccent3" refType="w" fact="0.3299"/>
          <dgm:constr type="t" for="ch" forName="imageaccent3" refType="h" fact="0.1665"/>
          <dgm:constr type="w" for="ch" forName="imageaccent3" refType="w" fact="0.022"/>
          <dgm:constr type="h" for="ch" forName="imageaccent3" refType="h" fact="0.044"/>
          <dgm:constr type="l" for="ch" forName="textaccent4" refType="w" fact="0.65"/>
          <dgm:constr type="t" for="ch" forName="textaccent4" refType="h" fact="0.3746"/>
          <dgm:constr type="w" for="ch" forName="textaccent4" refType="w" fact="0.022"/>
          <dgm:constr type="h" for="ch" forName="textaccent4" refType="h" fact="0.044"/>
          <dgm:constr type="l" for="ch" forName="imageaccent4" refType="w" fact="0.6859"/>
          <dgm:constr type="t" for="ch" forName="imageaccent4" refType="h" fact="0.4261"/>
          <dgm:constr type="w" for="ch" forName="imageaccent4" refType="w" fact="0.022"/>
          <dgm:constr type="h" for="ch" forName="imageaccent4" refType="h" fact="0.044"/>
          <dgm:constr type="l" for="ch" forName="textaccent5" refType="w" fact="0.8123"/>
          <dgm:constr type="t" for="ch" forName="textaccent5" refType="h" fact="0.1724"/>
          <dgm:constr type="w" for="ch" forName="textaccent5" refType="w" fact="0.022"/>
          <dgm:constr type="h" for="ch" forName="textaccent5" refType="h" fact="0.044"/>
          <dgm:constr type="l" for="ch" forName="imageaccent5" refType="w" fact="0.849"/>
          <dgm:constr type="t" for="ch" forName="imageaccent5" refType="h" fact="0.222"/>
          <dgm:constr type="w" for="ch" forName="imageaccent5" refType="w" fact="0.022"/>
          <dgm:constr type="h" for="ch" forName="imageaccent5" refType="h" fact="0.044"/>
        </dgm:constrLst>
      </dgm:if>
      <dgm:if name="Name7" axis="ch" ptType="node" func="cnt" op="equ" val="6">
        <dgm:alg type="composite">
          <dgm:param type="ar" val="1.9179"/>
        </dgm:alg>
        <dgm:constrLst>
          <dgm:constr type="primFontSz" for="des" ptType="node" op="equ" val="65"/>
          <dgm:constr type="l" for="ch" forName="image4" refType="w" fact="0.6491"/>
          <dgm:constr type="t" for="ch" forName="image4" refType="h" fact="0.3466"/>
          <dgm:constr type="w" for="ch" forName="image4" refType="w" fact="0.1886"/>
          <dgm:constr type="h" for="ch" forName="image4" refType="h" fact="0.3106"/>
          <dgm:constr type="l" for="ch" forName="text5" refType="w" fact="0.6491"/>
          <dgm:constr type="t" for="ch" forName="text5" refType="h" fact="0.0033"/>
          <dgm:constr type="w" for="ch" forName="text5" refType="w" fact="0.1886"/>
          <dgm:constr type="h" for="ch" forName="text5" refType="h" fact="0.3106"/>
          <dgm:constr type="l" for="ch" forName="image5" refType="w" fact="0.8114"/>
          <dgm:constr type="t" for="ch" forName="image5" refType="h" fact="0.1766"/>
          <dgm:constr type="w" for="ch" forName="image5" refType="w" fact="0.1886"/>
          <dgm:constr type="h" for="ch" forName="image5" refType="h" fact="0.3106"/>
          <dgm:constr type="l" for="ch" forName="image2" refType="w" fact="0.4868"/>
          <dgm:constr type="t" for="ch" forName="image2" refType="h" fact="0.5154"/>
          <dgm:constr type="w" for="ch" forName="image2" refType="w" fact="0.1886"/>
          <dgm:constr type="h" for="ch" forName="image2" refType="h" fact="0.3106"/>
          <dgm:constr type="l" for="ch" forName="text4" refType="w" fact="0.4868"/>
          <dgm:constr type="t" for="ch" forName="text4" refType="h" fact="0.172"/>
          <dgm:constr type="w" for="ch" forName="text4" refType="w" fact="0.1886"/>
          <dgm:constr type="h" for="ch" forName="text4" refType="h" fact="0.3106"/>
          <dgm:constr type="l" for="ch" forName="text2" refType="w" fact="0.3246"/>
          <dgm:constr type="t" for="ch" forName="text2" refType="h" fact="0.3434"/>
          <dgm:constr type="w" for="ch" forName="text2" refType="w" fact="0.1886"/>
          <dgm:constr type="h" for="ch" forName="text2" refType="h" fact="0.3106"/>
          <dgm:constr type="l" for="ch" forName="image3" refType="w" fact="0.3246"/>
          <dgm:constr type="t" for="ch" forName="image3" refType="h" fact="0"/>
          <dgm:constr type="w" for="ch" forName="image3" refType="w" fact="0.1886"/>
          <dgm:constr type="h" for="ch" forName="image3" refType="h" fact="0.3106"/>
          <dgm:constr type="l" for="ch" forName="text1" refType="w" fact="0.1623"/>
          <dgm:constr type="t" for="ch" forName="text1" refType="h" fact="0.516"/>
          <dgm:constr type="w" for="ch" forName="text1" refType="w" fact="0.1886"/>
          <dgm:constr type="h" for="ch" forName="text1" refType="h" fact="0.3106"/>
          <dgm:constr type="l" for="ch" forName="text3" refType="w" fact="0.1623"/>
          <dgm:constr type="t" for="ch" forName="text3" refType="h" fact="0.1727"/>
          <dgm:constr type="w" for="ch" forName="text3" refType="w" fact="0.1886"/>
          <dgm:constr type="h" for="ch" forName="text3" refType="h" fact="0.3106"/>
          <dgm:constr type="l" for="ch" forName="textaccent1" refType="w" fact="0.1668"/>
          <dgm:constr type="t" for="ch" forName="textaccent1" refType="h" fact="0.6549"/>
          <dgm:constr type="w" for="ch" forName="textaccent1" refType="w" fact="0.022"/>
          <dgm:constr type="h" for="ch" forName="textaccent1" refType="h" fact="0.0364"/>
          <dgm:constr type="l" for="ch" forName="image1" refType="w" fact="0"/>
          <dgm:constr type="t" for="ch" forName="image1" refType="h" fact="0.3443"/>
          <dgm:constr type="w" for="ch" forName="image1" refType="w" fact="0.1886"/>
          <dgm:constr type="h" for="ch" forName="image1" refType="h" fact="0.3106"/>
          <dgm:constr type="l" for="ch" forName="imageaccent1" refType="w" fact="0.1292"/>
          <dgm:constr type="t" for="ch" forName="imageaccent1" refType="h" fact="0.6137"/>
          <dgm:constr type="w" for="ch" forName="imageaccent1" refType="w" fact="0.022"/>
          <dgm:constr type="h" for="ch" forName="imageaccent1" refType="h" fact="0.0364"/>
          <dgm:constr type="l" for="ch" forName="textaccent2" refType="w" fact="0.4544"/>
          <dgm:constr type="t" for="ch" forName="textaccent2" refType="h" fact="0.612"/>
          <dgm:constr type="w" for="ch" forName="textaccent2" refType="w" fact="0.022"/>
          <dgm:constr type="h" for="ch" forName="textaccent2" refType="h" fact="0.0364"/>
          <dgm:constr type="l" for="ch" forName="imageaccent2" refType="w" fact="0.4914"/>
          <dgm:constr type="t" for="ch" forName="imageaccent2" refType="h" fact="0.6536"/>
          <dgm:constr type="w" for="ch" forName="imageaccent2" refType="w" fact="0.022"/>
          <dgm:constr type="h" for="ch" forName="imageaccent2" refType="h" fact="0.0364"/>
          <dgm:constr type="l" for="ch" forName="textaccent3" refType="w" fact="0.2915"/>
          <dgm:constr type="t" for="ch" forName="textaccent3" refType="h" fact="0.1786"/>
          <dgm:constr type="w" for="ch" forName="textaccent3" refType="w" fact="0.022"/>
          <dgm:constr type="h" for="ch" forName="textaccent3" refType="h" fact="0.0364"/>
          <dgm:constr type="l" for="ch" forName="imageaccent3" refType="w" fact="0.3299"/>
          <dgm:constr type="t" for="ch" forName="imageaccent3" refType="h" fact="0.1376"/>
          <dgm:constr type="w" for="ch" forName="imageaccent3" refType="w" fact="0.022"/>
          <dgm:constr type="h" for="ch" forName="imageaccent3" refType="h" fact="0.0364"/>
          <dgm:constr type="l" for="ch" forName="textaccent4" refType="w" fact="0.65"/>
          <dgm:constr type="t" for="ch" forName="textaccent4" refType="h" fact="0.3096"/>
          <dgm:constr type="w" for="ch" forName="textaccent4" refType="w" fact="0.022"/>
          <dgm:constr type="h" for="ch" forName="textaccent4" refType="h" fact="0.0364"/>
          <dgm:constr type="l" for="ch" forName="imageaccent4" refType="w" fact="0.6859"/>
          <dgm:constr type="t" for="ch" forName="imageaccent4" refType="h" fact="0.3522"/>
          <dgm:constr type="w" for="ch" forName="imageaccent4" refType="w" fact="0.022"/>
          <dgm:constr type="h" for="ch" forName="imageaccent4" refType="h" fact="0.0364"/>
          <dgm:constr type="l" for="ch" forName="textaccent5" refType="w" fact="0.8123"/>
          <dgm:constr type="t" for="ch" forName="textaccent5" refType="h" fact="0.1425"/>
          <dgm:constr type="w" for="ch" forName="textaccent5" refType="w" fact="0.022"/>
          <dgm:constr type="h" for="ch" forName="textaccent5" refType="h" fact="0.0364"/>
          <dgm:constr type="l" for="ch" forName="imageaccent5" refType="w" fact="0.849"/>
          <dgm:constr type="t" for="ch" forName="imageaccent5" refType="h" fact="0.1835"/>
          <dgm:constr type="w" for="ch" forName="imageaccent5" refType="w" fact="0.022"/>
          <dgm:constr type="h" for="ch" forName="imageaccent5" refType="h" fact="0.0364"/>
          <dgm:constr type="l" for="ch" forName="image6" refType="w" fact="0.6491"/>
          <dgm:constr type="t" for="ch" forName="image6" refType="h" fact="0.6894"/>
          <dgm:constr type="w" for="ch" forName="image6" refType="w" fact="0.1886"/>
          <dgm:constr type="h" for="ch" forName="image6" refType="h" fact="0.3106"/>
          <dgm:constr type="l" for="ch" forName="text6" refType="w" fact="0.8114"/>
          <dgm:constr type="t" for="ch" forName="text6" refType="h" fact="0.5194"/>
          <dgm:constr type="w" for="ch" forName="text6" refType="w" fact="0.1886"/>
          <dgm:constr type="h" for="ch" forName="text6" refType="h" fact="0.3106"/>
          <dgm:constr type="l" for="ch" forName="imageaccent6" refType="w" fact="0.8138"/>
          <dgm:constr type="t" for="ch" forName="imageaccent6" refType="h" fact="0.8257"/>
          <dgm:constr type="w" for="ch" forName="imageaccent6" refType="w" fact="0.022"/>
          <dgm:constr type="h" for="ch" forName="imageaccent6" refType="h" fact="0.0364"/>
          <dgm:constr type="l" for="ch" forName="textaccent6" refType="w" fact="0.8488"/>
          <dgm:constr type="t" for="ch" forName="textaccent6" refType="h" fact="0.7914"/>
          <dgm:constr type="w" for="ch" forName="textaccent6" refType="w" fact="0.022"/>
          <dgm:constr type="h" for="ch" forName="textaccent6" refType="h" fact="0.0364"/>
        </dgm:constrLst>
      </dgm:if>
      <dgm:if name="Name8" axis="ch" ptType="node" func="cnt" op="equ" val="7">
        <dgm:alg type="composite">
          <dgm:param type="ar" val="1.6382"/>
        </dgm:alg>
        <dgm:constrLst>
          <dgm:constr type="primFontSz" for="des" ptType="node" op="equ" val="65"/>
          <dgm:constr type="l" for="ch" forName="image4" refType="w" fact="0.6491"/>
          <dgm:constr type="t" for="ch" forName="image4" refType="h" fact="0.2961"/>
          <dgm:constr type="w" for="ch" forName="image4" refType="w" fact="0.1886"/>
          <dgm:constr type="h" for="ch" forName="image4" refType="h" fact="0.2653"/>
          <dgm:constr type="l" for="ch" forName="text5" refType="w" fact="0.6491"/>
          <dgm:constr type="t" for="ch" forName="text5" refType="h" fact="0.0028"/>
          <dgm:constr type="w" for="ch" forName="text5" refType="w" fact="0.1886"/>
          <dgm:constr type="h" for="ch" forName="text5" refType="h" fact="0.2653"/>
          <dgm:constr type="l" for="ch" forName="image5" refType="w" fact="0.8114"/>
          <dgm:constr type="t" for="ch" forName="image5" refType="h" fact="0.1508"/>
          <dgm:constr type="w" for="ch" forName="image5" refType="w" fact="0.1886"/>
          <dgm:constr type="h" for="ch" forName="image5" refType="h" fact="0.2653"/>
          <dgm:constr type="l" for="ch" forName="image2" refType="w" fact="0.4868"/>
          <dgm:constr type="t" for="ch" forName="image2" refType="h" fact="0.4402"/>
          <dgm:constr type="w" for="ch" forName="image2" refType="w" fact="0.1886"/>
          <dgm:constr type="h" for="ch" forName="image2" refType="h" fact="0.2653"/>
          <dgm:constr type="l" for="ch" forName="text4" refType="w" fact="0.4868"/>
          <dgm:constr type="t" for="ch" forName="text4" refType="h" fact="0.1469"/>
          <dgm:constr type="w" for="ch" forName="text4" refType="w" fact="0.1886"/>
          <dgm:constr type="h" for="ch" forName="text4" refType="h" fact="0.2653"/>
          <dgm:constr type="l" for="ch" forName="text2" refType="w" fact="0.3246"/>
          <dgm:constr type="t" for="ch" forName="text2" refType="h" fact="0.2933"/>
          <dgm:constr type="w" for="ch" forName="text2" refType="w" fact="0.1886"/>
          <dgm:constr type="h" for="ch" forName="text2" refType="h" fact="0.2653"/>
          <dgm:constr type="l" for="ch" forName="image3" refType="w" fact="0.3246"/>
          <dgm:constr type="t" for="ch" forName="image3" refType="h" fact="0"/>
          <dgm:constr type="w" for="ch" forName="image3" refType="w" fact="0.1886"/>
          <dgm:constr type="h" for="ch" forName="image3" refType="h" fact="0.2653"/>
          <dgm:constr type="l" for="ch" forName="text1" refType="w" fact="0.1623"/>
          <dgm:constr type="t" for="ch" forName="text1" refType="h" fact="0.4408"/>
          <dgm:constr type="w" for="ch" forName="text1" refType="w" fact="0.1886"/>
          <dgm:constr type="h" for="ch" forName="text1" refType="h" fact="0.2653"/>
          <dgm:constr type="l" for="ch" forName="text3" refType="w" fact="0.1623"/>
          <dgm:constr type="t" for="ch" forName="text3" refType="h" fact="0.1475"/>
          <dgm:constr type="w" for="ch" forName="text3" refType="w" fact="0.1886"/>
          <dgm:constr type="h" for="ch" forName="text3" refType="h" fact="0.2653"/>
          <dgm:constr type="l" for="ch" forName="textaccent1" refType="w" fact="0.1668"/>
          <dgm:constr type="t" for="ch" forName="textaccent1" refType="h" fact="0.5594"/>
          <dgm:constr type="w" for="ch" forName="textaccent1" refType="w" fact="0.022"/>
          <dgm:constr type="h" for="ch" forName="textaccent1" refType="h" fact="0.0311"/>
          <dgm:constr type="l" for="ch" forName="image1" refType="w" fact="0"/>
          <dgm:constr type="t" for="ch" forName="image1" refType="h" fact="0.2941"/>
          <dgm:constr type="w" for="ch" forName="image1" refType="w" fact="0.1886"/>
          <dgm:constr type="h" for="ch" forName="image1" refType="h" fact="0.2653"/>
          <dgm:constr type="l" for="ch" forName="imageaccent1" refType="w" fact="0.1292"/>
          <dgm:constr type="t" for="ch" forName="imageaccent1" refType="h" fact="0.5242"/>
          <dgm:constr type="w" for="ch" forName="imageaccent1" refType="w" fact="0.022"/>
          <dgm:constr type="h" for="ch" forName="imageaccent1" refType="h" fact="0.0311"/>
          <dgm:constr type="l" for="ch" forName="textaccent2" refType="w" fact="0.4544"/>
          <dgm:constr type="t" for="ch" forName="textaccent2" refType="h" fact="0.5228"/>
          <dgm:constr type="w" for="ch" forName="textaccent2" refType="w" fact="0.022"/>
          <dgm:constr type="h" for="ch" forName="textaccent2" refType="h" fact="0.0311"/>
          <dgm:constr type="l" for="ch" forName="imageaccent2" refType="w" fact="0.4914"/>
          <dgm:constr type="t" for="ch" forName="imageaccent2" refType="h" fact="0.5583"/>
          <dgm:constr type="w" for="ch" forName="imageaccent2" refType="w" fact="0.022"/>
          <dgm:constr type="h" for="ch" forName="imageaccent2" refType="h" fact="0.0311"/>
          <dgm:constr type="l" for="ch" forName="textaccent3" refType="w" fact="0.2907"/>
          <dgm:constr type="t" for="ch" forName="textaccent3" refType="h" fact="0.1511"/>
          <dgm:constr type="w" for="ch" forName="textaccent3" refType="w" fact="0.022"/>
          <dgm:constr type="h" for="ch" forName="textaccent3" refType="h" fact="0.0311"/>
          <dgm:constr type="l" for="ch" forName="imageaccent3" refType="w" fact="0.3299"/>
          <dgm:constr type="t" for="ch" forName="imageaccent3" refType="h" fact="0.1175"/>
          <dgm:constr type="w" for="ch" forName="imageaccent3" refType="w" fact="0.022"/>
          <dgm:constr type="h" for="ch" forName="imageaccent3" refType="h" fact="0.0311"/>
          <dgm:constr type="l" for="ch" forName="textaccent4" refType="w" fact="0.65"/>
          <dgm:constr type="t" for="ch" forName="textaccent4" refType="h" fact="0.2645"/>
          <dgm:constr type="w" for="ch" forName="textaccent4" refType="w" fact="0.022"/>
          <dgm:constr type="h" for="ch" forName="textaccent4" refType="h" fact="0.0311"/>
          <dgm:constr type="l" for="ch" forName="imageaccent4" refType="w" fact="0.6859"/>
          <dgm:constr type="t" for="ch" forName="imageaccent4" refType="h" fact="0.3008"/>
          <dgm:constr type="w" for="ch" forName="imageaccent4" refType="w" fact="0.022"/>
          <dgm:constr type="h" for="ch" forName="imageaccent4" refType="h" fact="0.0311"/>
          <dgm:constr type="l" for="ch" forName="textaccent5" refType="w" fact="0.8123"/>
          <dgm:constr type="t" for="ch" forName="textaccent5" refType="h" fact="0.1217"/>
          <dgm:constr type="w" for="ch" forName="textaccent5" refType="w" fact="0.022"/>
          <dgm:constr type="h" for="ch" forName="textaccent5" refType="h" fact="0.0311"/>
          <dgm:constr type="l" for="ch" forName="imageaccent5" refType="w" fact="0.849"/>
          <dgm:constr type="t" for="ch" forName="imageaccent5" refType="h" fact="0.1567"/>
          <dgm:constr type="w" for="ch" forName="imageaccent5" refType="w" fact="0.022"/>
          <dgm:constr type="h" for="ch" forName="imageaccent5" refType="h" fact="0.0311"/>
          <dgm:constr type="l" for="ch" forName="image6" refType="w" fact="0.6491"/>
          <dgm:constr type="t" for="ch" forName="image6" refType="h" fact="0.5889"/>
          <dgm:constr type="w" for="ch" forName="image6" refType="w" fact="0.1886"/>
          <dgm:constr type="h" for="ch" forName="image6" refType="h" fact="0.2653"/>
          <dgm:constr type="l" for="ch" forName="text6" refType="w" fact="0.8114"/>
          <dgm:constr type="t" for="ch" forName="text6" refType="h" fact="0.4436"/>
          <dgm:constr type="w" for="ch" forName="text6" refType="w" fact="0.1886"/>
          <dgm:constr type="h" for="ch" forName="text6" refType="h" fact="0.2653"/>
          <dgm:constr type="l" for="ch" forName="imageaccent6" refType="w" fact="0.8138"/>
          <dgm:constr type="t" for="ch" forName="imageaccent6" refType="h" fact="0.7053"/>
          <dgm:constr type="w" for="ch" forName="imageaccent6" refType="w" fact="0.022"/>
          <dgm:constr type="h" for="ch" forName="imageaccent6" refType="h" fact="0.0311"/>
          <dgm:constr type="l" for="ch" forName="textaccent6" refType="w" fact="0.8488"/>
          <dgm:constr type="t" for="ch" forName="textaccent6" refType="h" fact="0.676"/>
          <dgm:constr type="w" for="ch" forName="textaccent6" refType="w" fact="0.022"/>
          <dgm:constr type="h" for="ch" forName="textaccent6" refType="h" fact="0.0311"/>
          <dgm:constr type="l" for="ch" forName="text7" refType="w" fact="0.3244"/>
          <dgm:constr type="t" for="ch" forName="text7" refType="h" fact="0.5872"/>
          <dgm:constr type="w" for="ch" forName="text7" refType="w" fact="0.1886"/>
          <dgm:constr type="h" for="ch" forName="text7" refType="h" fact="0.2653"/>
          <dgm:constr type="l" for="ch" forName="image7" refType="w" fact="0.1622"/>
          <dgm:constr type="t" for="ch" forName="image7" refType="h" fact="0.7347"/>
          <dgm:constr type="w" for="ch" forName="image7" refType="w" fact="0.1886"/>
          <dgm:constr type="h" for="ch" forName="image7" refType="h" fact="0.2653"/>
          <dgm:constr type="l" for="ch" forName="imageaccent7" refType="w" fact="0.2905"/>
          <dgm:constr type="t" for="ch" forName="imageaccent7" refType="h" fact="0.7384"/>
          <dgm:constr type="w" for="ch" forName="imageaccent7" refType="w" fact="0.022"/>
          <dgm:constr type="h" for="ch" forName="imageaccent7" refType="h" fact="0.0311"/>
          <dgm:constr type="l" for="ch" forName="textaccent7" refType="w" fact="0.3298"/>
          <dgm:constr type="t" for="ch" forName="textaccent7" refType="h" fact="0.7048"/>
          <dgm:constr type="w" for="ch" forName="textaccent7" refType="w" fact="0.022"/>
          <dgm:constr type="h" for="ch" forName="textaccent7" refType="h" fact="0.0311"/>
        </dgm:constrLst>
      </dgm:if>
      <dgm:if name="Name9" axis="ch" ptType="node" func="cnt" op="equ" val="8">
        <dgm:alg type="composite">
          <dgm:param type="ar" val="1.8974"/>
        </dgm:alg>
        <dgm:constrLst>
          <dgm:constr type="primFontSz" for="des" ptType="node" op="equ" val="65"/>
          <dgm:constr type="l" for="ch" forName="image4" refType="w" fact="0.5589"/>
          <dgm:constr type="t" for="ch" forName="image4" refType="h" fact="0.2952"/>
          <dgm:constr type="w" for="ch" forName="image4" refType="w" fact="0.1624"/>
          <dgm:constr type="h" for="ch" forName="image4" refType="h" fact="0.2645"/>
          <dgm:constr type="l" for="ch" forName="text5" refType="w" fact="0.5589"/>
          <dgm:constr type="t" for="ch" forName="text5" refType="h" fact="0.0028"/>
          <dgm:constr type="w" for="ch" forName="text5" refType="w" fact="0.1624"/>
          <dgm:constr type="h" for="ch" forName="text5" refType="h" fact="0.2645"/>
          <dgm:constr type="l" for="ch" forName="image5" refType="w" fact="0.6986"/>
          <dgm:constr type="t" for="ch" forName="image5" refType="h" fact="0.1504"/>
          <dgm:constr type="w" for="ch" forName="image5" refType="w" fact="0.1624"/>
          <dgm:constr type="h" for="ch" forName="image5" refType="h" fact="0.2645"/>
          <dgm:constr type="l" for="ch" forName="image2" refType="w" fact="0.4192"/>
          <dgm:constr type="t" for="ch" forName="image2" refType="h" fact="0.439"/>
          <dgm:constr type="w" for="ch" forName="image2" refType="w" fact="0.1624"/>
          <dgm:constr type="h" for="ch" forName="image2" refType="h" fact="0.2645"/>
          <dgm:constr type="l" for="ch" forName="text4" refType="w" fact="0.4192"/>
          <dgm:constr type="t" for="ch" forName="text4" refType="h" fact="0.1465"/>
          <dgm:constr type="w" for="ch" forName="text4" refType="w" fact="0.1624"/>
          <dgm:constr type="h" for="ch" forName="text4" refType="h" fact="0.2645"/>
          <dgm:constr type="l" for="ch" forName="text2" refType="w" fact="0.2794"/>
          <dgm:constr type="t" for="ch" forName="text2" refType="h" fact="0.2925"/>
          <dgm:constr type="w" for="ch" forName="text2" refType="w" fact="0.1624"/>
          <dgm:constr type="h" for="ch" forName="text2" refType="h" fact="0.2645"/>
          <dgm:constr type="l" for="ch" forName="image3" refType="w" fact="0.2794"/>
          <dgm:constr type="t" for="ch" forName="image3" refType="h" fact="0"/>
          <dgm:constr type="w" for="ch" forName="image3" refType="w" fact="0.1624"/>
          <dgm:constr type="h" for="ch" forName="image3" refType="h" fact="0.2645"/>
          <dgm:constr type="l" for="ch" forName="text1" refType="w" fact="0.1397"/>
          <dgm:constr type="t" for="ch" forName="text1" refType="h" fact="0.4395"/>
          <dgm:constr type="w" for="ch" forName="text1" refType="w" fact="0.1624"/>
          <dgm:constr type="h" for="ch" forName="text1" refType="h" fact="0.2645"/>
          <dgm:constr type="l" for="ch" forName="text3" refType="w" fact="0.1397"/>
          <dgm:constr type="t" for="ch" forName="text3" refType="h" fact="0.1471"/>
          <dgm:constr type="w" for="ch" forName="text3" refType="w" fact="0.1624"/>
          <dgm:constr type="h" for="ch" forName="text3" refType="h" fact="0.2645"/>
          <dgm:constr type="l" for="ch" forName="textaccent1" refType="w" fact="0.1436"/>
          <dgm:constr type="t" for="ch" forName="textaccent1" refType="h" fact="0.5578"/>
          <dgm:constr type="w" for="ch" forName="textaccent1" refType="w" fact="0.0189"/>
          <dgm:constr type="h" for="ch" forName="textaccent1" refType="h" fact="0.031"/>
          <dgm:constr type="l" for="ch" forName="image1" refType="w" fact="0"/>
          <dgm:constr type="t" for="ch" forName="image1" refType="h" fact="0.2933"/>
          <dgm:constr type="w" for="ch" forName="image1" refType="w" fact="0.1624"/>
          <dgm:constr type="h" for="ch" forName="image1" refType="h" fact="0.2645"/>
          <dgm:constr type="l" for="ch" forName="imageaccent1" refType="w" fact="0.1112"/>
          <dgm:constr type="t" for="ch" forName="imageaccent1" refType="h" fact="0.5227"/>
          <dgm:constr type="w" for="ch" forName="imageaccent1" refType="w" fact="0.0189"/>
          <dgm:constr type="h" for="ch" forName="imageaccent1" refType="h" fact="0.031"/>
          <dgm:constr type="l" for="ch" forName="textaccent2" refType="w" fact="0.3912"/>
          <dgm:constr type="t" for="ch" forName="textaccent2" refType="h" fact="0.5213"/>
          <dgm:constr type="w" for="ch" forName="textaccent2" refType="w" fact="0.0189"/>
          <dgm:constr type="h" for="ch" forName="textaccent2" refType="h" fact="0.031"/>
          <dgm:constr type="l" for="ch" forName="imageaccent2" refType="w" fact="0.4231"/>
          <dgm:constr type="t" for="ch" forName="imageaccent2" refType="h" fact="0.5567"/>
          <dgm:constr type="w" for="ch" forName="imageaccent2" refType="w" fact="0.0189"/>
          <dgm:constr type="h" for="ch" forName="imageaccent2" refType="h" fact="0.031"/>
          <dgm:constr type="l" for="ch" forName="textaccent3" refType="w" fact="0.2502"/>
          <dgm:constr type="t" for="ch" forName="textaccent3" refType="h" fact="0.1507"/>
          <dgm:constr type="w" for="ch" forName="textaccent3" refType="w" fact="0.0189"/>
          <dgm:constr type="h" for="ch" forName="textaccent3" refType="h" fact="0.031"/>
          <dgm:constr type="l" for="ch" forName="imageaccent3" refType="w" fact="0.2841"/>
          <dgm:constr type="t" for="ch" forName="imageaccent3" refType="h" fact="0.1172"/>
          <dgm:constr type="w" for="ch" forName="imageaccent3" refType="w" fact="0.0189"/>
          <dgm:constr type="h" for="ch" forName="imageaccent3" refType="h" fact="0.031"/>
          <dgm:constr type="l" for="ch" forName="textaccent4" refType="w" fact="0.5596"/>
          <dgm:constr type="t" for="ch" forName="textaccent4" refType="h" fact="0.2637"/>
          <dgm:constr type="w" for="ch" forName="textaccent4" refType="w" fact="0.0189"/>
          <dgm:constr type="h" for="ch" forName="textaccent4" refType="h" fact="0.031"/>
          <dgm:constr type="l" for="ch" forName="imageaccent4" refType="w" fact="0.5905"/>
          <dgm:constr type="t" for="ch" forName="imageaccent4" refType="h" fact="0.3"/>
          <dgm:constr type="w" for="ch" forName="imageaccent4" refType="w" fact="0.0189"/>
          <dgm:constr type="h" for="ch" forName="imageaccent4" refType="h" fact="0.031"/>
          <dgm:constr type="l" for="ch" forName="textaccent5" refType="w" fact="0.6993"/>
          <dgm:constr type="t" for="ch" forName="textaccent5" refType="h" fact="0.1214"/>
          <dgm:constr type="w" for="ch" forName="textaccent5" refType="w" fact="0.0189"/>
          <dgm:constr type="h" for="ch" forName="textaccent5" refType="h" fact="0.031"/>
          <dgm:constr type="l" for="ch" forName="imageaccent5" refType="w" fact="0.731"/>
          <dgm:constr type="t" for="ch" forName="imageaccent5" refType="h" fact="0.1563"/>
          <dgm:constr type="w" for="ch" forName="imageaccent5" refType="w" fact="0.0189"/>
          <dgm:constr type="h" for="ch" forName="imageaccent5" refType="h" fact="0.031"/>
          <dgm:constr type="l" for="ch" forName="image6" refType="w" fact="0.5589"/>
          <dgm:constr type="t" for="ch" forName="image6" refType="h" fact="0.5872"/>
          <dgm:constr type="w" for="ch" forName="image6" refType="w" fact="0.1624"/>
          <dgm:constr type="h" for="ch" forName="image6" refType="h" fact="0.2645"/>
          <dgm:constr type="l" for="ch" forName="text6" refType="w" fact="0.6986"/>
          <dgm:constr type="t" for="ch" forName="text6" refType="h" fact="0.4424"/>
          <dgm:constr type="w" for="ch" forName="text6" refType="w" fact="0.1624"/>
          <dgm:constr type="h" for="ch" forName="text6" refType="h" fact="0.2645"/>
          <dgm:constr type="l" for="ch" forName="imageaccent6" refType="w" fact="0.7007"/>
          <dgm:constr type="t" for="ch" forName="imageaccent6" refType="h" fact="0.7033"/>
          <dgm:constr type="w" for="ch" forName="imageaccent6" refType="w" fact="0.0189"/>
          <dgm:constr type="h" for="ch" forName="imageaccent6" refType="h" fact="0.031"/>
          <dgm:constr type="l" for="ch" forName="textaccent6" refType="w" fact="0.7308"/>
          <dgm:constr type="t" for="ch" forName="textaccent6" refType="h" fact="0.6741"/>
          <dgm:constr type="w" for="ch" forName="textaccent6" refType="w" fact="0.0189"/>
          <dgm:constr type="h" for="ch" forName="textaccent6" refType="h" fact="0.031"/>
          <dgm:constr type="l" for="ch" forName="text7" refType="w" fact="0.2793"/>
          <dgm:constr type="t" for="ch" forName="text7" refType="h" fact="0.5856"/>
          <dgm:constr type="w" for="ch" forName="text7" refType="w" fact="0.1624"/>
          <dgm:constr type="h" for="ch" forName="text7" refType="h" fact="0.2645"/>
          <dgm:constr type="l" for="ch" forName="image7" refType="w" fact="0.1396"/>
          <dgm:constr type="t" for="ch" forName="image7" refType="h" fact="0.7326"/>
          <dgm:constr type="w" for="ch" forName="image7" refType="w" fact="0.1624"/>
          <dgm:constr type="h" for="ch" forName="image7" refType="h" fact="0.2645"/>
          <dgm:constr type="l" for="ch" forName="imageaccent7" refType="w" fact="0.2501"/>
          <dgm:constr type="t" for="ch" forName="imageaccent7" refType="h" fact="0.7363"/>
          <dgm:constr type="w" for="ch" forName="imageaccent7" refType="w" fact="0.0189"/>
          <dgm:constr type="h" for="ch" forName="imageaccent7" refType="h" fact="0.031"/>
          <dgm:constr type="l" for="ch" forName="textaccent7" refType="w" fact="0.284"/>
          <dgm:constr type="t" for="ch" forName="textaccent7" refType="h" fact="0.7028"/>
          <dgm:constr type="w" for="ch" forName="textaccent7" refType="w" fact="0.0189"/>
          <dgm:constr type="h" for="ch" forName="textaccent7" refType="h" fact="0.031"/>
          <dgm:constr type="l" for="ch" forName="image8" refType="w" fact="0.6979"/>
          <dgm:constr type="t" for="ch" forName="image8" refType="h" fact="0.7355"/>
          <dgm:constr type="w" for="ch" forName="image8" refType="w" fact="0.1624"/>
          <dgm:constr type="h" for="ch" forName="image8" refType="h" fact="0.2645"/>
          <dgm:constr type="l" for="ch" forName="text8" refType="w" fact="0.8376"/>
          <dgm:constr type="t" for="ch" forName="text8" refType="h" fact="0.5906"/>
          <dgm:constr type="w" for="ch" forName="text8" refType="w" fact="0.1624"/>
          <dgm:constr type="h" for="ch" forName="text8" refType="h" fact="0.2645"/>
          <dgm:constr type="l" for="ch" forName="imageaccent8" refType="w" fact="0.8397"/>
          <dgm:constr type="t" for="ch" forName="imageaccent8" refType="h" fact="0.8516"/>
          <dgm:constr type="w" for="ch" forName="imageaccent8" refType="w" fact="0.0189"/>
          <dgm:constr type="h" for="ch" forName="imageaccent8" refType="h" fact="0.031"/>
          <dgm:constr type="l" for="ch" forName="textaccent8" refType="w" fact="0.8698"/>
          <dgm:constr type="t" for="ch" forName="textaccent8" refType="h" fact="0.8223"/>
          <dgm:constr type="w" for="ch" forName="textaccent8" refType="w" fact="0.0189"/>
          <dgm:constr type="h" for="ch" forName="textaccent8" refType="h" fact="0.031"/>
        </dgm:constrLst>
      </dgm:if>
      <dgm:if name="Name10" axis="ch" ptType="node" func="cnt" op="equ" val="9">
        <dgm:alg type="composite">
          <dgm:param type="ar" val="1.8986"/>
        </dgm:alg>
        <dgm:constrLst>
          <dgm:constr type="primFontSz" for="des" ptType="node" op="equ" val="65"/>
          <dgm:constr type="l" for="ch" forName="image4" refType="w" fact="0.5585"/>
          <dgm:constr type="t" for="ch" forName="image4" refType="h" fact="0.2952"/>
          <dgm:constr type="w" for="ch" forName="image4" refType="w" fact="0.1623"/>
          <dgm:constr type="h" for="ch" forName="image4" refType="h" fact="0.2645"/>
          <dgm:constr type="l" for="ch" forName="text5" refType="w" fact="0.5585"/>
          <dgm:constr type="t" for="ch" forName="text5" refType="h" fact="0.0028"/>
          <dgm:constr type="w" for="ch" forName="text5" refType="w" fact="0.1623"/>
          <dgm:constr type="h" for="ch" forName="text5" refType="h" fact="0.2645"/>
          <dgm:constr type="l" for="ch" forName="image5" refType="w" fact="0.6982"/>
          <dgm:constr type="t" for="ch" forName="image5" refType="h" fact="0.1504"/>
          <dgm:constr type="w" for="ch" forName="image5" refType="w" fact="0.1623"/>
          <dgm:constr type="h" for="ch" forName="image5" refType="h" fact="0.2645"/>
          <dgm:constr type="l" for="ch" forName="image2" refType="w" fact="0.4189"/>
          <dgm:constr type="t" for="ch" forName="image2" refType="h" fact="0.439"/>
          <dgm:constr type="w" for="ch" forName="image2" refType="w" fact="0.1623"/>
          <dgm:constr type="h" for="ch" forName="image2" refType="h" fact="0.2645"/>
          <dgm:constr type="l" for="ch" forName="text4" refType="w" fact="0.4189"/>
          <dgm:constr type="t" for="ch" forName="text4" refType="h" fact="0.1465"/>
          <dgm:constr type="w" for="ch" forName="text4" refType="w" fact="0.1623"/>
          <dgm:constr type="h" for="ch" forName="text4" refType="h" fact="0.2645"/>
          <dgm:constr type="l" for="ch" forName="text2" refType="w" fact="0.2793"/>
          <dgm:constr type="t" for="ch" forName="text2" refType="h" fact="0.2925"/>
          <dgm:constr type="w" for="ch" forName="text2" refType="w" fact="0.1623"/>
          <dgm:constr type="h" for="ch" forName="text2" refType="h" fact="0.2645"/>
          <dgm:constr type="l" for="ch" forName="image3" refType="w" fact="0.2793"/>
          <dgm:constr type="t" for="ch" forName="image3" refType="h" fact="0"/>
          <dgm:constr type="w" for="ch" forName="image3" refType="w" fact="0.1623"/>
          <dgm:constr type="h" for="ch" forName="image3" refType="h" fact="0.2645"/>
          <dgm:constr type="l" for="ch" forName="text1" refType="w" fact="0.1396"/>
          <dgm:constr type="t" for="ch" forName="text1" refType="h" fact="0.4395"/>
          <dgm:constr type="w" for="ch" forName="text1" refType="w" fact="0.1623"/>
          <dgm:constr type="h" for="ch" forName="text1" refType="h" fact="0.2645"/>
          <dgm:constr type="l" for="ch" forName="text3" refType="w" fact="0.1396"/>
          <dgm:constr type="t" for="ch" forName="text3" refType="h" fact="0.1471"/>
          <dgm:constr type="w" for="ch" forName="text3" refType="w" fact="0.1623"/>
          <dgm:constr type="h" for="ch" forName="text3" refType="h" fact="0.2645"/>
          <dgm:constr type="l" for="ch" forName="textaccent1" refType="w" fact="0.1435"/>
          <dgm:constr type="t" for="ch" forName="textaccent1" refType="h" fact="0.5578"/>
          <dgm:constr type="w" for="ch" forName="textaccent1" refType="w" fact="0.0189"/>
          <dgm:constr type="h" for="ch" forName="textaccent1" refType="h" fact="0.031"/>
          <dgm:constr type="l" for="ch" forName="image1" refType="w" fact="0"/>
          <dgm:constr type="t" for="ch" forName="image1" refType="h" fact="0.2933"/>
          <dgm:constr type="w" for="ch" forName="image1" refType="w" fact="0.1623"/>
          <dgm:constr type="h" for="ch" forName="image1" refType="h" fact="0.2645"/>
          <dgm:constr type="l" for="ch" forName="imageaccent1" refType="w" fact="0.1111"/>
          <dgm:constr type="t" for="ch" forName="imageaccent1" refType="h" fact="0.5227"/>
          <dgm:constr type="w" for="ch" forName="imageaccent1" refType="w" fact="0.0189"/>
          <dgm:constr type="h" for="ch" forName="imageaccent1" refType="h" fact="0.031"/>
          <dgm:constr type="l" for="ch" forName="textaccent2" refType="w" fact="0.391"/>
          <dgm:constr type="t" for="ch" forName="textaccent2" refType="h" fact="0.5213"/>
          <dgm:constr type="w" for="ch" forName="textaccent2" refType="w" fact="0.0189"/>
          <dgm:constr type="h" for="ch" forName="textaccent2" refType="h" fact="0.031"/>
          <dgm:constr type="l" for="ch" forName="imageaccent2" refType="w" fact="0.4228"/>
          <dgm:constr type="t" for="ch" forName="imageaccent2" refType="h" fact="0.5567"/>
          <dgm:constr type="w" for="ch" forName="imageaccent2" refType="w" fact="0.0189"/>
          <dgm:constr type="h" for="ch" forName="imageaccent2" refType="h" fact="0.031"/>
          <dgm:constr type="l" for="ch" forName="textaccent3" refType="w" fact="0.2501"/>
          <dgm:constr type="t" for="ch" forName="textaccent3" refType="h" fact="0.1507"/>
          <dgm:constr type="w" for="ch" forName="textaccent3" refType="w" fact="0.0189"/>
          <dgm:constr type="h" for="ch" forName="textaccent3" refType="h" fact="0.031"/>
          <dgm:constr type="l" for="ch" forName="imageaccent3" refType="w" fact="0.2839"/>
          <dgm:constr type="t" for="ch" forName="imageaccent3" refType="h" fact="0.1172"/>
          <dgm:constr type="w" for="ch" forName="imageaccent3" refType="w" fact="0.0189"/>
          <dgm:constr type="h" for="ch" forName="imageaccent3" refType="h" fact="0.031"/>
          <dgm:constr type="l" for="ch" forName="textaccent4" refType="w" fact="0.5593"/>
          <dgm:constr type="t" for="ch" forName="textaccent4" refType="h" fact="0.2637"/>
          <dgm:constr type="w" for="ch" forName="textaccent4" refType="w" fact="0.0189"/>
          <dgm:constr type="h" for="ch" forName="textaccent4" refType="h" fact="0.031"/>
          <dgm:constr type="l" for="ch" forName="imageaccent4" refType="w" fact="0.5901"/>
          <dgm:constr type="t" for="ch" forName="imageaccent4" refType="h" fact="0.3"/>
          <dgm:constr type="w" for="ch" forName="imageaccent4" refType="w" fact="0.0189"/>
          <dgm:constr type="h" for="ch" forName="imageaccent4" refType="h" fact="0.031"/>
          <dgm:constr type="l" for="ch" forName="textaccent5" refType="w" fact="0.6989"/>
          <dgm:constr type="t" for="ch" forName="textaccent5" refType="h" fact="0.1214"/>
          <dgm:constr type="w" for="ch" forName="textaccent5" refType="w" fact="0.0189"/>
          <dgm:constr type="h" for="ch" forName="textaccent5" refType="h" fact="0.031"/>
          <dgm:constr type="l" for="ch" forName="imageaccent5" refType="w" fact="0.7305"/>
          <dgm:constr type="t" for="ch" forName="imageaccent5" refType="h" fact="0.1563"/>
          <dgm:constr type="w" for="ch" forName="imageaccent5" refType="w" fact="0.0189"/>
          <dgm:constr type="h" for="ch" forName="imageaccent5" refType="h" fact="0.031"/>
          <dgm:constr type="l" for="ch" forName="image6" refType="w" fact="0.5585"/>
          <dgm:constr type="t" for="ch" forName="image6" refType="h" fact="0.5872"/>
          <dgm:constr type="w" for="ch" forName="image6" refType="w" fact="0.1623"/>
          <dgm:constr type="h" for="ch" forName="image6" refType="h" fact="0.2645"/>
          <dgm:constr type="l" for="ch" forName="text6" refType="w" fact="0.6982"/>
          <dgm:constr type="t" for="ch" forName="text6" refType="h" fact="0.4424"/>
          <dgm:constr type="w" for="ch" forName="text6" refType="w" fact="0.1623"/>
          <dgm:constr type="h" for="ch" forName="text6" refType="h" fact="0.2645"/>
          <dgm:constr type="l" for="ch" forName="imageaccent6" refType="w" fact="0.7002"/>
          <dgm:constr type="t" for="ch" forName="imageaccent6" refType="h" fact="0.7033"/>
          <dgm:constr type="w" for="ch" forName="imageaccent6" refType="w" fact="0.0189"/>
          <dgm:constr type="h" for="ch" forName="imageaccent6" refType="h" fact="0.031"/>
          <dgm:constr type="l" for="ch" forName="textaccent6" refType="w" fact="0.7303"/>
          <dgm:constr type="t" for="ch" forName="textaccent6" refType="h" fact="0.6741"/>
          <dgm:constr type="w" for="ch" forName="textaccent6" refType="w" fact="0.0189"/>
          <dgm:constr type="h" for="ch" forName="textaccent6" refType="h" fact="0.031"/>
          <dgm:constr type="l" for="ch" forName="text7" refType="w" fact="0.2792"/>
          <dgm:constr type="t" for="ch" forName="text7" refType="h" fact="0.5856"/>
          <dgm:constr type="w" for="ch" forName="text7" refType="w" fact="0.1623"/>
          <dgm:constr type="h" for="ch" forName="text7" refType="h" fact="0.2645"/>
          <dgm:constr type="l" for="ch" forName="image7" refType="w" fact="0.1395"/>
          <dgm:constr type="t" for="ch" forName="image7" refType="h" fact="0.7326"/>
          <dgm:constr type="w" for="ch" forName="image7" refType="w" fact="0.1623"/>
          <dgm:constr type="h" for="ch" forName="image7" refType="h" fact="0.2645"/>
          <dgm:constr type="l" for="ch" forName="imageaccent7" refType="w" fact="0.25"/>
          <dgm:constr type="t" for="ch" forName="imageaccent7" refType="h" fact="0.7363"/>
          <dgm:constr type="w" for="ch" forName="imageaccent7" refType="w" fact="0.0189"/>
          <dgm:constr type="h" for="ch" forName="imageaccent7" refType="h" fact="0.031"/>
          <dgm:constr type="l" for="ch" forName="textaccent7" refType="w" fact="0.2838"/>
          <dgm:constr type="t" for="ch" forName="textaccent7" refType="h" fact="0.7028"/>
          <dgm:constr type="w" for="ch" forName="textaccent7" refType="w" fact="0.0189"/>
          <dgm:constr type="h" for="ch" forName="textaccent7" refType="h" fact="0.031"/>
          <dgm:constr type="l" for="ch" forName="image8" refType="w" fact="0.6975"/>
          <dgm:constr type="t" for="ch" forName="image8" refType="h" fact="0.7355"/>
          <dgm:constr type="w" for="ch" forName="image8" refType="w" fact="0.1623"/>
          <dgm:constr type="h" for="ch" forName="image8" refType="h" fact="0.2645"/>
          <dgm:constr type="l" for="ch" forName="text8" refType="w" fact="0.8371"/>
          <dgm:constr type="t" for="ch" forName="text8" refType="h" fact="0.5906"/>
          <dgm:constr type="w" for="ch" forName="text8" refType="w" fact="0.1623"/>
          <dgm:constr type="h" for="ch" forName="text8" refType="h" fact="0.2645"/>
          <dgm:constr type="l" for="ch" forName="imageaccent8" refType="w" fact="0.8392"/>
          <dgm:constr type="t" for="ch" forName="imageaccent8" refType="h" fact="0.8516"/>
          <dgm:constr type="w" for="ch" forName="imageaccent8" refType="w" fact="0.0189"/>
          <dgm:constr type="h" for="ch" forName="imageaccent8" refType="h" fact="0.031"/>
          <dgm:constr type="l" for="ch" forName="textaccent8" refType="w" fact="0.8693"/>
          <dgm:constr type="t" for="ch" forName="textaccent8" refType="h" fact="0.8223"/>
          <dgm:constr type="w" for="ch" forName="textaccent8" refType="w" fact="0.0189"/>
          <dgm:constr type="h" for="ch" forName="textaccent8" refType="h" fact="0.031"/>
          <dgm:constr type="l" for="ch" forName="text9" refType="w" fact="0.8377"/>
          <dgm:constr type="t" for="ch" forName="text9" refType="h" fact="0.0057"/>
          <dgm:constr type="w" for="ch" forName="text9" refType="w" fact="0.1623"/>
          <dgm:constr type="h" for="ch" forName="text9" refType="h" fact="0.2645"/>
          <dgm:constr type="l" for="ch" forName="textaccent9" refType="w" fact="0.95"/>
          <dgm:constr type="t" for="ch" forName="textaccent9" refType="h" fact="0.2383"/>
          <dgm:constr type="w" for="ch" forName="textaccent9" refType="w" fact="0.0189"/>
          <dgm:constr type="h" for="ch" forName="textaccent9" refType="h" fact="0.031"/>
          <dgm:constr type="l" for="ch" forName="image9" refType="w" fact="0.8377"/>
          <dgm:constr type="t" for="ch" forName="image9" refType="h" fact="0.2977"/>
          <dgm:constr type="w" for="ch" forName="image9" refType="w" fact="0.1623"/>
          <dgm:constr type="h" for="ch" forName="image9" refType="h" fact="0.2645"/>
          <dgm:constr type="l" for="ch" forName="imageaccent9" refType="w" fact="0.95"/>
          <dgm:constr type="t" for="ch" forName="imageaccent9" refType="h" fact="0.2993"/>
          <dgm:constr type="w" for="ch" forName="imageaccent9" refType="w" fact="0.0189"/>
          <dgm:constr type="h" for="ch" forName="imageaccent9" refType="h" fact="0.031"/>
        </dgm:constrLst>
      </dgm:if>
      <dgm:if name="Name11" axis="ch" ptType="node" func="cnt" op="equ" val="10">
        <dgm:alg type="composite">
          <dgm:param type="ar" val="1.6608"/>
        </dgm:alg>
        <dgm:constrLst>
          <dgm:constr type="primFontSz" for="des" ptType="node" op="equ" val="65"/>
          <dgm:constr type="l" for="ch" forName="image4" refType="w" fact="0.5585"/>
          <dgm:constr type="t" for="ch" forName="image4" refType="h" fact="0.2583"/>
          <dgm:constr type="w" for="ch" forName="image4" refType="w" fact="0.1623"/>
          <dgm:constr type="h" for="ch" forName="image4" refType="h" fact="0.2314"/>
          <dgm:constr type="l" for="ch" forName="text5" refType="w" fact="0.5585"/>
          <dgm:constr type="t" for="ch" forName="text5" refType="h" fact="0.0024"/>
          <dgm:constr type="w" for="ch" forName="text5" refType="w" fact="0.1623"/>
          <dgm:constr type="h" for="ch" forName="text5" refType="h" fact="0.2314"/>
          <dgm:constr type="l" for="ch" forName="image5" refType="w" fact="0.6982"/>
          <dgm:constr type="t" for="ch" forName="image5" refType="h" fact="0.1316"/>
          <dgm:constr type="w" for="ch" forName="image5" refType="w" fact="0.1623"/>
          <dgm:constr type="h" for="ch" forName="image5" refType="h" fact="0.2314"/>
          <dgm:constr type="l" for="ch" forName="image2" refType="w" fact="0.4189"/>
          <dgm:constr type="t" for="ch" forName="image2" refType="h" fact="0.384"/>
          <dgm:constr type="w" for="ch" forName="image2" refType="w" fact="0.1623"/>
          <dgm:constr type="h" for="ch" forName="image2" refType="h" fact="0.2314"/>
          <dgm:constr type="l" for="ch" forName="text4" refType="w" fact="0.4189"/>
          <dgm:constr type="t" for="ch" forName="text4" refType="h" fact="0.1282"/>
          <dgm:constr type="w" for="ch" forName="text4" refType="w" fact="0.1623"/>
          <dgm:constr type="h" for="ch" forName="text4" refType="h" fact="0.2314"/>
          <dgm:constr type="l" for="ch" forName="text2" refType="w" fact="0.2793"/>
          <dgm:constr type="t" for="ch" forName="text2" refType="h" fact="0.2558"/>
          <dgm:constr type="w" for="ch" forName="text2" refType="w" fact="0.1623"/>
          <dgm:constr type="h" for="ch" forName="text2" refType="h" fact="0.2314"/>
          <dgm:constr type="l" for="ch" forName="image3" refType="w" fact="0.2793"/>
          <dgm:constr type="t" for="ch" forName="image3" refType="h" fact="0"/>
          <dgm:constr type="w" for="ch" forName="image3" refType="w" fact="0.1623"/>
          <dgm:constr type="h" for="ch" forName="image3" refType="h" fact="0.2314"/>
          <dgm:constr type="l" for="ch" forName="text1" refType="w" fact="0.1396"/>
          <dgm:constr type="t" for="ch" forName="text1" refType="h" fact="0.3845"/>
          <dgm:constr type="w" for="ch" forName="text1" refType="w" fact="0.1623"/>
          <dgm:constr type="h" for="ch" forName="text1" refType="h" fact="0.2314"/>
          <dgm:constr type="l" for="ch" forName="text3" refType="w" fact="0.1396"/>
          <dgm:constr type="t" for="ch" forName="text3" refType="h" fact="0.1286"/>
          <dgm:constr type="w" for="ch" forName="text3" refType="w" fact="0.1623"/>
          <dgm:constr type="h" for="ch" forName="text3" refType="h" fact="0.2314"/>
          <dgm:constr type="l" for="ch" forName="textaccent1" refType="w" fact="0.1435"/>
          <dgm:constr type="t" for="ch" forName="textaccent1" refType="h" fact="0.488"/>
          <dgm:constr type="w" for="ch" forName="textaccent1" refType="w" fact="0.0189"/>
          <dgm:constr type="h" for="ch" forName="textaccent1" refType="h" fact="0.0271"/>
          <dgm:constr type="l" for="ch" forName="image1" refType="w" fact="0"/>
          <dgm:constr type="t" for="ch" forName="image1" refType="h" fact="0.2566"/>
          <dgm:constr type="w" for="ch" forName="image1" refType="w" fact="0.1623"/>
          <dgm:constr type="h" for="ch" forName="image1" refType="h" fact="0.2314"/>
          <dgm:constr type="l" for="ch" forName="imageaccent1" refType="w" fact="0.1111"/>
          <dgm:constr type="t" for="ch" forName="imageaccent1" refType="h" fact="0.4572"/>
          <dgm:constr type="w" for="ch" forName="imageaccent1" refType="w" fact="0.0189"/>
          <dgm:constr type="h" for="ch" forName="imageaccent1" refType="h" fact="0.0271"/>
          <dgm:constr type="l" for="ch" forName="textaccent2" refType="w" fact="0.391"/>
          <dgm:constr type="t" for="ch" forName="textaccent2" refType="h" fact="0.456"/>
          <dgm:constr type="w" for="ch" forName="textaccent2" refType="w" fact="0.0189"/>
          <dgm:constr type="h" for="ch" forName="textaccent2" refType="h" fact="0.0271"/>
          <dgm:constr type="l" for="ch" forName="imageaccent2" refType="w" fact="0.4228"/>
          <dgm:constr type="t" for="ch" forName="imageaccent2" refType="h" fact="0.487"/>
          <dgm:constr type="w" for="ch" forName="imageaccent2" refType="w" fact="0.0189"/>
          <dgm:constr type="h" for="ch" forName="imageaccent2" refType="h" fact="0.0271"/>
          <dgm:constr type="l" for="ch" forName="textaccent3" refType="w" fact="0.2501"/>
          <dgm:constr type="t" for="ch" forName="textaccent3" refType="h" fact="0.1318"/>
          <dgm:constr type="w" for="ch" forName="textaccent3" refType="w" fact="0.0189"/>
          <dgm:constr type="h" for="ch" forName="textaccent3" refType="h" fact="0.0271"/>
          <dgm:constr type="l" for="ch" forName="imageaccent3" refType="w" fact="0.2839"/>
          <dgm:constr type="t" for="ch" forName="imageaccent3" refType="h" fact="0.1025"/>
          <dgm:constr type="w" for="ch" forName="imageaccent3" refType="w" fact="0.0189"/>
          <dgm:constr type="h" for="ch" forName="imageaccent3" refType="h" fact="0.0271"/>
          <dgm:constr type="l" for="ch" forName="textaccent4" refType="w" fact="0.5593"/>
          <dgm:constr type="t" for="ch" forName="textaccent4" refType="h" fact="0.2307"/>
          <dgm:constr type="w" for="ch" forName="textaccent4" refType="w" fact="0.0189"/>
          <dgm:constr type="h" for="ch" forName="textaccent4" refType="h" fact="0.0271"/>
          <dgm:constr type="l" for="ch" forName="imageaccent4" refType="w" fact="0.5901"/>
          <dgm:constr type="t" for="ch" forName="imageaccent4" refType="h" fact="0.2624"/>
          <dgm:constr type="w" for="ch" forName="imageaccent4" refType="w" fact="0.0189"/>
          <dgm:constr type="h" for="ch" forName="imageaccent4" refType="h" fact="0.0271"/>
          <dgm:constr type="l" for="ch" forName="textaccent5" refType="w" fact="0.6989"/>
          <dgm:constr type="t" for="ch" forName="textaccent5" refType="h" fact="0.1062"/>
          <dgm:constr type="w" for="ch" forName="textaccent5" refType="w" fact="0.0189"/>
          <dgm:constr type="h" for="ch" forName="textaccent5" refType="h" fact="0.0271"/>
          <dgm:constr type="l" for="ch" forName="imageaccent5" refType="w" fact="0.7305"/>
          <dgm:constr type="t" for="ch" forName="imageaccent5" refType="h" fact="0.1367"/>
          <dgm:constr type="w" for="ch" forName="imageaccent5" refType="w" fact="0.0189"/>
          <dgm:constr type="h" for="ch" forName="imageaccent5" refType="h" fact="0.0271"/>
          <dgm:constr type="l" for="ch" forName="image6" refType="w" fact="0.5585"/>
          <dgm:constr type="t" for="ch" forName="image6" refType="h" fact="0.5137"/>
          <dgm:constr type="w" for="ch" forName="image6" refType="w" fact="0.1623"/>
          <dgm:constr type="h" for="ch" forName="image6" refType="h" fact="0.2314"/>
          <dgm:constr type="l" for="ch" forName="text6" refType="w" fact="0.6982"/>
          <dgm:constr type="t" for="ch" forName="text6" refType="h" fact="0.387"/>
          <dgm:constr type="w" for="ch" forName="text6" refType="w" fact="0.1623"/>
          <dgm:constr type="h" for="ch" forName="text6" refType="h" fact="0.2314"/>
          <dgm:constr type="l" for="ch" forName="imageaccent6" refType="w" fact="0.7002"/>
          <dgm:constr type="t" for="ch" forName="imageaccent6" refType="h" fact="0.6152"/>
          <dgm:constr type="w" for="ch" forName="imageaccent6" refType="w" fact="0.0189"/>
          <dgm:constr type="h" for="ch" forName="imageaccent6" refType="h" fact="0.0271"/>
          <dgm:constr type="l" for="ch" forName="textaccent6" refType="w" fact="0.7303"/>
          <dgm:constr type="t" for="ch" forName="textaccent6" refType="h" fact="0.5897"/>
          <dgm:constr type="w" for="ch" forName="textaccent6" refType="w" fact="0.0189"/>
          <dgm:constr type="h" for="ch" forName="textaccent6" refType="h" fact="0.0271"/>
          <dgm:constr type="l" for="ch" forName="text7" refType="w" fact="0.2792"/>
          <dgm:constr type="t" for="ch" forName="text7" refType="h" fact="0.5122"/>
          <dgm:constr type="w" for="ch" forName="text7" refType="w" fact="0.1623"/>
          <dgm:constr type="h" for="ch" forName="text7" refType="h" fact="0.2314"/>
          <dgm:constr type="l" for="ch" forName="image7" refType="w" fact="0.1395"/>
          <dgm:constr type="t" for="ch" forName="image7" refType="h" fact="0.6409"/>
          <dgm:constr type="w" for="ch" forName="image7" refType="w" fact="0.1623"/>
          <dgm:constr type="h" for="ch" forName="image7" refType="h" fact="0.2314"/>
          <dgm:constr type="l" for="ch" forName="imageaccent7" refType="w" fact="0.25"/>
          <dgm:constr type="t" for="ch" forName="imageaccent7" refType="h" fact="0.6441"/>
          <dgm:constr type="w" for="ch" forName="imageaccent7" refType="w" fact="0.0189"/>
          <dgm:constr type="h" for="ch" forName="imageaccent7" refType="h" fact="0.0271"/>
          <dgm:constr type="l" for="ch" forName="textaccent7" refType="w" fact="0.2838"/>
          <dgm:constr type="t" for="ch" forName="textaccent7" refType="h" fact="0.6148"/>
          <dgm:constr type="w" for="ch" forName="textaccent7" refType="w" fact="0.0189"/>
          <dgm:constr type="h" for="ch" forName="textaccent7" refType="h" fact="0.0271"/>
          <dgm:constr type="l" for="ch" forName="image8" refType="w" fact="0.6975"/>
          <dgm:constr type="t" for="ch" forName="image8" refType="h" fact="0.6433"/>
          <dgm:constr type="w" for="ch" forName="image8" refType="w" fact="0.1623"/>
          <dgm:constr type="h" for="ch" forName="image8" refType="h" fact="0.2314"/>
          <dgm:constr type="l" for="ch" forName="text8" refType="w" fact="0.8371"/>
          <dgm:constr type="t" for="ch" forName="text8" refType="h" fact="0.5167"/>
          <dgm:constr type="w" for="ch" forName="text8" refType="w" fact="0.1623"/>
          <dgm:constr type="h" for="ch" forName="text8" refType="h" fact="0.2314"/>
          <dgm:constr type="l" for="ch" forName="imageaccent8" refType="w" fact="0.8392"/>
          <dgm:constr type="t" for="ch" forName="imageaccent8" refType="h" fact="0.7449"/>
          <dgm:constr type="w" for="ch" forName="imageaccent8" refType="w" fact="0.0189"/>
          <dgm:constr type="h" for="ch" forName="imageaccent8" refType="h" fact="0.0271"/>
          <dgm:constr type="l" for="ch" forName="textaccent8" refType="w" fact="0.8693"/>
          <dgm:constr type="t" for="ch" forName="textaccent8" refType="h" fact="0.7194"/>
          <dgm:constr type="w" for="ch" forName="textaccent8" refType="w" fact="0.0189"/>
          <dgm:constr type="h" for="ch" forName="textaccent8" refType="h" fact="0.0271"/>
          <dgm:constr type="l" for="ch" forName="text9" refType="w" fact="0.8377"/>
          <dgm:constr type="t" for="ch" forName="text9" refType="h" fact="0.005"/>
          <dgm:constr type="w" for="ch" forName="text9" refType="w" fact="0.1623"/>
          <dgm:constr type="h" for="ch" forName="text9" refType="h" fact="0.2314"/>
          <dgm:constr type="l" for="ch" forName="textaccent9" refType="w" fact="0.95"/>
          <dgm:constr type="t" for="ch" forName="textaccent9" refType="h" fact="0.2084"/>
          <dgm:constr type="w" for="ch" forName="textaccent9" refType="w" fact="0.0189"/>
          <dgm:constr type="h" for="ch" forName="textaccent9" refType="h" fact="0.0271"/>
          <dgm:constr type="l" for="ch" forName="image9" refType="w" fact="0.8377"/>
          <dgm:constr type="t" for="ch" forName="image9" refType="h" fact="0.2604"/>
          <dgm:constr type="w" for="ch" forName="image9" refType="w" fact="0.1623"/>
          <dgm:constr type="h" for="ch" forName="image9" refType="h" fact="0.2314"/>
          <dgm:constr type="l" for="ch" forName="imageaccent9" refType="w" fact="0.95"/>
          <dgm:constr type="t" for="ch" forName="imageaccent9" refType="h" fact="0.2618"/>
          <dgm:constr type="w" for="ch" forName="imageaccent9" refType="w" fact="0.0189"/>
          <dgm:constr type="h" for="ch" forName="imageaccent9" refType="h" fact="0.0271"/>
          <dgm:constr type="l" for="ch" forName="image10" refType="w" fact="0.2786"/>
          <dgm:constr type="t" for="ch" forName="image10" refType="h" fact="0.7686"/>
          <dgm:constr type="w" for="ch" forName="image10" refType="w" fact="0.1623"/>
          <dgm:constr type="h" for="ch" forName="image10" refType="h" fact="0.2314"/>
          <dgm:constr type="l" for="ch" forName="text10" refType="w" fact="0.4183"/>
          <dgm:constr type="t" for="ch" forName="text10" refType="h" fact="0.6419"/>
          <dgm:constr type="w" for="ch" forName="text10" refType="w" fact="0.1623"/>
          <dgm:constr type="h" for="ch" forName="text10" refType="h" fact="0.2314"/>
          <dgm:constr type="l" for="ch" forName="imageaccent10" refType="w" fact="0.4203"/>
          <dgm:constr type="t" for="ch" forName="imageaccent10" refType="h" fact="0.8701"/>
          <dgm:constr type="w" for="ch" forName="imageaccent10" refType="w" fact="0.0189"/>
          <dgm:constr type="h" for="ch" forName="imageaccent10" refType="h" fact="0.0271"/>
          <dgm:constr type="l" for="ch" forName="textaccent10" refType="w" fact="0.4504"/>
          <dgm:constr type="t" for="ch" forName="textaccent10" refType="h" fact="0.8446"/>
          <dgm:constr type="w" for="ch" forName="textaccent10" refType="w" fact="0.0189"/>
          <dgm:constr type="h" for="ch" forName="textaccent10" refType="h" fact="0.0271"/>
        </dgm:constrLst>
      </dgm:if>
      <dgm:if name="Name12" axis="ch" ptType="node" func="cnt" op="equ" val="11">
        <dgm:alg type="composite">
          <dgm:param type="ar" val="1.4704"/>
        </dgm:alg>
        <dgm:constrLst>
          <dgm:constr type="primFontSz" for="des" ptType="node" op="equ" val="65"/>
          <dgm:constr type="l" for="ch" forName="image4" refType="w" fact="0.5585"/>
          <dgm:constr type="t" for="ch" forName="image4" refType="h" fact="0.2287"/>
          <dgm:constr type="w" for="ch" forName="image4" refType="w" fact="0.1623"/>
          <dgm:constr type="h" for="ch" forName="image4" refType="h" fact="0.2049"/>
          <dgm:constr type="l" for="ch" forName="text5" refType="w" fact="0.5585"/>
          <dgm:constr type="t" for="ch" forName="text5" refType="h" fact="0.0022"/>
          <dgm:constr type="w" for="ch" forName="text5" refType="w" fact="0.1623"/>
          <dgm:constr type="h" for="ch" forName="text5" refType="h" fact="0.2049"/>
          <dgm:constr type="l" for="ch" forName="image5" refType="w" fact="0.6982"/>
          <dgm:constr type="t" for="ch" forName="image5" refType="h" fact="0.1165"/>
          <dgm:constr type="w" for="ch" forName="image5" refType="w" fact="0.1623"/>
          <dgm:constr type="h" for="ch" forName="image5" refType="h" fact="0.2049"/>
          <dgm:constr type="l" for="ch" forName="image2" refType="w" fact="0.4189"/>
          <dgm:constr type="t" for="ch" forName="image2" refType="h" fact="0.34"/>
          <dgm:constr type="w" for="ch" forName="image2" refType="w" fact="0.1623"/>
          <dgm:constr type="h" for="ch" forName="image2" refType="h" fact="0.2049"/>
          <dgm:constr type="l" for="ch" forName="text4" refType="w" fact="0.4189"/>
          <dgm:constr type="t" for="ch" forName="text4" refType="h" fact="0.1135"/>
          <dgm:constr type="w" for="ch" forName="text4" refType="w" fact="0.1623"/>
          <dgm:constr type="h" for="ch" forName="text4" refType="h" fact="0.2049"/>
          <dgm:constr type="l" for="ch" forName="text2" refType="w" fact="0.2793"/>
          <dgm:constr type="t" for="ch" forName="text2" refType="h" fact="0.2265"/>
          <dgm:constr type="w" for="ch" forName="text2" refType="w" fact="0.1623"/>
          <dgm:constr type="h" for="ch" forName="text2" refType="h" fact="0.2049"/>
          <dgm:constr type="l" for="ch" forName="image3" refType="w" fact="0.2793"/>
          <dgm:constr type="t" for="ch" forName="image3" refType="h" fact="0"/>
          <dgm:constr type="w" for="ch" forName="image3" refType="w" fact="0.1623"/>
          <dgm:constr type="h" for="ch" forName="image3" refType="h" fact="0.2049"/>
          <dgm:constr type="l" for="ch" forName="text1" refType="w" fact="0.1396"/>
          <dgm:constr type="t" for="ch" forName="text1" refType="h" fact="0.3404"/>
          <dgm:constr type="w" for="ch" forName="text1" refType="w" fact="0.1623"/>
          <dgm:constr type="h" for="ch" forName="text1" refType="h" fact="0.2049"/>
          <dgm:constr type="l" for="ch" forName="text3" refType="w" fact="0.1396"/>
          <dgm:constr type="t" for="ch" forName="text3" refType="h" fact="0.1139"/>
          <dgm:constr type="w" for="ch" forName="text3" refType="w" fact="0.1623"/>
          <dgm:constr type="h" for="ch" forName="text3" refType="h" fact="0.2049"/>
          <dgm:constr type="l" for="ch" forName="textaccent1" refType="w" fact="0.1435"/>
          <dgm:constr type="t" for="ch" forName="textaccent1" refType="h" fact="0.432"/>
          <dgm:constr type="w" for="ch" forName="textaccent1" refType="w" fact="0.0189"/>
          <dgm:constr type="h" for="ch" forName="textaccent1" refType="h" fact="0.024"/>
          <dgm:constr type="l" for="ch" forName="image1" refType="w" fact="0"/>
          <dgm:constr type="t" for="ch" forName="image1" refType="h" fact="0.2272"/>
          <dgm:constr type="w" for="ch" forName="image1" refType="w" fact="0.1623"/>
          <dgm:constr type="h" for="ch" forName="image1" refType="h" fact="0.2049"/>
          <dgm:constr type="l" for="ch" forName="imageaccent1" refType="w" fact="0.1111"/>
          <dgm:constr type="t" for="ch" forName="imageaccent1" refType="h" fact="0.4048"/>
          <dgm:constr type="w" for="ch" forName="imageaccent1" refType="w" fact="0.0189"/>
          <dgm:constr type="h" for="ch" forName="imageaccent1" refType="h" fact="0.024"/>
          <dgm:constr type="l" for="ch" forName="textaccent2" refType="w" fact="0.391"/>
          <dgm:constr type="t" for="ch" forName="textaccent2" refType="h" fact="0.4038"/>
          <dgm:constr type="w" for="ch" forName="textaccent2" refType="w" fact="0.0189"/>
          <dgm:constr type="h" for="ch" forName="textaccent2" refType="h" fact="0.024"/>
          <dgm:constr type="l" for="ch" forName="imageaccent2" refType="w" fact="0.4228"/>
          <dgm:constr type="t" for="ch" forName="imageaccent2" refType="h" fact="0.4312"/>
          <dgm:constr type="w" for="ch" forName="imageaccent2" refType="w" fact="0.0189"/>
          <dgm:constr type="h" for="ch" forName="imageaccent2" refType="h" fact="0.024"/>
          <dgm:constr type="l" for="ch" forName="textaccent3" refType="w" fact="0.2501"/>
          <dgm:constr type="t" for="ch" forName="textaccent3" refType="h" fact="0.1167"/>
          <dgm:constr type="w" for="ch" forName="textaccent3" refType="w" fact="0.0189"/>
          <dgm:constr type="h" for="ch" forName="textaccent3" refType="h" fact="0.024"/>
          <dgm:constr type="l" for="ch" forName="imageaccent3" refType="w" fact="0.2839"/>
          <dgm:constr type="t" for="ch" forName="imageaccent3" refType="h" fact="0.0908"/>
          <dgm:constr type="w" for="ch" forName="imageaccent3" refType="w" fact="0.0189"/>
          <dgm:constr type="h" for="ch" forName="imageaccent3" refType="h" fact="0.024"/>
          <dgm:constr type="l" for="ch" forName="textaccent4" refType="w" fact="0.5593"/>
          <dgm:constr type="t" for="ch" forName="textaccent4" refType="h" fact="0.2042"/>
          <dgm:constr type="w" for="ch" forName="textaccent4" refType="w" fact="0.0189"/>
          <dgm:constr type="h" for="ch" forName="textaccent4" refType="h" fact="0.024"/>
          <dgm:constr type="l" for="ch" forName="imageaccent4" refType="w" fact="0.5901"/>
          <dgm:constr type="t" for="ch" forName="imageaccent4" refType="h" fact="0.2323"/>
          <dgm:constr type="w" for="ch" forName="imageaccent4" refType="w" fact="0.0189"/>
          <dgm:constr type="h" for="ch" forName="imageaccent4" refType="h" fact="0.024"/>
          <dgm:constr type="l" for="ch" forName="textaccent5" refType="w" fact="0.6989"/>
          <dgm:constr type="t" for="ch" forName="textaccent5" refType="h" fact="0.094"/>
          <dgm:constr type="w" for="ch" forName="textaccent5" refType="w" fact="0.0189"/>
          <dgm:constr type="h" for="ch" forName="textaccent5" refType="h" fact="0.024"/>
          <dgm:constr type="l" for="ch" forName="imageaccent5" refType="w" fact="0.7305"/>
          <dgm:constr type="t" for="ch" forName="imageaccent5" refType="h" fact="0.121"/>
          <dgm:constr type="w" for="ch" forName="imageaccent5" refType="w" fact="0.0189"/>
          <dgm:constr type="h" for="ch" forName="imageaccent5" refType="h" fact="0.024"/>
          <dgm:constr type="l" for="ch" forName="image6" refType="w" fact="0.5585"/>
          <dgm:constr type="t" for="ch" forName="image6" refType="h" fact="0.4548"/>
          <dgm:constr type="w" for="ch" forName="image6" refType="w" fact="0.1623"/>
          <dgm:constr type="h" for="ch" forName="image6" refType="h" fact="0.2049"/>
          <dgm:constr type="l" for="ch" forName="text6" refType="w" fact="0.6982"/>
          <dgm:constr type="t" for="ch" forName="text6" refType="h" fact="0.3426"/>
          <dgm:constr type="w" for="ch" forName="text6" refType="w" fact="0.1623"/>
          <dgm:constr type="h" for="ch" forName="text6" refType="h" fact="0.2049"/>
          <dgm:constr type="l" for="ch" forName="imageaccent6" refType="w" fact="0.7002"/>
          <dgm:constr type="t" for="ch" forName="imageaccent6" refType="h" fact="0.5447"/>
          <dgm:constr type="w" for="ch" forName="imageaccent6" refType="w" fact="0.0189"/>
          <dgm:constr type="h" for="ch" forName="imageaccent6" refType="h" fact="0.024"/>
          <dgm:constr type="l" for="ch" forName="textaccent6" refType="w" fact="0.7303"/>
          <dgm:constr type="t" for="ch" forName="textaccent6" refType="h" fact="0.5221"/>
          <dgm:constr type="w" for="ch" forName="textaccent6" refType="w" fact="0.0189"/>
          <dgm:constr type="h" for="ch" forName="textaccent6" refType="h" fact="0.024"/>
          <dgm:constr type="l" for="ch" forName="text7" refType="w" fact="0.2792"/>
          <dgm:constr type="t" for="ch" forName="text7" refType="h" fact="0.4535"/>
          <dgm:constr type="w" for="ch" forName="text7" refType="w" fact="0.1623"/>
          <dgm:constr type="h" for="ch" forName="text7" refType="h" fact="0.2049"/>
          <dgm:constr type="l" for="ch" forName="image7" refType="w" fact="0.1395"/>
          <dgm:constr type="t" for="ch" forName="image7" refType="h" fact="0.5674"/>
          <dgm:constr type="w" for="ch" forName="image7" refType="w" fact="0.1623"/>
          <dgm:constr type="h" for="ch" forName="image7" refType="h" fact="0.2049"/>
          <dgm:constr type="l" for="ch" forName="imageaccent7" refType="w" fact="0.25"/>
          <dgm:constr type="t" for="ch" forName="imageaccent7" refType="h" fact="0.5703"/>
          <dgm:constr type="w" for="ch" forName="imageaccent7" refType="w" fact="0.0189"/>
          <dgm:constr type="h" for="ch" forName="imageaccent7" refType="h" fact="0.024"/>
          <dgm:constr type="l" for="ch" forName="textaccent7" refType="w" fact="0.2838"/>
          <dgm:constr type="t" for="ch" forName="textaccent7" refType="h" fact="0.5443"/>
          <dgm:constr type="w" for="ch" forName="textaccent7" refType="w" fact="0.0189"/>
          <dgm:constr type="h" for="ch" forName="textaccent7" refType="h" fact="0.024"/>
          <dgm:constr type="l" for="ch" forName="image8" refType="w" fact="0.6975"/>
          <dgm:constr type="t" for="ch" forName="image8" refType="h" fact="0.5696"/>
          <dgm:constr type="w" for="ch" forName="image8" refType="w" fact="0.1623"/>
          <dgm:constr type="h" for="ch" forName="image8" refType="h" fact="0.2049"/>
          <dgm:constr type="l" for="ch" forName="text8" refType="w" fact="0.8371"/>
          <dgm:constr type="t" for="ch" forName="text8" refType="h" fact="0.4574"/>
          <dgm:constr type="w" for="ch" forName="text8" refType="w" fact="0.1623"/>
          <dgm:constr type="h" for="ch" forName="text8" refType="h" fact="0.2049"/>
          <dgm:constr type="l" for="ch" forName="imageaccent8" refType="w" fact="0.8392"/>
          <dgm:constr type="t" for="ch" forName="imageaccent8" refType="h" fact="0.6595"/>
          <dgm:constr type="w" for="ch" forName="imageaccent8" refType="w" fact="0.0189"/>
          <dgm:constr type="h" for="ch" forName="imageaccent8" refType="h" fact="0.024"/>
          <dgm:constr type="l" for="ch" forName="textaccent8" refType="w" fact="0.8693"/>
          <dgm:constr type="t" for="ch" forName="textaccent8" refType="h" fact="0.6369"/>
          <dgm:constr type="w" for="ch" forName="textaccent8" refType="w" fact="0.0189"/>
          <dgm:constr type="h" for="ch" forName="textaccent8" refType="h" fact="0.024"/>
          <dgm:constr type="l" for="ch" forName="text9" refType="w" fact="0.8377"/>
          <dgm:constr type="t" for="ch" forName="text9" refType="h" fact="0.0044"/>
          <dgm:constr type="w" for="ch" forName="text9" refType="w" fact="0.1623"/>
          <dgm:constr type="h" for="ch" forName="text9" refType="h" fact="0.2049"/>
          <dgm:constr type="l" for="ch" forName="textaccent9" refType="w" fact="0.95"/>
          <dgm:constr type="t" for="ch" forName="textaccent9" refType="h" fact="0.1846"/>
          <dgm:constr type="w" for="ch" forName="textaccent9" refType="w" fact="0.0189"/>
          <dgm:constr type="h" for="ch" forName="textaccent9" refType="h" fact="0.024"/>
          <dgm:constr type="l" for="ch" forName="image9" refType="w" fact="0.8377"/>
          <dgm:constr type="t" for="ch" forName="image9" refType="h" fact="0.2306"/>
          <dgm:constr type="w" for="ch" forName="image9" refType="w" fact="0.1623"/>
          <dgm:constr type="h" for="ch" forName="image9" refType="h" fact="0.2049"/>
          <dgm:constr type="l" for="ch" forName="imageaccent9" refType="w" fact="0.95"/>
          <dgm:constr type="t" for="ch" forName="imageaccent9" refType="h" fact="0.2318"/>
          <dgm:constr type="w" for="ch" forName="imageaccent9" refType="w" fact="0.0189"/>
          <dgm:constr type="h" for="ch" forName="imageaccent9" refType="h" fact="0.024"/>
          <dgm:constr type="l" for="ch" forName="image10" refType="w" fact="0.2786"/>
          <dgm:constr type="t" for="ch" forName="image10" refType="h" fact="0.6805"/>
          <dgm:constr type="w" for="ch" forName="image10" refType="w" fact="0.1623"/>
          <dgm:constr type="h" for="ch" forName="image10" refType="h" fact="0.2049"/>
          <dgm:constr type="l" for="ch" forName="text10" refType="w" fact="0.4183"/>
          <dgm:constr type="t" for="ch" forName="text10" refType="h" fact="0.5683"/>
          <dgm:constr type="w" for="ch" forName="text10" refType="w" fact="0.1623"/>
          <dgm:constr type="h" for="ch" forName="text10" refType="h" fact="0.2049"/>
          <dgm:constr type="l" for="ch" forName="imageaccent10" refType="w" fact="0.4203"/>
          <dgm:constr type="t" for="ch" forName="imageaccent10" refType="h" fact="0.7704"/>
          <dgm:constr type="w" for="ch" forName="imageaccent10" refType="w" fact="0.0189"/>
          <dgm:constr type="h" for="ch" forName="imageaccent10" refType="h" fact="0.024"/>
          <dgm:constr type="l" for="ch" forName="textaccent10" refType="w" fact="0.4504"/>
          <dgm:constr type="t" for="ch" forName="textaccent10" refType="h" fact="0.7478"/>
          <dgm:constr type="w" for="ch" forName="textaccent10" refType="w" fact="0.0189"/>
          <dgm:constr type="h" for="ch" forName="textaccent10" refType="h" fact="0.024"/>
          <dgm:constr type="l" for="ch" forName="text11" refType="w" fact="0.6971"/>
          <dgm:constr type="t" for="ch" forName="text11" refType="h" fact="0.7951"/>
          <dgm:constr type="w" for="ch" forName="text11" refType="w" fact="0.1623"/>
          <dgm:constr type="h" for="ch" forName="text11" refType="h" fact="0.2049"/>
          <dgm:constr type="l" for="ch" forName="image11" refType="w" fact="0.5575"/>
          <dgm:constr type="t" for="ch" forName="image11" refType="h" fact="0.6816"/>
          <dgm:constr type="w" for="ch" forName="image11" refType="w" fact="0.1623"/>
          <dgm:constr type="h" for="ch" forName="image11" refType="h" fact="0.2049"/>
          <dgm:constr type="l" for="ch" forName="imageaccent11" refType="w" fact="0.6692"/>
          <dgm:constr type="t" for="ch" forName="imageaccent11" refType="h" fact="0.8589"/>
          <dgm:constr type="w" for="ch" forName="imageaccent11" refType="w" fact="0.0189"/>
          <dgm:constr type="h" for="ch" forName="imageaccent11" refType="h" fact="0.024"/>
          <dgm:constr type="l" for="ch" forName="textaccent11" refType="w" fact="0.701"/>
          <dgm:constr type="t" for="ch" forName="textaccent11" refType="h" fact="0.8863"/>
          <dgm:constr type="w" for="ch" forName="textaccent11" refType="w" fact="0.0189"/>
          <dgm:constr type="h" for="ch" forName="textaccent11" refType="h" fact="0.024"/>
        </dgm:constrLst>
      </dgm:if>
      <dgm:else name="Name13">
        <dgm:alg type="composite">
          <dgm:param type="ar" val="1.675"/>
        </dgm:alg>
        <dgm:constrLst>
          <dgm:constr type="primFontSz" for="des" ptType="node" op="equ" val="65"/>
          <dgm:constr type="l" for="ch" forName="image4" refType="w" fact="0.4903"/>
          <dgm:constr type="t" for="ch" forName="image4" refType="h" fact="0.2287"/>
          <dgm:constr type="w" for="ch" forName="image4" refType="w" fact="0.1425"/>
          <dgm:constr type="h" for="ch" forName="image4" refType="h" fact="0.2049"/>
          <dgm:constr type="l" for="ch" forName="text5" refType="w" fact="0.4903"/>
          <dgm:constr type="t" for="ch" forName="text5" refType="h" fact="0.0022"/>
          <dgm:constr type="w" for="ch" forName="text5" refType="w" fact="0.1425"/>
          <dgm:constr type="h" for="ch" forName="text5" refType="h" fact="0.2049"/>
          <dgm:constr type="l" for="ch" forName="image5" refType="w" fact="0.6129"/>
          <dgm:constr type="t" for="ch" forName="image5" refType="h" fact="0.1165"/>
          <dgm:constr type="w" for="ch" forName="image5" refType="w" fact="0.1425"/>
          <dgm:constr type="h" for="ch" forName="image5" refType="h" fact="0.2049"/>
          <dgm:constr type="l" for="ch" forName="image2" refType="w" fact="0.3677"/>
          <dgm:constr type="t" for="ch" forName="image2" refType="h" fact="0.34"/>
          <dgm:constr type="w" for="ch" forName="image2" refType="w" fact="0.1425"/>
          <dgm:constr type="h" for="ch" forName="image2" refType="h" fact="0.2049"/>
          <dgm:constr type="l" for="ch" forName="text4" refType="w" fact="0.3677"/>
          <dgm:constr type="t" for="ch" forName="text4" refType="h" fact="0.1135"/>
          <dgm:constr type="w" for="ch" forName="text4" refType="w" fact="0.1425"/>
          <dgm:constr type="h" for="ch" forName="text4" refType="h" fact="0.2049"/>
          <dgm:constr type="l" for="ch" forName="text2" refType="w" fact="0.2452"/>
          <dgm:constr type="t" for="ch" forName="text2" refType="h" fact="0.2265"/>
          <dgm:constr type="w" for="ch" forName="text2" refType="w" fact="0.1425"/>
          <dgm:constr type="h" for="ch" forName="text2" refType="h" fact="0.2049"/>
          <dgm:constr type="l" for="ch" forName="image3" refType="w" fact="0.2452"/>
          <dgm:constr type="t" for="ch" forName="image3" refType="h" fact="0"/>
          <dgm:constr type="w" for="ch" forName="image3" refType="w" fact="0.1425"/>
          <dgm:constr type="h" for="ch" forName="image3" refType="h" fact="0.2049"/>
          <dgm:constr type="l" for="ch" forName="text1" refType="w" fact="0.1226"/>
          <dgm:constr type="t" for="ch" forName="text1" refType="h" fact="0.3404"/>
          <dgm:constr type="w" for="ch" forName="text1" refType="w" fact="0.1425"/>
          <dgm:constr type="h" for="ch" forName="text1" refType="h" fact="0.2049"/>
          <dgm:constr type="l" for="ch" forName="text3" refType="w" fact="0.1226"/>
          <dgm:constr type="t" for="ch" forName="text3" refType="h" fact="0.1139"/>
          <dgm:constr type="w" for="ch" forName="text3" refType="w" fact="0.1425"/>
          <dgm:constr type="h" for="ch" forName="text3" refType="h" fact="0.2049"/>
          <dgm:constr type="l" for="ch" forName="textaccent1" refType="w" fact="0.126"/>
          <dgm:constr type="t" for="ch" forName="textaccent1" refType="h" fact="0.432"/>
          <dgm:constr type="w" for="ch" forName="textaccent1" refType="w" fact="0.0166"/>
          <dgm:constr type="h" for="ch" forName="textaccent1" refType="h" fact="0.024"/>
          <dgm:constr type="l" for="ch" forName="image1" refType="w" fact="0"/>
          <dgm:constr type="t" for="ch" forName="image1" refType="h" fact="0.2272"/>
          <dgm:constr type="w" for="ch" forName="image1" refType="w" fact="0.1425"/>
          <dgm:constr type="h" for="ch" forName="image1" refType="h" fact="0.2049"/>
          <dgm:constr type="l" for="ch" forName="imageaccent1" refType="w" fact="0.0976"/>
          <dgm:constr type="t" for="ch" forName="imageaccent1" refType="h" fact="0.4048"/>
          <dgm:constr type="w" for="ch" forName="imageaccent1" refType="w" fact="0.0166"/>
          <dgm:constr type="h" for="ch" forName="imageaccent1" refType="h" fact="0.024"/>
          <dgm:constr type="l" for="ch" forName="textaccent2" refType="w" fact="0.3432"/>
          <dgm:constr type="t" for="ch" forName="textaccent2" refType="h" fact="0.4038"/>
          <dgm:constr type="w" for="ch" forName="textaccent2" refType="w" fact="0.0166"/>
          <dgm:constr type="h" for="ch" forName="textaccent2" refType="h" fact="0.024"/>
          <dgm:constr type="l" for="ch" forName="imageaccent2" refType="w" fact="0.3712"/>
          <dgm:constr type="t" for="ch" forName="imageaccent2" refType="h" fact="0.4312"/>
          <dgm:constr type="w" for="ch" forName="imageaccent2" refType="w" fact="0.0166"/>
          <dgm:constr type="h" for="ch" forName="imageaccent2" refType="h" fact="0.024"/>
          <dgm:constr type="l" for="ch" forName="textaccent3" refType="w" fact="0.2196"/>
          <dgm:constr type="t" for="ch" forName="textaccent3" refType="h" fact="0.1167"/>
          <dgm:constr type="w" for="ch" forName="textaccent3" refType="w" fact="0.0166"/>
          <dgm:constr type="h" for="ch" forName="textaccent3" refType="h" fact="0.024"/>
          <dgm:constr type="l" for="ch" forName="imageaccent3" refType="w" fact="0.2492"/>
          <dgm:constr type="t" for="ch" forName="imageaccent3" refType="h" fact="0.0908"/>
          <dgm:constr type="w" for="ch" forName="imageaccent3" refType="w" fact="0.0166"/>
          <dgm:constr type="h" for="ch" forName="imageaccent3" refType="h" fact="0.024"/>
          <dgm:constr type="l" for="ch" forName="textaccent4" refType="w" fact="0.491"/>
          <dgm:constr type="t" for="ch" forName="textaccent4" refType="h" fact="0.2042"/>
          <dgm:constr type="w" for="ch" forName="textaccent4" refType="w" fact="0.0166"/>
          <dgm:constr type="h" for="ch" forName="textaccent4" refType="h" fact="0.024"/>
          <dgm:constr type="l" for="ch" forName="imageaccent4" refType="w" fact="0.5181"/>
          <dgm:constr type="t" for="ch" forName="imageaccent4" refType="h" fact="0.2323"/>
          <dgm:constr type="w" for="ch" forName="imageaccent4" refType="w" fact="0.0166"/>
          <dgm:constr type="h" for="ch" forName="imageaccent4" refType="h" fact="0.024"/>
          <dgm:constr type="l" for="ch" forName="textaccent5" refType="w" fact="0.6136"/>
          <dgm:constr type="t" for="ch" forName="textaccent5" refType="h" fact="0.094"/>
          <dgm:constr type="w" for="ch" forName="textaccent5" refType="w" fact="0.0166"/>
          <dgm:constr type="h" for="ch" forName="textaccent5" refType="h" fact="0.024"/>
          <dgm:constr type="l" for="ch" forName="imageaccent5" refType="w" fact="0.6413"/>
          <dgm:constr type="t" for="ch" forName="imageaccent5" refType="h" fact="0.121"/>
          <dgm:constr type="w" for="ch" forName="imageaccent5" refType="w" fact="0.0166"/>
          <dgm:constr type="h" for="ch" forName="imageaccent5" refType="h" fact="0.024"/>
          <dgm:constr type="l" for="ch" forName="image6" refType="w" fact="0.4903"/>
          <dgm:constr type="t" for="ch" forName="image6" refType="h" fact="0.4548"/>
          <dgm:constr type="w" for="ch" forName="image6" refType="w" fact="0.1425"/>
          <dgm:constr type="h" for="ch" forName="image6" refType="h" fact="0.2049"/>
          <dgm:constr type="l" for="ch" forName="text6" refType="w" fact="0.6129"/>
          <dgm:constr type="t" for="ch" forName="text6" refType="h" fact="0.3426"/>
          <dgm:constr type="w" for="ch" forName="text6" refType="w" fact="0.1425"/>
          <dgm:constr type="h" for="ch" forName="text6" refType="h" fact="0.2049"/>
          <dgm:constr type="l" for="ch" forName="imageaccent6" refType="w" fact="0.6147"/>
          <dgm:constr type="t" for="ch" forName="imageaccent6" refType="h" fact="0.5447"/>
          <dgm:constr type="w" for="ch" forName="imageaccent6" refType="w" fact="0.0166"/>
          <dgm:constr type="h" for="ch" forName="imageaccent6" refType="h" fact="0.024"/>
          <dgm:constr type="l" for="ch" forName="textaccent6" refType="w" fact="0.6411"/>
          <dgm:constr type="t" for="ch" forName="textaccent6" refType="h" fact="0.5221"/>
          <dgm:constr type="w" for="ch" forName="textaccent6" refType="w" fact="0.0166"/>
          <dgm:constr type="h" for="ch" forName="textaccent6" refType="h" fact="0.024"/>
          <dgm:constr type="l" for="ch" forName="text7" refType="w" fact="0.2451"/>
          <dgm:constr type="t" for="ch" forName="text7" refType="h" fact="0.4535"/>
          <dgm:constr type="w" for="ch" forName="text7" refType="w" fact="0.1425"/>
          <dgm:constr type="h" for="ch" forName="text7" refType="h" fact="0.2049"/>
          <dgm:constr type="l" for="ch" forName="image7" refType="w" fact="0.1225"/>
          <dgm:constr type="t" for="ch" forName="image7" refType="h" fact="0.5674"/>
          <dgm:constr type="w" for="ch" forName="image7" refType="w" fact="0.1425"/>
          <dgm:constr type="h" for="ch" forName="image7" refType="h" fact="0.2049"/>
          <dgm:constr type="l" for="ch" forName="imageaccent7" refType="w" fact="0.2195"/>
          <dgm:constr type="t" for="ch" forName="imageaccent7" refType="h" fact="0.5703"/>
          <dgm:constr type="w" for="ch" forName="imageaccent7" refType="w" fact="0.0166"/>
          <dgm:constr type="h" for="ch" forName="imageaccent7" refType="h" fact="0.024"/>
          <dgm:constr type="l" for="ch" forName="textaccent7" refType="w" fact="0.2491"/>
          <dgm:constr type="t" for="ch" forName="textaccent7" refType="h" fact="0.5443"/>
          <dgm:constr type="w" for="ch" forName="textaccent7" refType="w" fact="0.0166"/>
          <dgm:constr type="h" for="ch" forName="textaccent7" refType="h" fact="0.024"/>
          <dgm:constr type="l" for="ch" forName="image8" refType="w" fact="0.6123"/>
          <dgm:constr type="t" for="ch" forName="image8" refType="h" fact="0.5696"/>
          <dgm:constr type="w" for="ch" forName="image8" refType="w" fact="0.1425"/>
          <dgm:constr type="h" for="ch" forName="image8" refType="h" fact="0.2049"/>
          <dgm:constr type="l" for="ch" forName="text8" refType="w" fact="0.7349"/>
          <dgm:constr type="t" for="ch" forName="text8" refType="h" fact="0.4574"/>
          <dgm:constr type="w" for="ch" forName="text8" refType="w" fact="0.1425"/>
          <dgm:constr type="h" for="ch" forName="text8" refType="h" fact="0.2049"/>
          <dgm:constr type="l" for="ch" forName="imageaccent8" refType="w" fact="0.7367"/>
          <dgm:constr type="t" for="ch" forName="imageaccent8" refType="h" fact="0.6595"/>
          <dgm:constr type="w" for="ch" forName="imageaccent8" refType="w" fact="0.0166"/>
          <dgm:constr type="h" for="ch" forName="imageaccent8" refType="h" fact="0.024"/>
          <dgm:constr type="l" for="ch" forName="textaccent8" refType="w" fact="0.7631"/>
          <dgm:constr type="t" for="ch" forName="textaccent8" refType="h" fact="0.6369"/>
          <dgm:constr type="w" for="ch" forName="textaccent8" refType="w" fact="0.0166"/>
          <dgm:constr type="h" for="ch" forName="textaccent8" refType="h" fact="0.024"/>
          <dgm:constr type="l" for="ch" forName="text9" refType="w" fact="0.7354"/>
          <dgm:constr type="t" for="ch" forName="text9" refType="h" fact="0.0044"/>
          <dgm:constr type="w" for="ch" forName="text9" refType="w" fact="0.1425"/>
          <dgm:constr type="h" for="ch" forName="text9" refType="h" fact="0.2049"/>
          <dgm:constr type="l" for="ch" forName="textaccent9" refType="w" fact="0.8339"/>
          <dgm:constr type="t" for="ch" forName="textaccent9" refType="h" fact="0.1846"/>
          <dgm:constr type="w" for="ch" forName="textaccent9" refType="w" fact="0.0166"/>
          <dgm:constr type="h" for="ch" forName="textaccent9" refType="h" fact="0.024"/>
          <dgm:constr type="l" for="ch" forName="image9" refType="w" fact="0.7354"/>
          <dgm:constr type="t" for="ch" forName="image9" refType="h" fact="0.2306"/>
          <dgm:constr type="w" for="ch" forName="image9" refType="w" fact="0.1425"/>
          <dgm:constr type="h" for="ch" forName="image9" refType="h" fact="0.2049"/>
          <dgm:constr type="l" for="ch" forName="imageaccent9" refType="w" fact="0.8339"/>
          <dgm:constr type="t" for="ch" forName="imageaccent9" refType="h" fact="0.2318"/>
          <dgm:constr type="w" for="ch" forName="imageaccent9" refType="w" fact="0.0166"/>
          <dgm:constr type="h" for="ch" forName="imageaccent9" refType="h" fact="0.024"/>
          <dgm:constr type="l" for="ch" forName="image10" refType="w" fact="0.2446"/>
          <dgm:constr type="t" for="ch" forName="image10" refType="h" fact="0.6805"/>
          <dgm:constr type="w" for="ch" forName="image10" refType="w" fact="0.1425"/>
          <dgm:constr type="h" for="ch" forName="image10" refType="h" fact="0.2049"/>
          <dgm:constr type="l" for="ch" forName="text10" refType="w" fact="0.3672"/>
          <dgm:constr type="t" for="ch" forName="text10" refType="h" fact="0.5683"/>
          <dgm:constr type="w" for="ch" forName="text10" refType="w" fact="0.1425"/>
          <dgm:constr type="h" for="ch" forName="text10" refType="h" fact="0.2049"/>
          <dgm:constr type="l" for="ch" forName="imageaccent10" refType="w" fact="0.369"/>
          <dgm:constr type="t" for="ch" forName="imageaccent10" refType="h" fact="0.7704"/>
          <dgm:constr type="w" for="ch" forName="imageaccent10" refType="w" fact="0.0166"/>
          <dgm:constr type="h" for="ch" forName="imageaccent10" refType="h" fact="0.024"/>
          <dgm:constr type="l" for="ch" forName="textaccent10" refType="w" fact="0.3954"/>
          <dgm:constr type="t" for="ch" forName="textaccent10" refType="h" fact="0.7478"/>
          <dgm:constr type="w" for="ch" forName="textaccent10" refType="w" fact="0.0166"/>
          <dgm:constr type="h" for="ch" forName="textaccent10" refType="h" fact="0.024"/>
          <dgm:constr type="l" for="ch" forName="text11" refType="w" fact="0.612"/>
          <dgm:constr type="t" for="ch" forName="text11" refType="h" fact="0.7951"/>
          <dgm:constr type="w" for="ch" forName="text11" refType="w" fact="0.1425"/>
          <dgm:constr type="h" for="ch" forName="text11" refType="h" fact="0.2049"/>
          <dgm:constr type="l" for="ch" forName="image11" refType="w" fact="0.4894"/>
          <dgm:constr type="t" for="ch" forName="image11" refType="h" fact="0.6816"/>
          <dgm:constr type="w" for="ch" forName="image11" refType="w" fact="0.1425"/>
          <dgm:constr type="h" for="ch" forName="image11" refType="h" fact="0.2049"/>
          <dgm:constr type="l" for="ch" forName="imageaccent11" refType="w" fact="0.5874"/>
          <dgm:constr type="t" for="ch" forName="imageaccent11" refType="h" fact="0.8589"/>
          <dgm:constr type="w" for="ch" forName="imageaccent11" refType="w" fact="0.0166"/>
          <dgm:constr type="h" for="ch" forName="imageaccent11" refType="h" fact="0.024"/>
          <dgm:constr type="l" for="ch" forName="textaccent11" refType="w" fact="0.6154"/>
          <dgm:constr type="t" for="ch" forName="textaccent11" refType="h" fact="0.8863"/>
          <dgm:constr type="w" for="ch" forName="textaccent11" refType="w" fact="0.0166"/>
          <dgm:constr type="h" for="ch" forName="textaccent11" refType="h" fact="0.024"/>
          <dgm:constr type="l" for="ch" forName="text12" refType="w" fact="0.735"/>
          <dgm:constr type="t" for="ch" forName="text12" refType="h" fact="0.684"/>
          <dgm:constr type="w" for="ch" forName="text12" refType="w" fact="0.1425"/>
          <dgm:constr type="h" for="ch" forName="text12" refType="h" fact="0.2049"/>
          <dgm:constr type="l" for="ch" forName="image12" refType="w" fact="0.8575"/>
          <dgm:constr type="t" for="ch" forName="image12" refType="h" fact="0.5718"/>
          <dgm:constr type="w" for="ch" forName="image12" refType="w" fact="0.1425"/>
          <dgm:constr type="h" for="ch" forName="image12" refType="h" fact="0.2049"/>
          <dgm:constr type="l" for="ch" forName="textaccent12" refType="w" fact="0.8594"/>
          <dgm:constr type="t" for="ch" forName="textaccent12" refType="h" fact="0.7739"/>
          <dgm:constr type="w" for="ch" forName="textaccent12" refType="w" fact="0.0166"/>
          <dgm:constr type="h" for="ch" forName="textaccent12" refType="h" fact="0.024"/>
          <dgm:constr type="l" for="ch" forName="imageaccent12" refType="w" fact="0.8858"/>
          <dgm:constr type="t" for="ch" forName="imageaccent12" refType="h" fact="0.7513"/>
          <dgm:constr type="w" for="ch" forName="imageaccent12" refType="w" fact="0.0166"/>
          <dgm:constr type="h" for="ch" forName="imageaccent12" refType="h" fact="0.024"/>
        </dgm:constrLst>
      </dgm:else>
    </dgm:choose>
    <dgm:forEach name="wrapper" axis="self" ptType="parTrans">
      <dgm:forEach name="wrapper2" axis="self" ptType="sibTrans" st="2">
        <dgm:forEach name="textRepeat" axis="self">
          <dgm:layoutNode name="textRepeatNode" styleLbl="alignNode1">
            <dgm:varLst>
              <dgm:chMax val="0"/>
              <dgm:chPref val="0"/>
              <dgm:bulletEnabled val="1"/>
            </dgm:varLst>
            <dgm:alg type="tx"/>
            <dgm:shape xmlns:r="http://schemas.openxmlformats.org/officeDocument/2006/relationships" type="hexagon" r:blip="">
              <dgm:adjLst>
                <dgm:adj idx="1" val="0.25"/>
                <dgm:adj idx="2" val="1.1547"/>
              </dgm:adjLst>
            </dgm:shape>
            <dgm:presOf axis="desOrSelf" ptType="node"/>
            <dgm:constrLst>
              <dgm:constr type="lMarg" refType="primFontSz" fact="0"/>
              <dgm:constr type="rMarg" refType="primFontSz" fact="0"/>
              <dgm:constr type="tMarg" refType="primFontSz" fact="0.1"/>
              <dgm:constr type="bMarg" refType="primFontSz" fact="0.1"/>
            </dgm:constrLst>
            <dgm:ruleLst>
              <dgm:rule type="primFontSz" val="5" fact="NaN" max="NaN"/>
            </dgm:ruleLst>
          </dgm:layoutNode>
        </dgm:forEach>
        <dgm:forEach name="accentRepeat" axis="self">
          <dgm:layoutNode name="accentRepeatNode" styleLbl="solidAlignAcc1">
            <dgm:alg type="sp"/>
            <dgm:shape xmlns:r="http://schemas.openxmlformats.org/officeDocument/2006/relationships" type="hexagon" r:blip="">
              <dgm:adjLst>
                <dgm:adj idx="1" val="0.25"/>
                <dgm:adj idx="2" val="1.1547"/>
              </dgm:adjLst>
            </dgm:shape>
            <dgm:presOf/>
          </dgm:layoutNode>
        </dgm:forEach>
        <dgm:forEach name="imageRepeat" axis="self">
          <dgm:layoutNode name="imageRepeatNode" styleLbl="alignAcc1">
            <dgm:alg type="sp"/>
            <dgm:shape xmlns:r="http://schemas.openxmlformats.org/officeDocument/2006/relationships" type="hexagon" r:blip="" blipPhldr="1">
              <dgm:adjLst>
                <dgm:adj idx="1" val="0.25"/>
                <dgm:adj idx="2" val="1.1547"/>
              </dgm:adjLst>
            </dgm:shape>
            <dgm:presOf axis="self"/>
          </dgm:layoutNode>
        </dgm:forEach>
      </dgm:forEach>
    </dgm:forEach>
    <dgm:forEach name="Name14" axis="ch" ptType="node" cnt="1">
      <dgm:layoutNode name="text1">
        <dgm:alg type="sp"/>
        <dgm:shape xmlns:r="http://schemas.openxmlformats.org/officeDocument/2006/relationships" r:blip="">
          <dgm:adjLst/>
        </dgm:shape>
        <dgm:presOf/>
        <dgm:constrLst/>
        <dgm:forEach name="Name15" ref="textRepeat"/>
      </dgm:layoutNode>
      <dgm:layoutNode name="textaccent1">
        <dgm:alg type="sp"/>
        <dgm:shape xmlns:r="http://schemas.openxmlformats.org/officeDocument/2006/relationships" r:blip="">
          <dgm:adjLst/>
        </dgm:shape>
        <dgm:presOf/>
        <dgm:constrLst/>
        <dgm:forEach name="Name16" ref="accentRepeat"/>
      </dgm:layoutNode>
    </dgm:forEach>
    <dgm:forEach name="Name17" axis="ch" ptType="sibTrans" hideLastTrans="0" cnt="1">
      <dgm:layoutNode name="image1">
        <dgm:alg type="sp"/>
        <dgm:shape xmlns:r="http://schemas.openxmlformats.org/officeDocument/2006/relationships" r:blip="">
          <dgm:adjLst/>
        </dgm:shape>
        <dgm:presOf/>
        <dgm:constrLst/>
        <dgm:forEach name="Name18" ref="imageRepeat"/>
      </dgm:layoutNode>
      <dgm:layoutNode name="imageaccent1">
        <dgm:alg type="sp"/>
        <dgm:shape xmlns:r="http://schemas.openxmlformats.org/officeDocument/2006/relationships" r:blip="">
          <dgm:adjLst/>
        </dgm:shape>
        <dgm:presOf/>
        <dgm:constrLst/>
        <dgm:forEach name="Name19" ref="accentRepeat"/>
      </dgm:layoutNode>
    </dgm:forEach>
    <dgm:forEach name="Name20" axis="ch" ptType="node" st="2" cnt="1">
      <dgm:layoutNode name="text2">
        <dgm:alg type="sp"/>
        <dgm:shape xmlns:r="http://schemas.openxmlformats.org/officeDocument/2006/relationships" r:blip="">
          <dgm:adjLst/>
        </dgm:shape>
        <dgm:presOf/>
        <dgm:constrLst/>
        <dgm:forEach name="Name21" ref="textRepeat"/>
      </dgm:layoutNode>
      <dgm:layoutNode name="textaccent2">
        <dgm:alg type="sp"/>
        <dgm:shape xmlns:r="http://schemas.openxmlformats.org/officeDocument/2006/relationships" r:blip="">
          <dgm:adjLst/>
        </dgm:shape>
        <dgm:presOf/>
        <dgm:constrLst/>
        <dgm:forEach name="Name22" ref="accentRepeat"/>
      </dgm:layoutNode>
    </dgm:forEach>
    <dgm:forEach name="Name23" axis="ch" ptType="sibTrans" hideLastTrans="0" st="2" cnt="1">
      <dgm:layoutNode name="image2">
        <dgm:alg type="sp"/>
        <dgm:shape xmlns:r="http://schemas.openxmlformats.org/officeDocument/2006/relationships" r:blip="">
          <dgm:adjLst/>
        </dgm:shape>
        <dgm:presOf/>
        <dgm:constrLst/>
        <dgm:forEach name="Name24" ref="imageRepeat"/>
      </dgm:layoutNode>
      <dgm:layoutNode name="imageaccent2">
        <dgm:alg type="sp"/>
        <dgm:shape xmlns:r="http://schemas.openxmlformats.org/officeDocument/2006/relationships" r:blip="">
          <dgm:adjLst/>
        </dgm:shape>
        <dgm:presOf/>
        <dgm:constrLst/>
        <dgm:forEach name="Name25" ref="accentRepeat"/>
      </dgm:layoutNode>
    </dgm:forEach>
    <dgm:forEach name="Name26" axis="ch" ptType="node" st="3" cnt="1">
      <dgm:layoutNode name="text3">
        <dgm:alg type="sp"/>
        <dgm:shape xmlns:r="http://schemas.openxmlformats.org/officeDocument/2006/relationships" r:blip="">
          <dgm:adjLst/>
        </dgm:shape>
        <dgm:presOf/>
        <dgm:constrLst/>
        <dgm:forEach name="Name27" ref="textRepeat"/>
      </dgm:layoutNode>
      <dgm:layoutNode name="textaccent3">
        <dgm:alg type="sp"/>
        <dgm:shape xmlns:r="http://schemas.openxmlformats.org/officeDocument/2006/relationships" r:blip="">
          <dgm:adjLst/>
        </dgm:shape>
        <dgm:presOf/>
        <dgm:constrLst/>
        <dgm:forEach name="Name28" ref="accentRepeat"/>
      </dgm:layoutNode>
    </dgm:forEach>
    <dgm:forEach name="Name29" axis="ch" ptType="sibTrans" hideLastTrans="0" st="3" cnt="1">
      <dgm:layoutNode name="image3">
        <dgm:alg type="sp"/>
        <dgm:shape xmlns:r="http://schemas.openxmlformats.org/officeDocument/2006/relationships" r:blip="">
          <dgm:adjLst/>
        </dgm:shape>
        <dgm:presOf/>
        <dgm:constrLst/>
        <dgm:forEach name="Name30" ref="imageRepeat"/>
      </dgm:layoutNode>
      <dgm:layoutNode name="imageaccent3">
        <dgm:alg type="sp"/>
        <dgm:shape xmlns:r="http://schemas.openxmlformats.org/officeDocument/2006/relationships" r:blip="">
          <dgm:adjLst/>
        </dgm:shape>
        <dgm:presOf/>
        <dgm:constrLst/>
        <dgm:forEach name="Name31" ref="accentRepeat"/>
      </dgm:layoutNode>
    </dgm:forEach>
    <dgm:forEach name="Name32" axis="ch" ptType="node" st="4" cnt="1">
      <dgm:layoutNode name="text4">
        <dgm:alg type="sp"/>
        <dgm:shape xmlns:r="http://schemas.openxmlformats.org/officeDocument/2006/relationships" r:blip="">
          <dgm:adjLst/>
        </dgm:shape>
        <dgm:presOf/>
        <dgm:constrLst/>
        <dgm:forEach name="Name33" ref="textRepeat"/>
      </dgm:layoutNode>
      <dgm:layoutNode name="textaccent4">
        <dgm:alg type="sp"/>
        <dgm:shape xmlns:r="http://schemas.openxmlformats.org/officeDocument/2006/relationships" r:blip="">
          <dgm:adjLst/>
        </dgm:shape>
        <dgm:presOf/>
        <dgm:constrLst/>
        <dgm:forEach name="Name34" ref="accentRepeat"/>
      </dgm:layoutNode>
    </dgm:forEach>
    <dgm:forEach name="Name35" axis="ch" ptType="sibTrans" hideLastTrans="0" st="4" cnt="1">
      <dgm:layoutNode name="image4">
        <dgm:alg type="sp"/>
        <dgm:shape xmlns:r="http://schemas.openxmlformats.org/officeDocument/2006/relationships" r:blip="">
          <dgm:adjLst/>
        </dgm:shape>
        <dgm:presOf/>
        <dgm:constrLst/>
        <dgm:forEach name="Name36" ref="imageRepeat"/>
      </dgm:layoutNode>
      <dgm:layoutNode name="imageaccent4">
        <dgm:alg type="sp"/>
        <dgm:shape xmlns:r="http://schemas.openxmlformats.org/officeDocument/2006/relationships" r:blip="">
          <dgm:adjLst/>
        </dgm:shape>
        <dgm:presOf/>
        <dgm:constrLst/>
        <dgm:forEach name="Name37" ref="accentRepeat"/>
      </dgm:layoutNode>
    </dgm:forEach>
    <dgm:forEach name="Name38" axis="ch" ptType="node" st="5" cnt="1">
      <dgm:layoutNode name="text5">
        <dgm:alg type="sp"/>
        <dgm:shape xmlns:r="http://schemas.openxmlformats.org/officeDocument/2006/relationships" r:blip="">
          <dgm:adjLst/>
        </dgm:shape>
        <dgm:presOf/>
        <dgm:constrLst/>
        <dgm:forEach name="Name39" ref="textRepeat"/>
      </dgm:layoutNode>
      <dgm:layoutNode name="textaccent5">
        <dgm:alg type="sp"/>
        <dgm:shape xmlns:r="http://schemas.openxmlformats.org/officeDocument/2006/relationships" r:blip="">
          <dgm:adjLst/>
        </dgm:shape>
        <dgm:presOf/>
        <dgm:constrLst/>
        <dgm:forEach name="Name40" ref="accentRepeat"/>
      </dgm:layoutNode>
    </dgm:forEach>
    <dgm:forEach name="Name41" axis="ch" ptType="sibTrans" hideLastTrans="0" st="5" cnt="1">
      <dgm:layoutNode name="image5">
        <dgm:alg type="sp"/>
        <dgm:shape xmlns:r="http://schemas.openxmlformats.org/officeDocument/2006/relationships" r:blip="">
          <dgm:adjLst/>
        </dgm:shape>
        <dgm:presOf/>
        <dgm:constrLst/>
        <dgm:forEach name="Name42" ref="imageRepeat"/>
      </dgm:layoutNode>
      <dgm:layoutNode name="imageaccent5">
        <dgm:alg type="sp"/>
        <dgm:shape xmlns:r="http://schemas.openxmlformats.org/officeDocument/2006/relationships" r:blip="">
          <dgm:adjLst/>
        </dgm:shape>
        <dgm:presOf/>
        <dgm:constrLst/>
        <dgm:forEach name="Name43" ref="accentRepeat"/>
      </dgm:layoutNode>
    </dgm:forEach>
    <dgm:forEach name="Name44" axis="ch" ptType="node" st="6" cnt="1">
      <dgm:layoutNode name="text6">
        <dgm:alg type="sp"/>
        <dgm:shape xmlns:r="http://schemas.openxmlformats.org/officeDocument/2006/relationships" r:blip="">
          <dgm:adjLst/>
        </dgm:shape>
        <dgm:presOf/>
        <dgm:constrLst/>
        <dgm:forEach name="Name45" ref="textRepeat"/>
      </dgm:layoutNode>
      <dgm:layoutNode name="textaccent6">
        <dgm:alg type="sp"/>
        <dgm:shape xmlns:r="http://schemas.openxmlformats.org/officeDocument/2006/relationships" r:blip="">
          <dgm:adjLst/>
        </dgm:shape>
        <dgm:presOf/>
        <dgm:constrLst/>
        <dgm:forEach name="Name46" ref="accentRepeat"/>
      </dgm:layoutNode>
    </dgm:forEach>
    <dgm:forEach name="Name47" axis="ch" ptType="sibTrans" hideLastTrans="0" st="6" cnt="1">
      <dgm:layoutNode name="image6">
        <dgm:alg type="sp"/>
        <dgm:shape xmlns:r="http://schemas.openxmlformats.org/officeDocument/2006/relationships" r:blip="">
          <dgm:adjLst/>
        </dgm:shape>
        <dgm:presOf/>
        <dgm:constrLst/>
        <dgm:forEach name="Name48" ref="imageRepeat"/>
      </dgm:layoutNode>
      <dgm:layoutNode name="imageaccent6">
        <dgm:alg type="sp"/>
        <dgm:shape xmlns:r="http://schemas.openxmlformats.org/officeDocument/2006/relationships" r:blip="">
          <dgm:adjLst/>
        </dgm:shape>
        <dgm:presOf/>
        <dgm:constrLst/>
        <dgm:forEach name="Name49" ref="accentRepeat"/>
      </dgm:layoutNode>
    </dgm:forEach>
    <dgm:forEach name="Name50" axis="ch" ptType="node" st="7" cnt="1">
      <dgm:layoutNode name="text7">
        <dgm:alg type="sp"/>
        <dgm:shape xmlns:r="http://schemas.openxmlformats.org/officeDocument/2006/relationships" r:blip="">
          <dgm:adjLst/>
        </dgm:shape>
        <dgm:presOf/>
        <dgm:constrLst/>
        <dgm:forEach name="Name51" ref="textRepeat"/>
      </dgm:layoutNode>
      <dgm:layoutNode name="textaccent7">
        <dgm:alg type="sp"/>
        <dgm:shape xmlns:r="http://schemas.openxmlformats.org/officeDocument/2006/relationships" r:blip="">
          <dgm:adjLst/>
        </dgm:shape>
        <dgm:presOf/>
        <dgm:constrLst/>
        <dgm:forEach name="Name52" ref="accentRepeat"/>
      </dgm:layoutNode>
    </dgm:forEach>
    <dgm:forEach name="Name53" axis="ch" ptType="sibTrans" hideLastTrans="0" st="7" cnt="1">
      <dgm:layoutNode name="image7">
        <dgm:alg type="sp"/>
        <dgm:shape xmlns:r="http://schemas.openxmlformats.org/officeDocument/2006/relationships" r:blip="">
          <dgm:adjLst/>
        </dgm:shape>
        <dgm:presOf/>
        <dgm:constrLst/>
        <dgm:forEach name="Name54" ref="imageRepeat"/>
      </dgm:layoutNode>
      <dgm:layoutNode name="imageaccent7">
        <dgm:alg type="sp"/>
        <dgm:shape xmlns:r="http://schemas.openxmlformats.org/officeDocument/2006/relationships" r:blip="">
          <dgm:adjLst/>
        </dgm:shape>
        <dgm:presOf/>
        <dgm:constrLst/>
        <dgm:forEach name="Name55" ref="accentRepeat"/>
      </dgm:layoutNode>
    </dgm:forEach>
    <dgm:forEach name="Name56" axis="ch" ptType="node" st="8" cnt="1">
      <dgm:layoutNode name="text8">
        <dgm:alg type="sp"/>
        <dgm:shape xmlns:r="http://schemas.openxmlformats.org/officeDocument/2006/relationships" r:blip="">
          <dgm:adjLst/>
        </dgm:shape>
        <dgm:presOf/>
        <dgm:constrLst/>
        <dgm:forEach name="Name57" ref="textRepeat"/>
      </dgm:layoutNode>
      <dgm:layoutNode name="textaccent8">
        <dgm:alg type="sp"/>
        <dgm:shape xmlns:r="http://schemas.openxmlformats.org/officeDocument/2006/relationships" r:blip="">
          <dgm:adjLst/>
        </dgm:shape>
        <dgm:presOf/>
        <dgm:constrLst/>
        <dgm:forEach name="Name58" ref="accentRepeat"/>
      </dgm:layoutNode>
    </dgm:forEach>
    <dgm:forEach name="Name59" axis="ch" ptType="sibTrans" hideLastTrans="0" st="8" cnt="1">
      <dgm:layoutNode name="image8">
        <dgm:alg type="sp"/>
        <dgm:shape xmlns:r="http://schemas.openxmlformats.org/officeDocument/2006/relationships" r:blip="">
          <dgm:adjLst/>
        </dgm:shape>
        <dgm:presOf/>
        <dgm:constrLst/>
        <dgm:forEach name="Name60" ref="imageRepeat"/>
      </dgm:layoutNode>
      <dgm:layoutNode name="imageaccent8">
        <dgm:alg type="sp"/>
        <dgm:shape xmlns:r="http://schemas.openxmlformats.org/officeDocument/2006/relationships" r:blip="">
          <dgm:adjLst/>
        </dgm:shape>
        <dgm:presOf/>
        <dgm:constrLst/>
        <dgm:forEach name="Name61" ref="accentRepeat"/>
      </dgm:layoutNode>
    </dgm:forEach>
    <dgm:forEach name="Name62" axis="ch" ptType="node" st="9" cnt="1">
      <dgm:layoutNode name="text9">
        <dgm:alg type="sp"/>
        <dgm:shape xmlns:r="http://schemas.openxmlformats.org/officeDocument/2006/relationships" r:blip="">
          <dgm:adjLst/>
        </dgm:shape>
        <dgm:presOf/>
        <dgm:constrLst/>
        <dgm:forEach name="Name63" ref="textRepeat"/>
      </dgm:layoutNode>
      <dgm:layoutNode name="textaccent9">
        <dgm:alg type="sp"/>
        <dgm:shape xmlns:r="http://schemas.openxmlformats.org/officeDocument/2006/relationships" r:blip="">
          <dgm:adjLst/>
        </dgm:shape>
        <dgm:presOf/>
        <dgm:constrLst/>
        <dgm:forEach name="Name64" ref="accentRepeat"/>
      </dgm:layoutNode>
    </dgm:forEach>
    <dgm:forEach name="Name65" axis="ch" ptType="sibTrans" hideLastTrans="0" st="9" cnt="1">
      <dgm:layoutNode name="image9">
        <dgm:alg type="sp"/>
        <dgm:shape xmlns:r="http://schemas.openxmlformats.org/officeDocument/2006/relationships" r:blip="">
          <dgm:adjLst/>
        </dgm:shape>
        <dgm:presOf/>
        <dgm:constrLst/>
        <dgm:forEach name="Name66" ref="imageRepeat"/>
      </dgm:layoutNode>
      <dgm:layoutNode name="imageaccent9">
        <dgm:alg type="sp"/>
        <dgm:shape xmlns:r="http://schemas.openxmlformats.org/officeDocument/2006/relationships" r:blip="">
          <dgm:adjLst/>
        </dgm:shape>
        <dgm:presOf/>
        <dgm:constrLst/>
        <dgm:forEach name="Name67" ref="accentRepeat"/>
      </dgm:layoutNode>
    </dgm:forEach>
    <dgm:forEach name="Name68" axis="ch" ptType="node" st="10" cnt="1">
      <dgm:layoutNode name="text10">
        <dgm:alg type="sp"/>
        <dgm:shape xmlns:r="http://schemas.openxmlformats.org/officeDocument/2006/relationships" r:blip="">
          <dgm:adjLst/>
        </dgm:shape>
        <dgm:presOf/>
        <dgm:constrLst/>
        <dgm:forEach name="Name69" ref="textRepeat"/>
      </dgm:layoutNode>
      <dgm:layoutNode name="textaccent10">
        <dgm:alg type="sp"/>
        <dgm:shape xmlns:r="http://schemas.openxmlformats.org/officeDocument/2006/relationships" r:blip="">
          <dgm:adjLst/>
        </dgm:shape>
        <dgm:presOf/>
        <dgm:constrLst/>
        <dgm:forEach name="Name70" ref="accentRepeat"/>
      </dgm:layoutNode>
    </dgm:forEach>
    <dgm:forEach name="Name71" axis="ch" ptType="sibTrans" hideLastTrans="0" st="10" cnt="1">
      <dgm:layoutNode name="image10">
        <dgm:alg type="sp"/>
        <dgm:shape xmlns:r="http://schemas.openxmlformats.org/officeDocument/2006/relationships" r:blip="">
          <dgm:adjLst/>
        </dgm:shape>
        <dgm:presOf/>
        <dgm:constrLst/>
        <dgm:forEach name="Name72" ref="imageRepeat"/>
      </dgm:layoutNode>
      <dgm:layoutNode name="imageaccent10">
        <dgm:alg type="sp"/>
        <dgm:shape xmlns:r="http://schemas.openxmlformats.org/officeDocument/2006/relationships" r:blip="">
          <dgm:adjLst/>
        </dgm:shape>
        <dgm:presOf/>
        <dgm:constrLst/>
        <dgm:forEach name="Name73" ref="accentRepeat"/>
      </dgm:layoutNode>
    </dgm:forEach>
    <dgm:forEach name="Name74" axis="ch" ptType="node" st="11" cnt="1">
      <dgm:layoutNode name="text11">
        <dgm:alg type="sp"/>
        <dgm:shape xmlns:r="http://schemas.openxmlformats.org/officeDocument/2006/relationships" r:blip="">
          <dgm:adjLst/>
        </dgm:shape>
        <dgm:presOf/>
        <dgm:constrLst/>
        <dgm:forEach name="Name75" ref="textRepeat"/>
      </dgm:layoutNode>
      <dgm:layoutNode name="textaccent11">
        <dgm:alg type="sp"/>
        <dgm:shape xmlns:r="http://schemas.openxmlformats.org/officeDocument/2006/relationships" r:blip="">
          <dgm:adjLst/>
        </dgm:shape>
        <dgm:presOf/>
        <dgm:constrLst/>
        <dgm:forEach name="Name76" ref="accentRepeat"/>
      </dgm:layoutNode>
    </dgm:forEach>
    <dgm:forEach name="Name77" axis="ch" ptType="sibTrans" hideLastTrans="0" st="11" cnt="1">
      <dgm:layoutNode name="image11">
        <dgm:alg type="sp"/>
        <dgm:shape xmlns:r="http://schemas.openxmlformats.org/officeDocument/2006/relationships" r:blip="">
          <dgm:adjLst/>
        </dgm:shape>
        <dgm:presOf/>
        <dgm:constrLst/>
        <dgm:forEach name="Name78" ref="imageRepeat"/>
      </dgm:layoutNode>
      <dgm:layoutNode name="imageaccent11">
        <dgm:alg type="sp"/>
        <dgm:shape xmlns:r="http://schemas.openxmlformats.org/officeDocument/2006/relationships" r:blip="">
          <dgm:adjLst/>
        </dgm:shape>
        <dgm:presOf/>
        <dgm:constrLst/>
        <dgm:forEach name="Name79" ref="accentRepeat"/>
      </dgm:layoutNode>
    </dgm:forEach>
    <dgm:forEach name="Name80" axis="ch" ptType="node" st="12" cnt="1">
      <dgm:layoutNode name="text12">
        <dgm:alg type="sp"/>
        <dgm:shape xmlns:r="http://schemas.openxmlformats.org/officeDocument/2006/relationships" r:blip="">
          <dgm:adjLst/>
        </dgm:shape>
        <dgm:presOf/>
        <dgm:constrLst/>
        <dgm:forEach name="Name81" ref="textRepeat"/>
      </dgm:layoutNode>
      <dgm:layoutNode name="textaccent12">
        <dgm:alg type="sp"/>
        <dgm:shape xmlns:r="http://schemas.openxmlformats.org/officeDocument/2006/relationships" r:blip="">
          <dgm:adjLst/>
        </dgm:shape>
        <dgm:presOf/>
        <dgm:constrLst/>
        <dgm:forEach name="Name82" ref="accentRepeat"/>
      </dgm:layoutNode>
    </dgm:forEach>
    <dgm:forEach name="Name83" axis="ch" ptType="sibTrans" hideLastTrans="0" st="12" cnt="1">
      <dgm:layoutNode name="image12">
        <dgm:alg type="sp"/>
        <dgm:shape xmlns:r="http://schemas.openxmlformats.org/officeDocument/2006/relationships" r:blip="">
          <dgm:adjLst/>
        </dgm:shape>
        <dgm:presOf/>
        <dgm:constrLst/>
        <dgm:forEach name="Name84" ref="imageRepeat"/>
      </dgm:layoutNode>
      <dgm:layoutNode name="imageaccent12">
        <dgm:alg type="sp"/>
        <dgm:shape xmlns:r="http://schemas.openxmlformats.org/officeDocument/2006/relationships" r:blip="">
          <dgm:adjLst/>
        </dgm:shape>
        <dgm:presOf/>
        <dgm:constrLst/>
        <dgm:forEach name="Name85" ref="accentRepeat"/>
      </dgm:layoutNode>
    </dgm:forEach>
  </dgm:layoutNode>
</dgm:layoutDef>
</file>

<file path=ppt/diagrams/layout9.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0.xml><?xml version="1.0" encoding="utf-8"?>
<dgm:layoutDef xmlns:dgm="http://schemas.openxmlformats.org/drawingml/2006/diagram" xmlns:a="http://schemas.openxmlformats.org/drawingml/2006/main" uniqueId="urn:microsoft.com/office/officeart/2005/8/layout/bProcess4">
  <dgm:title val=""/>
  <dgm:desc val=""/>
  <dgm:catLst>
    <dgm:cat type="process" pri="19000"/>
  </dgm:catLst>
  <dgm:sampData>
    <dgm:dataModel>
      <dgm:ptLst>
        <dgm:pt modelId="0" type="doc"/>
        <dgm:pt modelId="1">
          <dgm:prSet phldr="1"/>
        </dgm:pt>
        <dgm:pt modelId="2">
          <dgm:prSet phldr="1"/>
        </dgm:pt>
        <dgm:pt modelId="3">
          <dgm:prSet phldr="1"/>
        </dgm:pt>
        <dgm:pt modelId="4">
          <dgm:prSet phldr="1"/>
        </dgm:pt>
        <dgm:pt modelId="5">
          <dgm:prSet phldr="1"/>
        </dgm:pt>
        <dgm:pt modelId="6">
          <dgm:prSet phldr="1"/>
        </dgm:pt>
        <dgm:pt modelId="7">
          <dgm:prSet phldr="1"/>
        </dgm:pt>
        <dgm:pt modelId="8">
          <dgm:prSet phldr="1"/>
        </dgm:pt>
        <dgm:pt modelId="9">
          <dgm:prSet phldr="1"/>
        </dgm:pt>
      </dgm:ptLst>
      <dgm:cxnLst>
        <dgm:cxn modelId="10" srcId="0" destId="1" srcOrd="0" destOrd="0"/>
        <dgm:cxn modelId="11" srcId="0" destId="2" srcOrd="1" destOrd="0"/>
        <dgm:cxn modelId="12" srcId="0" destId="3" srcOrd="2" destOrd="0"/>
        <dgm:cxn modelId="13" srcId="0" destId="4" srcOrd="3" destOrd="0"/>
        <dgm:cxn modelId="14" srcId="0" destId="5" srcOrd="4" destOrd="0"/>
        <dgm:cxn modelId="15" srcId="0" destId="6" srcOrd="5" destOrd="0"/>
        <dgm:cxn modelId="16" srcId="0" destId="7" srcOrd="6" destOrd="0"/>
        <dgm:cxn modelId="17" srcId="0" destId="8" srcOrd="7" destOrd="0"/>
        <dgm:cxn modelId="18" srcId="0" destId="9" srcOrd="8"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dgm:varLst>
    <dgm:choose name="Name1">
      <dgm:if name="Name2" func="var" arg="dir" op="equ" val="norm">
        <dgm:alg type="snake">
          <dgm:param type="grDir" val="tL"/>
          <dgm:param type="flowDir" val="col"/>
          <dgm:param type="contDir" val="revDir"/>
          <dgm:param type="bkpt" val="bal"/>
        </dgm:alg>
      </dgm:if>
      <dgm:else name="Name3">
        <dgm:alg type="snake">
          <dgm:param type="grDir" val="tR"/>
          <dgm:param type="flowDir" val="col"/>
          <dgm:param type="contDir" val="revDir"/>
          <dgm:param type="bkpt" val="bal"/>
        </dgm:alg>
      </dgm:else>
    </dgm:choose>
    <dgm:shape xmlns:r="http://schemas.openxmlformats.org/officeDocument/2006/relationships" r:blip="">
      <dgm:adjLst/>
    </dgm:shape>
    <dgm:presOf/>
    <dgm:constrLst>
      <dgm:constr type="w" for="ch" forName="compNode" refType="w"/>
      <dgm:constr type="h" for="ch" forName="compNode" refType="w" fact="0.6"/>
      <dgm:constr type="h" for="ch" forName="sibTrans" refType="h" refFor="ch" refForName="compNode" op="equ" fact="0.25"/>
      <dgm:constr type="sp" refType="w" fact="0.33"/>
      <dgm:constr type="primFontSz" for="des" forName="node" op="equ" val="65"/>
    </dgm:constrLst>
    <dgm:ruleLst/>
    <dgm:forEach name="nodesForEach" axis="ch" ptType="node">
      <dgm:layoutNode name="compNode">
        <dgm:alg type="composite"/>
        <dgm:shape xmlns:r="http://schemas.openxmlformats.org/officeDocument/2006/relationships" r:blip="">
          <dgm:adjLst/>
        </dgm:shape>
        <dgm:presOf/>
        <dgm:choose name="Name4">
          <dgm:if name="Name5" axis="self" func="var" arg="dir" op="equ" val="norm">
            <dgm:constrLst>
              <dgm:constr type="l" for="ch" forName="dummyConnPt" refType="w" fact="0.2"/>
              <dgm:constr type="t" for="ch" forName="dummyConnPt" refType="w" fact="0.145"/>
              <dgm:constr type="l" for="ch" forName="node"/>
              <dgm:constr type="t" for="ch" forName="node"/>
              <dgm:constr type="h" for="ch" forName="node" refType="h"/>
              <dgm:constr type="w" for="ch" forName="node" refType="w"/>
            </dgm:constrLst>
          </dgm:if>
          <dgm:else name="Name6">
            <dgm:constrLst>
              <dgm:constr type="l" for="ch" forName="dummyConnPt" refType="w" fact="0.8"/>
              <dgm:constr type="t" for="ch" forName="dummyConnPt" refType="w" fact="0.145"/>
              <dgm:constr type="l" for="ch" forName="node"/>
              <dgm:constr type="t" for="ch" forName="node"/>
              <dgm:constr type="h" for="ch" forName="node" refType="h"/>
              <dgm:constr type="w" for="ch" forName="node" refType="w"/>
            </dgm:constrLst>
          </dgm:else>
        </dgm:choose>
        <dgm:ruleLst/>
        <dgm:layoutNode name="dummyConnPt" styleLbl="node1" moveWith="node">
          <dgm:alg type="sp"/>
          <dgm:shape xmlns:r="http://schemas.openxmlformats.org/officeDocument/2006/relationships" r:blip="">
            <dgm:adjLst/>
          </dgm:shape>
          <dgm:presOf/>
          <dgm:constrLst>
            <dgm:constr type="w" val="1"/>
            <dgm:constr type="h" val="1"/>
          </dgm:constrLst>
          <dgm:ruleLst/>
        </dgm:layout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tMarg" refType="primFontSz" fact="0.3"/>
            <dgm:constr type="bMarg" refType="primFontSz" fact="0.3"/>
            <dgm:constr type="lMarg" refType="primFontSz" fact="0.3"/>
            <dgm:constr type="rMarg" refType="primFontSz" fact="0.3"/>
            <dgm:constr type="primFontSz" val="65"/>
          </dgm:constrLst>
          <dgm:ruleLst>
            <dgm:rule type="primFontSz" val="5" fact="NaN" max="NaN"/>
          </dgm:ruleLst>
        </dgm:layoutNode>
      </dgm:layoutNode>
      <dgm:forEach name="sibTransForEach" axis="followSib" cnt="1">
        <dgm:layoutNode name="sibTrans" styleLbl="bgSibTrans2D1">
          <dgm:choose name="Name7">
            <dgm:if name="Name8" axis="self" func="var" arg="dir" op="equ" val="norm">
              <dgm:alg type="conn">
                <dgm:param type="srcNode" val="dummyConnPt"/>
                <dgm:param type="dstNode" val="dummyConnPt"/>
                <dgm:param type="begPts" val="bCtr, midR, tCtr"/>
                <dgm:param type="endPts" val="tCtr, midL, bCtr"/>
                <dgm:param type="begSty" val="noArr"/>
                <dgm:param type="endSty" val="noArr"/>
              </dgm:alg>
            </dgm:if>
            <dgm:else name="Name9">
              <dgm:alg type="conn">
                <dgm:param type="srcNode" val="dummyConnPt"/>
                <dgm:param type="dstNode" val="dummyConnPt"/>
                <dgm:param type="begPts" val="bCtr, midL, tCtr"/>
                <dgm:param type="endPts" val="tCtr, midR, bCtr"/>
                <dgm:param type="begSty" val="noArr"/>
                <dgm:param type="endSty" val="noArr"/>
              </dgm:alg>
            </dgm:else>
          </dgm:choose>
          <dgm:shape xmlns:r="http://schemas.openxmlformats.org/officeDocument/2006/relationships" type="conn" r:blip="" zOrderOff="-2">
            <dgm:adjLst/>
          </dgm:shape>
          <dgm:presOf axis="self"/>
          <dgm:constrLst>
            <dgm:constr type="begPad"/>
            <dgm:constr type="endPad"/>
          </dgm:constrLst>
          <dgm:ruleLst/>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2.xml><?xml version="1.0" encoding="utf-8"?>
<dgm:layoutDef xmlns:dgm="http://schemas.openxmlformats.org/drawingml/2006/diagram" xmlns:a="http://schemas.openxmlformats.org/drawingml/2006/main" uniqueId="urn:microsoft.com/office/officeart/2005/8/layout/vList4">
  <dgm:title val=""/>
  <dgm:desc val=""/>
  <dgm:catLst>
    <dgm:cat type="list" pri="13000"/>
    <dgm:cat type="picture" pri="26000"/>
    <dgm:cat type="pictureconvert" pri="26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5/8/layout/bProcess3">
  <dgm:title val=""/>
  <dgm:desc val=""/>
  <dgm:catLst>
    <dgm:cat type="process" pri="18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Lst>
        <dgm:ruleLst>
          <dgm:rule type="primFontSz" val="5"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14.xml><?xml version="1.0" encoding="utf-8"?>
<dgm:layoutDef xmlns:dgm="http://schemas.openxmlformats.org/drawingml/2006/diagram" xmlns:a="http://schemas.openxmlformats.org/drawingml/2006/main" uniqueId="urn:microsoft.com/office/officeart/2005/8/layout/bProcess4">
  <dgm:title val=""/>
  <dgm:desc val=""/>
  <dgm:catLst>
    <dgm:cat type="process" pri="19000"/>
  </dgm:catLst>
  <dgm:sampData>
    <dgm:dataModel>
      <dgm:ptLst>
        <dgm:pt modelId="0" type="doc"/>
        <dgm:pt modelId="1">
          <dgm:prSet phldr="1"/>
        </dgm:pt>
        <dgm:pt modelId="2">
          <dgm:prSet phldr="1"/>
        </dgm:pt>
        <dgm:pt modelId="3">
          <dgm:prSet phldr="1"/>
        </dgm:pt>
        <dgm:pt modelId="4">
          <dgm:prSet phldr="1"/>
        </dgm:pt>
        <dgm:pt modelId="5">
          <dgm:prSet phldr="1"/>
        </dgm:pt>
        <dgm:pt modelId="6">
          <dgm:prSet phldr="1"/>
        </dgm:pt>
        <dgm:pt modelId="7">
          <dgm:prSet phldr="1"/>
        </dgm:pt>
        <dgm:pt modelId="8">
          <dgm:prSet phldr="1"/>
        </dgm:pt>
        <dgm:pt modelId="9">
          <dgm:prSet phldr="1"/>
        </dgm:pt>
      </dgm:ptLst>
      <dgm:cxnLst>
        <dgm:cxn modelId="10" srcId="0" destId="1" srcOrd="0" destOrd="0"/>
        <dgm:cxn modelId="11" srcId="0" destId="2" srcOrd="1" destOrd="0"/>
        <dgm:cxn modelId="12" srcId="0" destId="3" srcOrd="2" destOrd="0"/>
        <dgm:cxn modelId="13" srcId="0" destId="4" srcOrd="3" destOrd="0"/>
        <dgm:cxn modelId="14" srcId="0" destId="5" srcOrd="4" destOrd="0"/>
        <dgm:cxn modelId="15" srcId="0" destId="6" srcOrd="5" destOrd="0"/>
        <dgm:cxn modelId="16" srcId="0" destId="7" srcOrd="6" destOrd="0"/>
        <dgm:cxn modelId="17" srcId="0" destId="8" srcOrd="7" destOrd="0"/>
        <dgm:cxn modelId="18" srcId="0" destId="9" srcOrd="8"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dgm:varLst>
    <dgm:choose name="Name1">
      <dgm:if name="Name2" func="var" arg="dir" op="equ" val="norm">
        <dgm:alg type="snake">
          <dgm:param type="grDir" val="tL"/>
          <dgm:param type="flowDir" val="col"/>
          <dgm:param type="contDir" val="revDir"/>
          <dgm:param type="bkpt" val="bal"/>
        </dgm:alg>
      </dgm:if>
      <dgm:else name="Name3">
        <dgm:alg type="snake">
          <dgm:param type="grDir" val="tR"/>
          <dgm:param type="flowDir" val="col"/>
          <dgm:param type="contDir" val="revDir"/>
          <dgm:param type="bkpt" val="bal"/>
        </dgm:alg>
      </dgm:else>
    </dgm:choose>
    <dgm:shape xmlns:r="http://schemas.openxmlformats.org/officeDocument/2006/relationships" r:blip="">
      <dgm:adjLst/>
    </dgm:shape>
    <dgm:presOf/>
    <dgm:constrLst>
      <dgm:constr type="w" for="ch" forName="compNode" refType="w"/>
      <dgm:constr type="h" for="ch" forName="compNode" refType="w" fact="0.6"/>
      <dgm:constr type="h" for="ch" forName="sibTrans" refType="h" refFor="ch" refForName="compNode" op="equ" fact="0.25"/>
      <dgm:constr type="sp" refType="w" fact="0.33"/>
      <dgm:constr type="primFontSz" for="des" forName="node" op="equ" val="65"/>
    </dgm:constrLst>
    <dgm:ruleLst/>
    <dgm:forEach name="nodesForEach" axis="ch" ptType="node">
      <dgm:layoutNode name="compNode">
        <dgm:alg type="composite"/>
        <dgm:shape xmlns:r="http://schemas.openxmlformats.org/officeDocument/2006/relationships" r:blip="">
          <dgm:adjLst/>
        </dgm:shape>
        <dgm:presOf/>
        <dgm:choose name="Name4">
          <dgm:if name="Name5" axis="self" func="var" arg="dir" op="equ" val="norm">
            <dgm:constrLst>
              <dgm:constr type="l" for="ch" forName="dummyConnPt" refType="w" fact="0.2"/>
              <dgm:constr type="t" for="ch" forName="dummyConnPt" refType="w" fact="0.145"/>
              <dgm:constr type="l" for="ch" forName="node"/>
              <dgm:constr type="t" for="ch" forName="node"/>
              <dgm:constr type="h" for="ch" forName="node" refType="h"/>
              <dgm:constr type="w" for="ch" forName="node" refType="w"/>
            </dgm:constrLst>
          </dgm:if>
          <dgm:else name="Name6">
            <dgm:constrLst>
              <dgm:constr type="l" for="ch" forName="dummyConnPt" refType="w" fact="0.8"/>
              <dgm:constr type="t" for="ch" forName="dummyConnPt" refType="w" fact="0.145"/>
              <dgm:constr type="l" for="ch" forName="node"/>
              <dgm:constr type="t" for="ch" forName="node"/>
              <dgm:constr type="h" for="ch" forName="node" refType="h"/>
              <dgm:constr type="w" for="ch" forName="node" refType="w"/>
            </dgm:constrLst>
          </dgm:else>
        </dgm:choose>
        <dgm:ruleLst/>
        <dgm:layoutNode name="dummyConnPt" styleLbl="node1" moveWith="node">
          <dgm:alg type="sp"/>
          <dgm:shape xmlns:r="http://schemas.openxmlformats.org/officeDocument/2006/relationships" r:blip="">
            <dgm:adjLst/>
          </dgm:shape>
          <dgm:presOf/>
          <dgm:constrLst>
            <dgm:constr type="w" val="1"/>
            <dgm:constr type="h" val="1"/>
          </dgm:constrLst>
          <dgm:ruleLst/>
        </dgm:layout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tMarg" refType="primFontSz" fact="0.3"/>
            <dgm:constr type="bMarg" refType="primFontSz" fact="0.3"/>
            <dgm:constr type="lMarg" refType="primFontSz" fact="0.3"/>
            <dgm:constr type="rMarg" refType="primFontSz" fact="0.3"/>
            <dgm:constr type="primFontSz" val="65"/>
          </dgm:constrLst>
          <dgm:ruleLst>
            <dgm:rule type="primFontSz" val="5" fact="NaN" max="NaN"/>
          </dgm:ruleLst>
        </dgm:layoutNode>
      </dgm:layoutNode>
      <dgm:forEach name="sibTransForEach" axis="followSib" cnt="1">
        <dgm:layoutNode name="sibTrans" styleLbl="bgSibTrans2D1">
          <dgm:choose name="Name7">
            <dgm:if name="Name8" axis="self" func="var" arg="dir" op="equ" val="norm">
              <dgm:alg type="conn">
                <dgm:param type="srcNode" val="dummyConnPt"/>
                <dgm:param type="dstNode" val="dummyConnPt"/>
                <dgm:param type="begPts" val="bCtr, midR, tCtr"/>
                <dgm:param type="endPts" val="tCtr, midL, bCtr"/>
                <dgm:param type="begSty" val="noArr"/>
                <dgm:param type="endSty" val="noArr"/>
              </dgm:alg>
            </dgm:if>
            <dgm:else name="Name9">
              <dgm:alg type="conn">
                <dgm:param type="srcNode" val="dummyConnPt"/>
                <dgm:param type="dstNode" val="dummyConnPt"/>
                <dgm:param type="begPts" val="bCtr, midL, tCtr"/>
                <dgm:param type="endPts" val="tCtr, midR, bCtr"/>
                <dgm:param type="begSty" val="noArr"/>
                <dgm:param type="endSty" val="noArr"/>
              </dgm:alg>
            </dgm:else>
          </dgm:choose>
          <dgm:shape xmlns:r="http://schemas.openxmlformats.org/officeDocument/2006/relationships" type="conn" r:blip="" zOrderOff="-2">
            <dgm:adjLst/>
          </dgm:shape>
          <dgm:presOf axis="self"/>
          <dgm:constrLst>
            <dgm:constr type="begPad"/>
            <dgm:constr type="endPad"/>
          </dgm:constrLst>
          <dgm:ruleLst/>
        </dgm:layoutNode>
      </dgm:forEach>
    </dgm:forEach>
  </dgm:layoutNode>
</dgm:layoutDef>
</file>

<file path=ppt/diagrams/layout15.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6.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7.xml><?xml version="1.0" encoding="utf-8"?>
<dgm:layoutDef xmlns:dgm="http://schemas.openxmlformats.org/drawingml/2006/diagram" xmlns:a="http://schemas.openxmlformats.org/drawingml/2006/main" uniqueId="urn:microsoft.com/office/officeart/2011/layout/TabList">
  <dgm:title val="Tab List"/>
  <dgm:desc val="Use to show non-sequential or grouped blocks of information. Works well for lists with a small amount of Level 1 text. The first Level 2 displays next to the Level 1 text  and the remaining Level 2 text appears beneath the Level 1 text."/>
  <dgm:catLst>
    <dgm:cat type="list" pri="4500"/>
    <dgm:cat type="officeonline" pri="11000"/>
  </dgm:catLst>
  <dgm:sampData>
    <dgm:dataModel>
      <dgm:ptLst>
        <dgm:pt modelId="0" type="doc"/>
        <dgm:pt modelId="10">
          <dgm:prSet phldr="1"/>
        </dgm:pt>
        <dgm:pt modelId="11">
          <dgm:prSet phldr="1"/>
        </dgm:pt>
        <dgm:pt modelId="12">
          <dgm:prSet phldr="1"/>
        </dgm:pt>
        <dgm:pt modelId="20">
          <dgm:prSet phldr="1"/>
        </dgm:pt>
        <dgm:pt modelId="21">
          <dgm:prSet phldr="1"/>
        </dgm:pt>
        <dgm:pt modelId="22">
          <dgm:prSet phldr="1"/>
        </dgm:pt>
        <dgm:pt modelId="30">
          <dgm:prSet phldr="1"/>
        </dgm:pt>
        <dgm:pt modelId="31">
          <dgm:prSet phldr="1"/>
        </dgm:pt>
        <dgm:pt modelId="32">
          <dgm:prSet phldr="1"/>
        </dgm:pt>
      </dgm:ptLst>
      <dgm:cxnLst>
        <dgm:cxn modelId="40" srcId="0" destId="10" srcOrd="0" destOrd="0"/>
        <dgm:cxn modelId="41" srcId="10" destId="11" srcOrd="0" destOrd="0"/>
        <dgm:cxn modelId="42" srcId="10" destId="12" srcOrd="0" destOrd="0"/>
        <dgm:cxn modelId="50" srcId="0" destId="20" srcOrd="1" destOrd="0"/>
        <dgm:cxn modelId="51" srcId="20" destId="21" srcOrd="1" destOrd="0"/>
        <dgm:cxn modelId="52" srcId="20" destId="22" srcOrd="1" destOrd="0"/>
        <dgm:cxn modelId="60" srcId="0" destId="30" srcOrd="2" destOrd="0"/>
        <dgm:cxn modelId="61" srcId="30" destId="31" srcOrd="2" destOrd="0"/>
        <dgm:cxn modelId="62" srcId="30" destId="32"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dgm:chPref val="3"/>
      <dgm:dir/>
      <dgm:animOne val="branch"/>
      <dgm:animLvl val="lvl"/>
    </dgm:varLst>
    <dgm:alg type="lin">
      <dgm:param type="linDir" val="fromT"/>
    </dgm:alg>
    <dgm:shape xmlns:r="http://schemas.openxmlformats.org/officeDocument/2006/relationships" r:blip="">
      <dgm:adjLst/>
    </dgm:shape>
    <dgm:constrLst>
      <dgm:constr type="w" for="ch" forName="Child" refType="w"/>
      <dgm:constr type="h" for="ch" forName="Child" refType="h" fact="0.6667"/>
      <dgm:constr type="primFontSz" for="des" forName="Parent" op="equ" val="65"/>
      <dgm:constr type="primFontSz" for="des" forName="Child" op="equ" val="65"/>
      <dgm:constr type="primFontSz" for="des" forName="FirstChild" op="equ" val="65"/>
      <dgm:constr type="primFontSz" for="des" forName="Child" refType="primFontSz" refFor="des" refForName="Parent" op="lte"/>
      <dgm:constr type="primFontSz" for="des" forName="FirstChild" refType="primFontSz" refFor="des" refForName="Parent" op="lte"/>
      <dgm:constr type="primFontSz" for="des" forName="Child" refType="primFontSz" refFor="des" refForName="FirstChild" op="lte"/>
      <dgm:constr type="w" for="ch" forName="composite" refType="w"/>
      <dgm:constr type="h" for="ch" forName="composite" refType="h" fact="0.3333"/>
      <dgm:constr type="sp" refType="h" refFor="ch" refForName="composite" op="equ" fact="0.05"/>
      <dgm:constr type="h" for="ch" forName="sibTrans" refType="h" refFor="ch" refForName="composite" op="equ" fact="0.05"/>
      <dgm:constr type="w" for="ch" forName="sibTrans" refType="h" refFor="ch" refForName="sibTrans" op="equ"/>
    </dgm:constrLst>
    <dgm:forEach name="nodesForEach" axis="ch" ptType="node">
      <dgm:layoutNode name="composite">
        <dgm:alg type="composite"/>
        <dgm:shape xmlns:r="http://schemas.openxmlformats.org/officeDocument/2006/relationships" r:blip="">
          <dgm:adjLst/>
        </dgm:shape>
        <dgm:choose name="Name1">
          <dgm:if name="Name2" func="var" arg="dir" op="equ" val="norm">
            <dgm:constrLst>
              <dgm:constr type="l" for="ch" forName="Accent" refType="w" fact="0"/>
              <dgm:constr type="b" for="ch" forName="Accent" refType="h"/>
              <dgm:constr type="w" for="ch" forName="Accent" refType="w"/>
              <dgm:constr type="h" for="ch" forName="Accent" refType="h" fact="0"/>
              <dgm:constr type="l" for="ch" forName="FirstChild" refType="w" fact="0.26"/>
              <dgm:constr type="t" for="ch" forName="FirstChild" refType="h" fact="0"/>
              <dgm:constr type="w" for="ch" forName="FirstChild" refType="w" fact="0.74"/>
              <dgm:constr type="h" for="ch" forName="FirstChild" refType="h"/>
              <dgm:constr type="l" for="ch" forName="Parent" refType="w" fact="0"/>
              <dgm:constr type="t" for="ch" forName="Parent" refType="h" fact="0"/>
              <dgm:constr type="w" for="ch" forName="Parent" refType="w" fact="0.26"/>
              <dgm:constr type="h" for="ch" forName="Parent" refType="h"/>
            </dgm:constrLst>
          </dgm:if>
          <dgm:else name="Name3">
            <dgm:constrLst>
              <dgm:constr type="l" for="ch" forName="Accent" refType="w" fact="0"/>
              <dgm:constr type="b" for="ch" forName="Accent" refType="h"/>
              <dgm:constr type="w" for="ch" forName="Accent" refType="w"/>
              <dgm:constr type="h" for="ch" forName="Accent" refType="h" fact="0"/>
              <dgm:constr type="r" for="ch" forName="FirstChild" refType="w" fact="0.74"/>
              <dgm:constr type="t" for="ch" forName="FirstChild" refType="h" fact="0"/>
              <dgm:constr type="w" for="ch" forName="FirstChild" refType="w" fact="0.74"/>
              <dgm:constr type="h" for="ch" forName="FirstChild" refType="h"/>
              <dgm:constr type="r" for="ch" forName="Parent" refType="w"/>
              <dgm:constr type="t" for="ch" forName="Parent" refType="h" fact="0"/>
              <dgm:constr type="w" for="ch" forName="Parent" refType="w" fact="0.26"/>
              <dgm:constr type="h" for="ch" forName="Parent" refType="h"/>
            </dgm:constrLst>
          </dgm:else>
        </dgm:choose>
        <dgm:layoutNode name="FirstChild" styleLbl="revTx">
          <dgm:varLst>
            <dgm:chMax val="0"/>
            <dgm:chPref val="0"/>
            <dgm:bulletEnabled val="1"/>
          </dgm:varLst>
          <dgm:choose name="Name4">
            <dgm:if name="Name5" func="var" arg="dir" op="equ" val="norm">
              <dgm:alg type="tx">
                <dgm:param type="parTxLTRAlign" val="l"/>
                <dgm:param type="txAnchorVert" val="b"/>
                <dgm:param type="txAnchorVertCh" val="b"/>
                <dgm:param type="parTxRTLAlign" val="l"/>
              </dgm:alg>
            </dgm:if>
            <dgm:else name="Name6">
              <dgm:alg type="tx">
                <dgm:param type="parTxLTRAlign" val="r"/>
                <dgm:param type="shpTxLTRAlignCh" val="r"/>
                <dgm:param type="txAnchorVert" val="b"/>
                <dgm:param type="txAnchorVertCh" val="b"/>
                <dgm:param type="parTxRTLAlign" val="r"/>
              </dgm:alg>
            </dgm:else>
          </dgm:choose>
          <dgm:shape xmlns:r="http://schemas.openxmlformats.org/officeDocument/2006/relationships" type="rect" r:blip="">
            <dgm:adjLst/>
          </dgm:shape>
          <dgm:choose name="Name7">
            <dgm:if name="Name8" axis="ch" ptType="node" func="cnt" op="gte" val="1">
              <dgm:presOf axis="ch desOrSelf" ptType="node node" st="1 1" cnt="1 0"/>
            </dgm:if>
            <dgm:else name="Name9">
              <dgm:presOf/>
            </dgm:else>
          </dgm:choos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Parent" styleLbl="alignNode1">
          <dgm:varLst>
            <dgm:chMax val="3"/>
            <dgm:chPref val="3"/>
            <dgm:bulletEnabled val="1"/>
          </dgm:varLst>
          <dgm:alg type="tx">
            <dgm:param type="shpTxLTRAlignCh" val="ctr"/>
            <dgm:param type="txAnchorVertCh" val="mid"/>
          </dgm:alg>
          <dgm:shape xmlns:r="http://schemas.openxmlformats.org/officeDocument/2006/relationships" type="round2SameRect" r:blip="">
            <dgm:adjLst>
              <dgm:adj idx="1" val="0.1667"/>
              <dgm:adj idx="2" val="0"/>
            </dgm:adjLst>
          </dgm:shape>
          <dgm:presOf axis="self" ptType="nod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Accent" styleLbl="parChTrans1D1">
          <dgm:alg type="sp"/>
          <dgm:shape xmlns:r="http://schemas.openxmlformats.org/officeDocument/2006/relationships" type="line" r:blip="" zOrderOff="-99999">
            <dgm:adjLst/>
          </dgm:shape>
          <dgm:presOf/>
        </dgm:layoutNode>
      </dgm:layoutNode>
      <dgm:choose name="Name10">
        <dgm:if name="Name11" axis="ch" ptType="node" st="2" cnt="1" func="cnt" op="gte" val="1">
          <dgm:layoutNode name="Child" styleLbl="revTx">
            <dgm:varLst>
              <dgm:chMax val="0"/>
              <dgm:chPref val="0"/>
              <dgm:bulletEnabled val="1"/>
            </dgm:varLst>
            <dgm:choose name="Name12">
              <dgm:if name="Name13" func="var" arg="dir" op="equ" val="norm">
                <dgm:alg type="tx">
                  <dgm:param type="stBulletLvl" val="1"/>
                  <dgm:param type="parTxLTRAlign" val="l"/>
                  <dgm:param type="parTxRTLAlign" val="l"/>
                  <dgm:param type="txAnchorVert" val="t"/>
                </dgm:alg>
              </dgm:if>
              <dgm:else name="Name14">
                <dgm:alg type="tx">
                  <dgm:param type="stBulletLvl" val="1"/>
                  <dgm:param type="parTxLTRAlign" val="r"/>
                  <dgm:param type="shpTxLTRAlignCh" val="r"/>
                  <dgm:param type="txAnchorVert" val="t"/>
                  <dgm:param type="parTxRTLAlign" val="r"/>
                </dgm:alg>
              </dgm:else>
            </dgm:choose>
            <dgm:shape xmlns:r="http://schemas.openxmlformats.org/officeDocument/2006/relationships" type="rect" r:blip="">
              <dgm:adjLst/>
            </dgm:shape>
            <dgm:presOf axis="ch desOrSelf" ptType="node node" st="2 1" cnt="0 0"/>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if>
        <dgm:else name="Name15"/>
      </dgm:choos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18.xml><?xml version="1.0" encoding="utf-8"?>
<dgm:layoutDef xmlns:dgm="http://schemas.openxmlformats.org/drawingml/2006/diagram" xmlns:a="http://schemas.openxmlformats.org/drawingml/2006/main" uniqueId="urn:microsoft.com/office/officeart/2005/8/layout/bProcess4">
  <dgm:title val=""/>
  <dgm:desc val=""/>
  <dgm:catLst>
    <dgm:cat type="process" pri="19000"/>
  </dgm:catLst>
  <dgm:sampData>
    <dgm:dataModel>
      <dgm:ptLst>
        <dgm:pt modelId="0" type="doc"/>
        <dgm:pt modelId="1">
          <dgm:prSet phldr="1"/>
        </dgm:pt>
        <dgm:pt modelId="2">
          <dgm:prSet phldr="1"/>
        </dgm:pt>
        <dgm:pt modelId="3">
          <dgm:prSet phldr="1"/>
        </dgm:pt>
        <dgm:pt modelId="4">
          <dgm:prSet phldr="1"/>
        </dgm:pt>
        <dgm:pt modelId="5">
          <dgm:prSet phldr="1"/>
        </dgm:pt>
        <dgm:pt modelId="6">
          <dgm:prSet phldr="1"/>
        </dgm:pt>
        <dgm:pt modelId="7">
          <dgm:prSet phldr="1"/>
        </dgm:pt>
        <dgm:pt modelId="8">
          <dgm:prSet phldr="1"/>
        </dgm:pt>
        <dgm:pt modelId="9">
          <dgm:prSet phldr="1"/>
        </dgm:pt>
      </dgm:ptLst>
      <dgm:cxnLst>
        <dgm:cxn modelId="10" srcId="0" destId="1" srcOrd="0" destOrd="0"/>
        <dgm:cxn modelId="11" srcId="0" destId="2" srcOrd="1" destOrd="0"/>
        <dgm:cxn modelId="12" srcId="0" destId="3" srcOrd="2" destOrd="0"/>
        <dgm:cxn modelId="13" srcId="0" destId="4" srcOrd="3" destOrd="0"/>
        <dgm:cxn modelId="14" srcId="0" destId="5" srcOrd="4" destOrd="0"/>
        <dgm:cxn modelId="15" srcId="0" destId="6" srcOrd="5" destOrd="0"/>
        <dgm:cxn modelId="16" srcId="0" destId="7" srcOrd="6" destOrd="0"/>
        <dgm:cxn modelId="17" srcId="0" destId="8" srcOrd="7" destOrd="0"/>
        <dgm:cxn modelId="18" srcId="0" destId="9" srcOrd="8"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dgm:varLst>
    <dgm:choose name="Name1">
      <dgm:if name="Name2" func="var" arg="dir" op="equ" val="norm">
        <dgm:alg type="snake">
          <dgm:param type="grDir" val="tL"/>
          <dgm:param type="flowDir" val="col"/>
          <dgm:param type="contDir" val="revDir"/>
          <dgm:param type="bkpt" val="bal"/>
        </dgm:alg>
      </dgm:if>
      <dgm:else name="Name3">
        <dgm:alg type="snake">
          <dgm:param type="grDir" val="tR"/>
          <dgm:param type="flowDir" val="col"/>
          <dgm:param type="contDir" val="revDir"/>
          <dgm:param type="bkpt" val="bal"/>
        </dgm:alg>
      </dgm:else>
    </dgm:choose>
    <dgm:shape xmlns:r="http://schemas.openxmlformats.org/officeDocument/2006/relationships" r:blip="">
      <dgm:adjLst/>
    </dgm:shape>
    <dgm:presOf/>
    <dgm:constrLst>
      <dgm:constr type="w" for="ch" forName="compNode" refType="w"/>
      <dgm:constr type="h" for="ch" forName="compNode" refType="w" fact="0.6"/>
      <dgm:constr type="h" for="ch" forName="sibTrans" refType="h" refFor="ch" refForName="compNode" op="equ" fact="0.25"/>
      <dgm:constr type="sp" refType="w" fact="0.33"/>
      <dgm:constr type="primFontSz" for="des" forName="node" op="equ" val="65"/>
    </dgm:constrLst>
    <dgm:ruleLst/>
    <dgm:forEach name="nodesForEach" axis="ch" ptType="node">
      <dgm:layoutNode name="compNode">
        <dgm:alg type="composite"/>
        <dgm:shape xmlns:r="http://schemas.openxmlformats.org/officeDocument/2006/relationships" r:blip="">
          <dgm:adjLst/>
        </dgm:shape>
        <dgm:presOf/>
        <dgm:choose name="Name4">
          <dgm:if name="Name5" axis="self" func="var" arg="dir" op="equ" val="norm">
            <dgm:constrLst>
              <dgm:constr type="l" for="ch" forName="dummyConnPt" refType="w" fact="0.2"/>
              <dgm:constr type="t" for="ch" forName="dummyConnPt" refType="w" fact="0.145"/>
              <dgm:constr type="l" for="ch" forName="node"/>
              <dgm:constr type="t" for="ch" forName="node"/>
              <dgm:constr type="h" for="ch" forName="node" refType="h"/>
              <dgm:constr type="w" for="ch" forName="node" refType="w"/>
            </dgm:constrLst>
          </dgm:if>
          <dgm:else name="Name6">
            <dgm:constrLst>
              <dgm:constr type="l" for="ch" forName="dummyConnPt" refType="w" fact="0.8"/>
              <dgm:constr type="t" for="ch" forName="dummyConnPt" refType="w" fact="0.145"/>
              <dgm:constr type="l" for="ch" forName="node"/>
              <dgm:constr type="t" for="ch" forName="node"/>
              <dgm:constr type="h" for="ch" forName="node" refType="h"/>
              <dgm:constr type="w" for="ch" forName="node" refType="w"/>
            </dgm:constrLst>
          </dgm:else>
        </dgm:choose>
        <dgm:ruleLst/>
        <dgm:layoutNode name="dummyConnPt" styleLbl="node1" moveWith="node">
          <dgm:alg type="sp"/>
          <dgm:shape xmlns:r="http://schemas.openxmlformats.org/officeDocument/2006/relationships" r:blip="">
            <dgm:adjLst/>
          </dgm:shape>
          <dgm:presOf/>
          <dgm:constrLst>
            <dgm:constr type="w" val="1"/>
            <dgm:constr type="h" val="1"/>
          </dgm:constrLst>
          <dgm:ruleLst/>
        </dgm:layout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tMarg" refType="primFontSz" fact="0.3"/>
            <dgm:constr type="bMarg" refType="primFontSz" fact="0.3"/>
            <dgm:constr type="lMarg" refType="primFontSz" fact="0.3"/>
            <dgm:constr type="rMarg" refType="primFontSz" fact="0.3"/>
            <dgm:constr type="primFontSz" val="65"/>
          </dgm:constrLst>
          <dgm:ruleLst>
            <dgm:rule type="primFontSz" val="5" fact="NaN" max="NaN"/>
          </dgm:ruleLst>
        </dgm:layoutNode>
      </dgm:layoutNode>
      <dgm:forEach name="sibTransForEach" axis="followSib" cnt="1">
        <dgm:layoutNode name="sibTrans" styleLbl="bgSibTrans2D1">
          <dgm:choose name="Name7">
            <dgm:if name="Name8" axis="self" func="var" arg="dir" op="equ" val="norm">
              <dgm:alg type="conn">
                <dgm:param type="srcNode" val="dummyConnPt"/>
                <dgm:param type="dstNode" val="dummyConnPt"/>
                <dgm:param type="begPts" val="bCtr, midR, tCtr"/>
                <dgm:param type="endPts" val="tCtr, midL, bCtr"/>
                <dgm:param type="begSty" val="noArr"/>
                <dgm:param type="endSty" val="noArr"/>
              </dgm:alg>
            </dgm:if>
            <dgm:else name="Name9">
              <dgm:alg type="conn">
                <dgm:param type="srcNode" val="dummyConnPt"/>
                <dgm:param type="dstNode" val="dummyConnPt"/>
                <dgm:param type="begPts" val="bCtr, midL, tCtr"/>
                <dgm:param type="endPts" val="tCtr, midR, bCtr"/>
                <dgm:param type="begSty" val="noArr"/>
                <dgm:param type="endSty" val="noArr"/>
              </dgm:alg>
            </dgm:else>
          </dgm:choose>
          <dgm:shape xmlns:r="http://schemas.openxmlformats.org/officeDocument/2006/relationships" type="conn" r:blip="" zOrderOff="-2">
            <dgm:adjLst/>
          </dgm:shape>
          <dgm:presOf axis="self"/>
          <dgm:constrLst>
            <dgm:constr type="begPad"/>
            <dgm:constr type="endPad"/>
          </dgm:constrLst>
          <dgm:ruleLst/>
        </dgm:layoutNode>
      </dgm:forEach>
    </dgm:forEach>
  </dgm:layoutNode>
</dgm:layoutDef>
</file>

<file path=ppt/diagrams/layout19.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0.xml><?xml version="1.0" encoding="utf-8"?>
<dgm:layoutDef xmlns:dgm="http://schemas.openxmlformats.org/drawingml/2006/diagram" xmlns:a="http://schemas.openxmlformats.org/drawingml/2006/main" uniqueId="urn:microsoft.com/office/officeart/2005/8/layout/bProcess4">
  <dgm:title val=""/>
  <dgm:desc val=""/>
  <dgm:catLst>
    <dgm:cat type="process" pri="19000"/>
  </dgm:catLst>
  <dgm:sampData>
    <dgm:dataModel>
      <dgm:ptLst>
        <dgm:pt modelId="0" type="doc"/>
        <dgm:pt modelId="1">
          <dgm:prSet phldr="1"/>
        </dgm:pt>
        <dgm:pt modelId="2">
          <dgm:prSet phldr="1"/>
        </dgm:pt>
        <dgm:pt modelId="3">
          <dgm:prSet phldr="1"/>
        </dgm:pt>
        <dgm:pt modelId="4">
          <dgm:prSet phldr="1"/>
        </dgm:pt>
        <dgm:pt modelId="5">
          <dgm:prSet phldr="1"/>
        </dgm:pt>
        <dgm:pt modelId="6">
          <dgm:prSet phldr="1"/>
        </dgm:pt>
        <dgm:pt modelId="7">
          <dgm:prSet phldr="1"/>
        </dgm:pt>
        <dgm:pt modelId="8">
          <dgm:prSet phldr="1"/>
        </dgm:pt>
        <dgm:pt modelId="9">
          <dgm:prSet phldr="1"/>
        </dgm:pt>
      </dgm:ptLst>
      <dgm:cxnLst>
        <dgm:cxn modelId="10" srcId="0" destId="1" srcOrd="0" destOrd="0"/>
        <dgm:cxn modelId="11" srcId="0" destId="2" srcOrd="1" destOrd="0"/>
        <dgm:cxn modelId="12" srcId="0" destId="3" srcOrd="2" destOrd="0"/>
        <dgm:cxn modelId="13" srcId="0" destId="4" srcOrd="3" destOrd="0"/>
        <dgm:cxn modelId="14" srcId="0" destId="5" srcOrd="4" destOrd="0"/>
        <dgm:cxn modelId="15" srcId="0" destId="6" srcOrd="5" destOrd="0"/>
        <dgm:cxn modelId="16" srcId="0" destId="7" srcOrd="6" destOrd="0"/>
        <dgm:cxn modelId="17" srcId="0" destId="8" srcOrd="7" destOrd="0"/>
        <dgm:cxn modelId="18" srcId="0" destId="9" srcOrd="8"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dgm:varLst>
    <dgm:choose name="Name1">
      <dgm:if name="Name2" func="var" arg="dir" op="equ" val="norm">
        <dgm:alg type="snake">
          <dgm:param type="grDir" val="tL"/>
          <dgm:param type="flowDir" val="col"/>
          <dgm:param type="contDir" val="revDir"/>
          <dgm:param type="bkpt" val="bal"/>
        </dgm:alg>
      </dgm:if>
      <dgm:else name="Name3">
        <dgm:alg type="snake">
          <dgm:param type="grDir" val="tR"/>
          <dgm:param type="flowDir" val="col"/>
          <dgm:param type="contDir" val="revDir"/>
          <dgm:param type="bkpt" val="bal"/>
        </dgm:alg>
      </dgm:else>
    </dgm:choose>
    <dgm:shape xmlns:r="http://schemas.openxmlformats.org/officeDocument/2006/relationships" r:blip="">
      <dgm:adjLst/>
    </dgm:shape>
    <dgm:presOf/>
    <dgm:constrLst>
      <dgm:constr type="w" for="ch" forName="compNode" refType="w"/>
      <dgm:constr type="h" for="ch" forName="compNode" refType="w" fact="0.6"/>
      <dgm:constr type="h" for="ch" forName="sibTrans" refType="h" refFor="ch" refForName="compNode" op="equ" fact="0.25"/>
      <dgm:constr type="sp" refType="w" fact="0.33"/>
      <dgm:constr type="primFontSz" for="des" forName="node" op="equ" val="65"/>
    </dgm:constrLst>
    <dgm:ruleLst/>
    <dgm:forEach name="nodesForEach" axis="ch" ptType="node">
      <dgm:layoutNode name="compNode">
        <dgm:alg type="composite"/>
        <dgm:shape xmlns:r="http://schemas.openxmlformats.org/officeDocument/2006/relationships" r:blip="">
          <dgm:adjLst/>
        </dgm:shape>
        <dgm:presOf/>
        <dgm:choose name="Name4">
          <dgm:if name="Name5" axis="self" func="var" arg="dir" op="equ" val="norm">
            <dgm:constrLst>
              <dgm:constr type="l" for="ch" forName="dummyConnPt" refType="w" fact="0.2"/>
              <dgm:constr type="t" for="ch" forName="dummyConnPt" refType="w" fact="0.145"/>
              <dgm:constr type="l" for="ch" forName="node"/>
              <dgm:constr type="t" for="ch" forName="node"/>
              <dgm:constr type="h" for="ch" forName="node" refType="h"/>
              <dgm:constr type="w" for="ch" forName="node" refType="w"/>
            </dgm:constrLst>
          </dgm:if>
          <dgm:else name="Name6">
            <dgm:constrLst>
              <dgm:constr type="l" for="ch" forName="dummyConnPt" refType="w" fact="0.8"/>
              <dgm:constr type="t" for="ch" forName="dummyConnPt" refType="w" fact="0.145"/>
              <dgm:constr type="l" for="ch" forName="node"/>
              <dgm:constr type="t" for="ch" forName="node"/>
              <dgm:constr type="h" for="ch" forName="node" refType="h"/>
              <dgm:constr type="w" for="ch" forName="node" refType="w"/>
            </dgm:constrLst>
          </dgm:else>
        </dgm:choose>
        <dgm:ruleLst/>
        <dgm:layoutNode name="dummyConnPt" styleLbl="node1" moveWith="node">
          <dgm:alg type="sp"/>
          <dgm:shape xmlns:r="http://schemas.openxmlformats.org/officeDocument/2006/relationships" r:blip="">
            <dgm:adjLst/>
          </dgm:shape>
          <dgm:presOf/>
          <dgm:constrLst>
            <dgm:constr type="w" val="1"/>
            <dgm:constr type="h" val="1"/>
          </dgm:constrLst>
          <dgm:ruleLst/>
        </dgm:layout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tMarg" refType="primFontSz" fact="0.3"/>
            <dgm:constr type="bMarg" refType="primFontSz" fact="0.3"/>
            <dgm:constr type="lMarg" refType="primFontSz" fact="0.3"/>
            <dgm:constr type="rMarg" refType="primFontSz" fact="0.3"/>
            <dgm:constr type="primFontSz" val="65"/>
          </dgm:constrLst>
          <dgm:ruleLst>
            <dgm:rule type="primFontSz" val="5" fact="NaN" max="NaN"/>
          </dgm:ruleLst>
        </dgm:layoutNode>
      </dgm:layoutNode>
      <dgm:forEach name="sibTransForEach" axis="followSib" cnt="1">
        <dgm:layoutNode name="sibTrans" styleLbl="bgSibTrans2D1">
          <dgm:choose name="Name7">
            <dgm:if name="Name8" axis="self" func="var" arg="dir" op="equ" val="norm">
              <dgm:alg type="conn">
                <dgm:param type="srcNode" val="dummyConnPt"/>
                <dgm:param type="dstNode" val="dummyConnPt"/>
                <dgm:param type="begPts" val="bCtr, midR, tCtr"/>
                <dgm:param type="endPts" val="tCtr, midL, bCtr"/>
                <dgm:param type="begSty" val="noArr"/>
                <dgm:param type="endSty" val="noArr"/>
              </dgm:alg>
            </dgm:if>
            <dgm:else name="Name9">
              <dgm:alg type="conn">
                <dgm:param type="srcNode" val="dummyConnPt"/>
                <dgm:param type="dstNode" val="dummyConnPt"/>
                <dgm:param type="begPts" val="bCtr, midL, tCtr"/>
                <dgm:param type="endPts" val="tCtr, midR, bCtr"/>
                <dgm:param type="begSty" val="noArr"/>
                <dgm:param type="endSty" val="noArr"/>
              </dgm:alg>
            </dgm:else>
          </dgm:choose>
          <dgm:shape xmlns:r="http://schemas.openxmlformats.org/officeDocument/2006/relationships" type="conn" r:blip="" zOrderOff="-2">
            <dgm:adjLst/>
          </dgm:shape>
          <dgm:presOf axis="self"/>
          <dgm:constrLst>
            <dgm:constr type="begPad"/>
            <dgm:constr type="endPad"/>
          </dgm:constrLst>
          <dgm:ruleLst/>
        </dgm:layoutNode>
      </dgm:forEach>
    </dgm:forEach>
  </dgm:layoutNode>
</dgm:layoutDef>
</file>

<file path=ppt/diagrams/layout21.xml><?xml version="1.0" encoding="utf-8"?>
<dgm:layoutDef xmlns:dgm="http://schemas.openxmlformats.org/drawingml/2006/diagram" xmlns:a="http://schemas.openxmlformats.org/drawingml/2006/main" uniqueId="urn:microsoft.com/office/officeart/2005/8/layout/venn2">
  <dgm:title val=""/>
  <dgm:desc val=""/>
  <dgm:catLst>
    <dgm:cat type="relationship" pri="30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resizeHandles val="exact"/>
    </dgm:varLst>
    <dgm:alg type="composite">
      <dgm:param type="ar" val="1"/>
    </dgm:alg>
    <dgm:shape xmlns:r="http://schemas.openxmlformats.org/officeDocument/2006/relationships" r:blip="">
      <dgm:adjLst/>
    </dgm:shape>
    <dgm:presOf/>
    <dgm:choose name="Name1">
      <dgm:if name="Name2" axis="ch" ptType="node" func="cnt" op="lte" val="3">
        <dgm:constrLst>
          <dgm:constr type="w" for="ch" forName="comp1" refType="w"/>
          <dgm:constr type="h" for="ch" forName="comp1" refType="w" refFor="ch" refForName="comp1"/>
          <dgm:constr type="w" for="ch" forName="comp2" refType="w" fact="0.75"/>
          <dgm:constr type="h" for="ch" forName="comp2" refType="w" refFor="ch" refForName="comp2"/>
          <dgm:constr type="ctrX" for="ch" forName="comp2" refType="ctrX" refFor="ch" refForName="comp1"/>
          <dgm:constr type="b" for="ch" forName="comp2" refType="b" refFor="ch" refForName="comp1"/>
          <dgm:constr type="w" for="ch" forName="comp3" refType="w" fact="0.5"/>
          <dgm:constr type="h" for="ch" forName="comp3" refType="w" refFor="ch" refForName="comp3"/>
          <dgm:constr type="ctrX" for="ch" forName="comp3" refType="ctrX" refFor="ch" refForName="comp1"/>
          <dgm:constr type="b" for="ch" forName="comp3" refType="b" refFor="ch" refForName="comp1"/>
          <dgm:constr type="primFontSz" for="des" ptType="node" op="equ" val="65"/>
        </dgm:constrLst>
      </dgm:if>
      <dgm:if name="Name3" axis="ch" ptType="node" func="cnt" op="equ" val="4">
        <dgm:constrLst>
          <dgm:constr type="w" for="ch" forName="comp1" refType="w"/>
          <dgm:constr type="h" for="ch" forName="comp1" refType="w" refFor="ch" refForName="comp1"/>
          <dgm:constr type="w" for="ch" forName="comp2" refType="w" fact="0.8"/>
          <dgm:constr type="h" for="ch" forName="comp2" refType="w" refFor="ch" refForName="comp2"/>
          <dgm:constr type="ctrX" for="ch" forName="comp2" refType="ctrX" refFor="ch" refForName="comp1"/>
          <dgm:constr type="b" for="ch" forName="comp2" refType="b" refFor="ch" refForName="comp1"/>
          <dgm:constr type="w" for="ch" forName="comp3" refType="w" fact="0.6"/>
          <dgm:constr type="h" for="ch" forName="comp3" refType="w" refFor="ch" refForName="comp3"/>
          <dgm:constr type="ctrX" for="ch" forName="comp3" refType="ctrX" refFor="ch" refForName="comp1"/>
          <dgm:constr type="b" for="ch" forName="comp3" refType="b" refFor="ch" refForName="comp1"/>
          <dgm:constr type="w" for="ch" forName="comp4" refType="w" fact="0.4"/>
          <dgm:constr type="h" for="ch" forName="comp4" refType="w" refFor="ch" refForName="comp4"/>
          <dgm:constr type="ctrX" for="ch" forName="comp4" refType="ctrX" refFor="ch" refForName="comp1"/>
          <dgm:constr type="b" for="ch" forName="comp4" refType="b" refFor="ch" refForName="comp1"/>
          <dgm:constr type="primFontSz" for="des" ptType="node" op="equ" val="65"/>
        </dgm:constrLst>
      </dgm:if>
      <dgm:else name="Name4">
        <dgm:constrLst>
          <dgm:constr type="w" for="ch" forName="comp1" refType="w"/>
          <dgm:constr type="h" for="ch" forName="comp1" refType="w" refFor="ch" refForName="comp1"/>
          <dgm:constr type="w" for="ch" forName="comp2" refType="w" fact="0.85"/>
          <dgm:constr type="h" for="ch" forName="comp2" refType="w" refFor="ch" refForName="comp2"/>
          <dgm:constr type="ctrX" for="ch" forName="comp2" refType="ctrX" refFor="ch" refForName="comp1"/>
          <dgm:constr type="b" for="ch" forName="comp2" refType="b" refFor="ch" refForName="comp1"/>
          <dgm:constr type="w" for="ch" forName="comp3" refType="w" fact="0.7"/>
          <dgm:constr type="h" for="ch" forName="comp3" refType="w" refFor="ch" refForName="comp3"/>
          <dgm:constr type="ctrX" for="ch" forName="comp3" refType="ctrX" refFor="ch" refForName="comp1"/>
          <dgm:constr type="b" for="ch" forName="comp3" refType="b" refFor="ch" refForName="comp1"/>
          <dgm:constr type="w" for="ch" forName="comp4" refType="w" fact="0.55"/>
          <dgm:constr type="h" for="ch" forName="comp4" refType="w" refFor="ch" refForName="comp4"/>
          <dgm:constr type="ctrX" for="ch" forName="comp4" refType="ctrX" refFor="ch" refForName="comp1"/>
          <dgm:constr type="b" for="ch" forName="comp4" refType="b" refFor="ch" refForName="comp1"/>
          <dgm:constr type="w" for="ch" forName="comp5" refType="w" fact="0.4"/>
          <dgm:constr type="h" for="ch" forName="comp5" refType="w" refFor="ch" refForName="comp5"/>
          <dgm:constr type="ctrX" for="ch" forName="comp5" refType="ctrX" refFor="ch" refForName="comp1"/>
          <dgm:constr type="b" for="ch" forName="comp5" refType="b" refFor="ch" refForName="comp1"/>
          <dgm:constr type="w" for="ch" forName="comp6" refType="w" fact="0.25"/>
          <dgm:constr type="h" for="ch" forName="comp6" refType="w" refFor="ch" refForName="comp6"/>
          <dgm:constr type="ctrX" for="ch" forName="comp6" refType="ctrX" refFor="ch" refForName="comp1"/>
          <dgm:constr type="b" for="ch" forName="comp6" refType="b" refFor="ch" refForName="comp1"/>
          <dgm:constr type="w" for="ch" forName="comp7" refType="w" fact="0.15"/>
          <dgm:constr type="h" for="ch" forName="comp7" refType="w" refFor="ch" refForName="comp7"/>
          <dgm:constr type="ctrX" for="ch" forName="comp7" refType="ctrX" refFor="ch" refForName="comp1"/>
          <dgm:constr type="b" for="ch" forName="comp7" refType="b" refFor="ch" refForName="comp1"/>
          <dgm:constr type="primFontSz" for="des" ptType="node" op="equ" val="65"/>
        </dgm:constrLst>
      </dgm:else>
    </dgm:choose>
    <dgm:ruleLst/>
    <dgm:choose name="Name5">
      <dgm:if name="Name6" axis="ch" ptType="node" func="cnt" op="gte" val="1">
        <dgm:layoutNode name="comp1">
          <dgm:alg type="composite"/>
          <dgm:shape xmlns:r="http://schemas.openxmlformats.org/officeDocument/2006/relationships" r:blip="">
            <dgm:adjLst/>
          </dgm:shape>
          <dgm:presOf/>
          <dgm:choose name="Name7">
            <dgm:if name="Name8" axis="ch" ptType="node" func="cnt" op="equ" val="1">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5"/>
                <dgm:constr type="w" for="ch" forName="c1text" refType="w" refFor="ch" refForName="circle1" fact="0.70711"/>
                <dgm:constr type="h" for="ch" forName="c1text" refType="h" refFor="ch" refForName="circle1" fact="0.5"/>
              </dgm:constrLst>
            </dgm:if>
            <dgm:if name="Name9" axis="ch" ptType="node" func="cnt" op="equ" val="2">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6"/>
                <dgm:constr type="w" for="ch" forName="c1text" refType="w" refFor="ch" refForName="circle1" fact="0.525"/>
                <dgm:constr type="h" for="ch" forName="c1text" refType="h" refFor="ch" refForName="circle1" fact="0.17"/>
              </dgm:constrLst>
            </dgm:if>
            <dgm:if name="Name10" axis="ch" ptType="node" func="cnt" op="equ" val="3">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3495"/>
                <dgm:constr type="h" for="ch" forName="c1text" refType="h" refFor="ch" refForName="circle1" fact="0.15"/>
              </dgm:constrLst>
            </dgm:if>
            <dgm:if name="Name11" axis="ch" ptType="node" func="cnt" op="equ" val="4">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2796"/>
                <dgm:constr type="h" for="ch" forName="c1text" refType="h" refFor="ch" refForName="circle1" fact="0.15"/>
              </dgm:constrLst>
            </dgm:if>
            <dgm:if name="Name12" axis="ch" ptType="node" func="cnt" op="gte" val="5">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
                <dgm:constr type="w" for="ch" forName="c1text" refType="w" refFor="ch" refForName="circle1" fact="0.375"/>
                <dgm:constr type="h" for="ch" forName="c1text" refType="h" refFor="ch" refForName="circle1" fact="0.1"/>
              </dgm:constrLst>
            </dgm:if>
            <dgm:else name="Name13"/>
          </dgm:choose>
          <dgm:ruleLst/>
          <dgm:layoutNode name="circle1" styleLbl="node1">
            <dgm:alg type="sp"/>
            <dgm:shape xmlns:r="http://schemas.openxmlformats.org/officeDocument/2006/relationships" type="ellipse" r:blip="">
              <dgm:adjLst/>
            </dgm:shape>
            <dgm:presOf axis="ch desOrSelf" ptType="node node" st="1 1" cnt="1 0"/>
            <dgm:constrLst>
              <dgm:constr type="h" refType="w"/>
            </dgm:constrLst>
            <dgm:ruleLst/>
          </dgm:layoutNode>
          <dgm:layoutNode name="c1text">
            <dgm:varLst>
              <dgm:bulletEnabled val="1"/>
            </dgm:varLst>
            <dgm:alg type="tx"/>
            <dgm:shape xmlns:r="http://schemas.openxmlformats.org/officeDocument/2006/relationships" type="rect" r:blip="" hideGeom="1">
              <dgm:adjLst/>
            </dgm:shape>
            <dgm:presOf axis="ch desOrSelf" ptType="node node" st="1 1" cnt="1 0"/>
            <dgm:constrLst/>
            <dgm:ruleLst>
              <dgm:rule type="primFontSz" val="5" fact="NaN" max="NaN"/>
            </dgm:ruleLst>
          </dgm:layoutNode>
        </dgm:layoutNode>
      </dgm:if>
      <dgm:else name="Name14"/>
    </dgm:choose>
    <dgm:choose name="Name15">
      <dgm:if name="Name16" axis="ch" ptType="node" func="cnt" op="gte" val="2">
        <dgm:layoutNode name="comp2">
          <dgm:alg type="composite"/>
          <dgm:shape xmlns:r="http://schemas.openxmlformats.org/officeDocument/2006/relationships" r:blip="">
            <dgm:adjLst/>
          </dgm:shape>
          <dgm:presOf/>
          <dgm:choose name="Name17">
            <dgm:if name="Name18" axis="ch" ptType="node" func="cnt" op="equ" val="2">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5"/>
                <dgm:constr type="w" for="ch" forName="c2text" refType="w" refFor="ch" refForName="circle2" fact="0.70711"/>
                <dgm:constr type="h" for="ch" forName="c2text" refType="h" refFor="ch" refForName="circle2" fact="0.5"/>
              </dgm:constrLst>
            </dgm:if>
            <dgm:if name="Name19" axis="ch" ptType="node" func="cnt" op="equ" val="3">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625"/>
                <dgm:constr type="w" for="ch" forName="c2text" refType="w" refFor="ch" refForName="circle2" fact="0.466"/>
                <dgm:constr type="h" for="ch" forName="c2text" refType="h" refFor="ch" refForName="circle2" fact="0.1875"/>
              </dgm:constrLst>
            </dgm:if>
            <dgm:if name="Name20" axis="ch" ptType="node" func="cnt" op="equ" val="4">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
                <dgm:constr type="w" for="ch" forName="c2text" refType="w" refFor="ch" refForName="circle2" fact="0.3495"/>
                <dgm:constr type="h" for="ch" forName="c2text" refType="h" refFor="ch" refForName="circle2" fact="0.18"/>
              </dgm:constrLst>
            </dgm:if>
            <dgm:if name="Name21" axis="ch" ptType="node" func="cnt" op="gte" val="5">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15"/>
                <dgm:constr type="w" for="ch" forName="c2text" refType="w" refFor="ch" refForName="circle2" fact="0.43125"/>
                <dgm:constr type="h" for="ch" forName="c2text" refType="h" refFor="ch" refForName="circle2" fact="0.115"/>
              </dgm:constrLst>
            </dgm:if>
            <dgm:else name="Name22"/>
          </dgm:choose>
          <dgm:ruleLst/>
          <dgm:layoutNode name="circle2" styleLbl="node1">
            <dgm:alg type="sp"/>
            <dgm:shape xmlns:r="http://schemas.openxmlformats.org/officeDocument/2006/relationships" type="ellipse" r:blip="">
              <dgm:adjLst/>
            </dgm:shape>
            <dgm:presOf axis="ch desOrSelf" ptType="node node" st="2 1" cnt="1 0"/>
            <dgm:constrLst>
              <dgm:constr type="h" refType="w"/>
            </dgm:constrLst>
            <dgm:ruleLst/>
          </dgm:layoutNode>
          <dgm:layoutNode name="c2text">
            <dgm:varLst>
              <dgm:bulletEnabled val="1"/>
            </dgm:varLst>
            <dgm:alg type="tx"/>
            <dgm:shape xmlns:r="http://schemas.openxmlformats.org/officeDocument/2006/relationships" type="rect" r:blip="" hideGeom="1">
              <dgm:adjLst/>
            </dgm:shape>
            <dgm:presOf axis="ch desOrSelf" ptType="node node" st="2 1" cnt="1 0"/>
            <dgm:constrLst/>
            <dgm:ruleLst>
              <dgm:rule type="primFontSz" val="5" fact="NaN" max="NaN"/>
            </dgm:ruleLst>
          </dgm:layoutNode>
        </dgm:layoutNode>
      </dgm:if>
      <dgm:else name="Name23"/>
    </dgm:choose>
    <dgm:choose name="Name24">
      <dgm:if name="Name25" axis="ch" ptType="node" func="cnt" op="gte" val="3">
        <dgm:layoutNode name="comp3">
          <dgm:alg type="composite"/>
          <dgm:shape xmlns:r="http://schemas.openxmlformats.org/officeDocument/2006/relationships" r:blip="">
            <dgm:adjLst/>
          </dgm:shape>
          <dgm:presOf/>
          <dgm:choose name="Name26">
            <dgm:if name="Name27" axis="ch" ptType="node" func="cnt" op="equ" val="3">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5"/>
                <dgm:constr type="w" for="ch" forName="c3text" refType="w" refFor="ch" refForName="circle3" fact="0.70711"/>
                <dgm:constr type="h" for="ch" forName="c3text" refType="h" refFor="ch" refForName="circle3" fact="0.5"/>
              </dgm:constrLst>
            </dgm:if>
            <dgm:if name="Name28" axis="ch" ptType="node" func="cnt" op="equ" val="4">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875"/>
                <dgm:constr type="w" for="ch" forName="c3text" refType="w" refFor="ch" refForName="circle3" fact="0.466"/>
                <dgm:constr type="h" for="ch" forName="c3text" refType="h" refFor="ch" refForName="circle3" fact="0.225"/>
              </dgm:constrLst>
            </dgm:if>
            <dgm:if name="Name29" axis="ch" ptType="node" func="cnt" op="gte" val="5">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38"/>
                <dgm:constr type="w" for="ch" forName="c3text" refType="w" refFor="ch" refForName="circle3" fact="0.5175"/>
                <dgm:constr type="h" for="ch" forName="c3text" refType="h" refFor="ch" refForName="circle3" fact="0.138"/>
              </dgm:constrLst>
            </dgm:if>
            <dgm:else name="Name30"/>
          </dgm:choose>
          <dgm:ruleLst/>
          <dgm:layoutNode name="circle3" styleLbl="node1">
            <dgm:alg type="sp"/>
            <dgm:shape xmlns:r="http://schemas.openxmlformats.org/officeDocument/2006/relationships" type="ellipse" r:blip="">
              <dgm:adjLst/>
            </dgm:shape>
            <dgm:presOf axis="ch desOrSelf" ptType="node node" st="3 1" cnt="1 0"/>
            <dgm:constrLst>
              <dgm:constr type="h" refType="w"/>
            </dgm:constrLst>
            <dgm:ruleLst/>
          </dgm:layoutNode>
          <dgm:layoutNode name="c3text">
            <dgm:varLst>
              <dgm:bulletEnabled val="1"/>
            </dgm:varLst>
            <dgm:alg type="tx"/>
            <dgm:shape xmlns:r="http://schemas.openxmlformats.org/officeDocument/2006/relationships" type="rect" r:blip="" hideGeom="1">
              <dgm:adjLst/>
            </dgm:shape>
            <dgm:presOf axis="ch desOrSelf" ptType="node node" st="3 1" cnt="1 0"/>
            <dgm:constrLst/>
            <dgm:ruleLst>
              <dgm:rule type="primFontSz" val="5" fact="NaN" max="NaN"/>
            </dgm:ruleLst>
          </dgm:layoutNode>
        </dgm:layoutNode>
      </dgm:if>
      <dgm:else name="Name31"/>
    </dgm:choose>
    <dgm:choose name="Name32">
      <dgm:if name="Name33" axis="ch" ptType="node" func="cnt" op="gte" val="4">
        <dgm:layoutNode name="comp4">
          <dgm:alg type="composite"/>
          <dgm:shape xmlns:r="http://schemas.openxmlformats.org/officeDocument/2006/relationships" r:blip="">
            <dgm:adjLst/>
          </dgm:shape>
          <dgm:presOf/>
          <dgm:choose name="Name34">
            <dgm:if name="Name35" axis="ch" ptType="node" func="cnt" op="equ" val="4">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5"/>
                <dgm:constr type="w" for="ch" forName="c4text" refType="w" refFor="ch" refForName="circle4" fact="0.70711"/>
                <dgm:constr type="h" for="ch" forName="c4text" refType="h" refFor="ch" refForName="circle4" fact="0.5"/>
              </dgm:constrLst>
            </dgm:if>
            <dgm:if name="Name36" axis="ch" ptType="node" func="cnt" op="gte" val="5">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18"/>
                <dgm:constr type="w" for="ch" forName="c4text" refType="w" refFor="ch" refForName="circle4" fact="0.54"/>
                <dgm:constr type="h" for="ch" forName="c4text" refType="h" refFor="ch" refForName="circle4" fact="0.18"/>
              </dgm:constrLst>
            </dgm:if>
            <dgm:else name="Name37"/>
          </dgm:choose>
          <dgm:ruleLst/>
          <dgm:layoutNode name="circle4" styleLbl="node1">
            <dgm:alg type="sp"/>
            <dgm:shape xmlns:r="http://schemas.openxmlformats.org/officeDocument/2006/relationships" type="ellipse" r:blip="">
              <dgm:adjLst/>
            </dgm:shape>
            <dgm:presOf axis="ch desOrSelf" ptType="node node" st="4 1" cnt="1 0"/>
            <dgm:constrLst>
              <dgm:constr type="h" refType="w"/>
            </dgm:constrLst>
            <dgm:ruleLst/>
          </dgm:layoutNode>
          <dgm:layoutNode name="c4text">
            <dgm:varLst>
              <dgm:bulletEnabled val="1"/>
            </dgm:varLst>
            <dgm:alg type="tx"/>
            <dgm:shape xmlns:r="http://schemas.openxmlformats.org/officeDocument/2006/relationships" type="rect" r:blip="" hideGeom="1">
              <dgm:adjLst/>
            </dgm:shape>
            <dgm:presOf axis="ch desOrSelf" ptType="node node" st="4 1" cnt="1 0"/>
            <dgm:constrLst/>
            <dgm:ruleLst>
              <dgm:rule type="primFontSz" val="5" fact="NaN" max="NaN"/>
            </dgm:ruleLst>
          </dgm:layoutNode>
        </dgm:layoutNode>
      </dgm:if>
      <dgm:else name="Name38"/>
    </dgm:choose>
    <dgm:choose name="Name39">
      <dgm:if name="Name40" axis="ch" ptType="node" func="cnt" op="gte" val="5">
        <dgm:layoutNode name="comp5">
          <dgm:alg type="composite"/>
          <dgm:shape xmlns:r="http://schemas.openxmlformats.org/officeDocument/2006/relationships" r:blip="">
            <dgm:adjLst/>
          </dgm:shape>
          <dgm:presOf/>
          <dgm:choose name="Name41">
            <dgm:if name="Name42" axis="ch" ptType="node" func="cnt" op="equ" val="5">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5"/>
                <dgm:constr type="w" for="ch" forName="c5text" refType="w" refFor="ch" refForName="circle5" fact="0.70711"/>
                <dgm:constr type="h" for="ch" forName="c5text" refType="h" refFor="ch" refForName="circle5" fact="0.5"/>
              </dgm:constrLst>
            </dgm:if>
            <dgm:if name="Name43" axis="ch" ptType="node" func="cnt" op="gte" val="6">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25"/>
                <dgm:constr type="w" for="ch" forName="c5text" refType="w" refFor="ch" refForName="circle5" fact="0.65"/>
                <dgm:constr type="h" for="ch" forName="c5text" refType="h" refFor="ch" refForName="circle5" fact="0.25"/>
              </dgm:constrLst>
            </dgm:if>
            <dgm:else name="Name44"/>
          </dgm:choose>
          <dgm:ruleLst/>
          <dgm:layoutNode name="circle5" styleLbl="node1">
            <dgm:alg type="sp"/>
            <dgm:shape xmlns:r="http://schemas.openxmlformats.org/officeDocument/2006/relationships" type="ellipse" r:blip="">
              <dgm:adjLst/>
            </dgm:shape>
            <dgm:presOf axis="ch desOrSelf" ptType="node node" st="5 1" cnt="1 0"/>
            <dgm:constrLst>
              <dgm:constr type="h" refType="w"/>
            </dgm:constrLst>
            <dgm:ruleLst/>
          </dgm:layoutNode>
          <dgm:layoutNode name="c5text">
            <dgm:varLst>
              <dgm:bulletEnabled val="1"/>
            </dgm:varLst>
            <dgm:alg type="tx"/>
            <dgm:shape xmlns:r="http://schemas.openxmlformats.org/officeDocument/2006/relationships" type="rect" r:blip="" hideGeom="1">
              <dgm:adjLst/>
            </dgm:shape>
            <dgm:presOf axis="ch desOrSelf" ptType="node node" st="5 1" cnt="1 0"/>
            <dgm:constrLst/>
            <dgm:ruleLst>
              <dgm:rule type="primFontSz" val="5" fact="NaN" max="NaN"/>
            </dgm:ruleLst>
          </dgm:layoutNode>
        </dgm:layoutNode>
      </dgm:if>
      <dgm:else name="Name45"/>
    </dgm:choose>
    <dgm:choose name="Name46">
      <dgm:if name="Name47" axis="ch" ptType="node" func="cnt" op="gte" val="6">
        <dgm:layoutNode name="comp6">
          <dgm:alg type="composite"/>
          <dgm:shape xmlns:r="http://schemas.openxmlformats.org/officeDocument/2006/relationships" r:blip="">
            <dgm:adjLst/>
          </dgm:shape>
          <dgm:presOf/>
          <dgm:choose name="Name48">
            <dgm:if name="Name49" axis="ch" ptType="node" func="cnt" op="equ" val="6">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5"/>
                <dgm:constr type="w" for="ch" forName="c6text" refType="w" refFor="ch" refForName="circle6" fact="0.70711"/>
                <dgm:constr type="h" for="ch" forName="c6text" refType="h" refFor="ch" refForName="circle6" fact="0.5"/>
              </dgm:constrLst>
            </dgm:if>
            <dgm:if name="Name50" axis="ch" ptType="node" func="cnt" op="gte" val="7">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27"/>
                <dgm:constr type="w" for="ch" forName="c6text" refType="w" refFor="ch" refForName="circle6" fact="0.68"/>
                <dgm:constr type="h" for="ch" forName="c6text" refType="h" refFor="ch" refForName="circle6" fact="0.241"/>
              </dgm:constrLst>
            </dgm:if>
            <dgm:else name="Name51"/>
          </dgm:choose>
          <dgm:ruleLst/>
          <dgm:layoutNode name="circle6" styleLbl="node1">
            <dgm:alg type="sp"/>
            <dgm:shape xmlns:r="http://schemas.openxmlformats.org/officeDocument/2006/relationships" type="ellipse" r:blip="">
              <dgm:adjLst/>
            </dgm:shape>
            <dgm:presOf axis="ch desOrSelf" ptType="node node" st="6 1" cnt="1 0"/>
            <dgm:constrLst>
              <dgm:constr type="h" refType="w"/>
            </dgm:constrLst>
            <dgm:ruleLst/>
          </dgm:layoutNode>
          <dgm:layoutNode name="c6text">
            <dgm:varLst>
              <dgm:bulletEnabled val="1"/>
            </dgm:varLst>
            <dgm:alg type="tx"/>
            <dgm:shape xmlns:r="http://schemas.openxmlformats.org/officeDocument/2006/relationships" type="rect" r:blip="" hideGeom="1">
              <dgm:adjLst/>
            </dgm:shape>
            <dgm:presOf axis="ch desOrSelf" ptType="node node" st="6 1" cnt="1 0"/>
            <dgm:constrLst/>
            <dgm:ruleLst>
              <dgm:rule type="primFontSz" val="5" fact="NaN" max="NaN"/>
            </dgm:ruleLst>
          </dgm:layoutNode>
        </dgm:layoutNode>
      </dgm:if>
      <dgm:else name="Name52"/>
    </dgm:choose>
    <dgm:choose name="Name53">
      <dgm:if name="Name54" axis="ch" ptType="node" func="cnt" op="gte" val="7">
        <dgm:layoutNode name="comp7">
          <dgm:alg type="composite"/>
          <dgm:shape xmlns:r="http://schemas.openxmlformats.org/officeDocument/2006/relationships" r:blip="">
            <dgm:adjLst/>
          </dgm:shape>
          <dgm:presOf/>
          <dgm:constrLst>
            <dgm:constr type="w" for="ch" forName="circle7" refType="w"/>
            <dgm:constr type="h" for="ch" forName="circle7" refType="h"/>
            <dgm:constr type="ctrX" for="ch" forName="circle7" refType="w" fact="0.5"/>
            <dgm:constr type="ctrY" for="ch" forName="circle7" refType="h" fact="0.5"/>
            <dgm:constr type="ctrX" for="ch" forName="c7text" refType="w" fact="0.5"/>
            <dgm:constr type="ctrY" for="ch" forName="c7text" refType="h" fact="0.5"/>
            <dgm:constr type="w" for="ch" forName="c7text" refType="w" refFor="ch" refForName="circle7" fact="0.70711"/>
            <dgm:constr type="h" for="ch" forName="c7text" refType="h" refFor="ch" refForName="circle7" fact="0.5"/>
          </dgm:constrLst>
          <dgm:ruleLst/>
          <dgm:layoutNode name="circle7" styleLbl="node1">
            <dgm:alg type="sp"/>
            <dgm:shape xmlns:r="http://schemas.openxmlformats.org/officeDocument/2006/relationships" type="ellipse" r:blip="">
              <dgm:adjLst/>
            </dgm:shape>
            <dgm:presOf axis="ch desOrSelf" ptType="node node" st="7 1" cnt="1 0"/>
            <dgm:constrLst>
              <dgm:constr type="h" refType="w"/>
            </dgm:constrLst>
            <dgm:ruleLst/>
          </dgm:layoutNode>
          <dgm:layoutNode name="c7text">
            <dgm:varLst>
              <dgm:bulletEnabled val="1"/>
            </dgm:varLst>
            <dgm:alg type="tx"/>
            <dgm:shape xmlns:r="http://schemas.openxmlformats.org/officeDocument/2006/relationships" type="rect" r:blip="" hideGeom="1">
              <dgm:adjLst/>
            </dgm:shape>
            <dgm:presOf axis="ch desOrSelf" ptType="node node" st="7 1" cnt="1 0"/>
            <dgm:constrLst/>
            <dgm:ruleLst>
              <dgm:rule type="primFontSz" val="5" fact="NaN" max="NaN"/>
            </dgm:ruleLst>
          </dgm:layoutNode>
        </dgm:layoutNode>
      </dgm:if>
      <dgm:else name="Name55"/>
    </dgm:choose>
  </dgm:layoutNode>
</dgm:layoutDef>
</file>

<file path=ppt/diagrams/layout22.xml><?xml version="1.0" encoding="utf-8"?>
<dgm:layoutDef xmlns:dgm="http://schemas.openxmlformats.org/drawingml/2006/diagram" xmlns:a="http://schemas.openxmlformats.org/drawingml/2006/main" uniqueId="urn:microsoft.com/office/officeart/2009/3/layout/SnapshotPictureList">
  <dgm:title val=""/>
  <dgm:desc val=""/>
  <dgm:catLst>
    <dgm:cat type="picture" pri="3000"/>
    <dgm:cat type="pictureconvert" pri="3000"/>
  </dgm:catLst>
  <dgm:sampData>
    <dgm:dataModel>
      <dgm:ptLst>
        <dgm:pt modelId="0" type="doc"/>
        <dgm:pt modelId="10">
          <dgm:prSet phldr="1"/>
        </dgm:pt>
        <dgm:pt modelId="11">
          <dgm:prSet phldr="1"/>
        </dgm:pt>
      </dgm:ptLst>
      <dgm:cxnLst>
        <dgm:cxn modelId="40" srcId="0" destId="10" srcOrd="0" destOrd="0"/>
        <dgm:cxn modelId="12" srcId="10" destId="11" srcOrd="0" destOrd="0"/>
      </dgm:cxnLst>
      <dgm:bg/>
      <dgm:whole/>
    </dgm:dataModel>
  </dgm:sampData>
  <dgm:styleData>
    <dgm:dataModel>
      <dgm:ptLst>
        <dgm:pt modelId="0" type="doc"/>
        <dgm:pt modelId="10">
          <dgm:prSet phldr="1"/>
        </dgm:pt>
        <dgm:pt modelId="11">
          <dgm:prSet phldr="1"/>
        </dgm:pt>
      </dgm:ptLst>
      <dgm:cxnLst>
        <dgm:cxn modelId="40" srcId="0" destId="10" srcOrd="0" destOrd="0"/>
        <dgm:cxn modelId="12" srcId="10" destId="11" srcOrd="0" destOrd="0"/>
      </dgm:cxnLst>
      <dgm:bg/>
      <dgm:whole/>
    </dgm:dataModel>
  </dgm:styleData>
  <dgm:clrData>
    <dgm:dataModel>
      <dgm:ptLst>
        <dgm:pt modelId="0" type="doc"/>
        <dgm:pt modelId="10">
          <dgm:prSet phldr="1"/>
        </dgm:pt>
        <dgm:pt modelId="11">
          <dgm:prSet phldr="1"/>
        </dgm:pt>
      </dgm:ptLst>
      <dgm:cxnLst>
        <dgm:cxn modelId="40" srcId="0" destId="10" srcOrd="0" destOrd="0"/>
        <dgm:cxn modelId="12" srcId="10" destId="11" srcOrd="0" destOrd="0"/>
      </dgm:cxnLst>
      <dgm:bg/>
      <dgm:whole/>
    </dgm:dataModel>
  </dgm:clrData>
  <dgm:layoutNode name="Name0">
    <dgm:varLst>
      <dgm:chMax/>
      <dgm:chPref/>
      <dgm:dir/>
      <dgm:animLvl val="lvl"/>
    </dgm:varLst>
    <dgm:alg type="snake">
      <dgm:param type="grDir" val="tL"/>
      <dgm:param type="flowDir" val="col"/>
    </dgm:alg>
    <dgm:shape xmlns:r="http://schemas.openxmlformats.org/officeDocument/2006/relationships" r:blip="">
      <dgm:adjLst/>
    </dgm:shape>
    <dgm:constrLst>
      <dgm:constr type="primFontSz" for="des" forName="ChildText" refType="primFontSz" refFor="des" refForName="ParentText" op="lte"/>
      <dgm:constr type="w" for="ch" forName="composite" refType="w"/>
      <dgm:constr type="h" for="ch" forName="composite" refType="h"/>
      <dgm:constr type="sp" refType="h" refFor="ch" refForName="composite" op="equ" fact="0.1"/>
      <dgm:constr type="h" for="ch" forName="sibTrans" refType="h" refFor="ch" refForName="composite" op="equ" fact="0.1"/>
      <dgm:constr type="w" for="ch" forName="sibTrans" refType="h" refFor="ch" refForName="sibTrans" op="equ"/>
    </dgm:constrLst>
    <dgm:forEach name="nodesForEach" axis="ch" ptType="node">
      <dgm:layoutNode name="composite">
        <dgm:alg type="composite">
          <dgm:param type="ar" val="2.0273"/>
        </dgm:alg>
        <dgm:shape xmlns:r="http://schemas.openxmlformats.org/officeDocument/2006/relationships" r:blip="">
          <dgm:adjLst/>
        </dgm:shape>
        <dgm:choose name="Name1">
          <dgm:if name="Name2" func="var" arg="dir" op="equ" val="norm">
            <dgm:constrLst>
              <dgm:constr type="l" for="ch" forName="ParentAccentShape" refType="w" fact="0.0238"/>
              <dgm:constr type="t" for="ch" forName="ParentAccentShape" refType="h" fact="0.107"/>
              <dgm:constr type="w" for="ch" forName="ParentAccentShape" refType="w" fact="0.619"/>
              <dgm:constr type="h" for="ch" forName="ParentAccentShape" refType="h" fact="0.893"/>
              <dgm:constr type="l" for="ch" forName="ParentText" refType="w" fact="0.048"/>
              <dgm:constr type="t" for="ch" forName="ParentText" refType="h" fact="0.845"/>
              <dgm:constr type="w" for="ch" forName="ParentText" refType="w" fact="0.571"/>
              <dgm:constr type="h" for="ch" forName="ParentText" refType="h" fact="0.106"/>
              <dgm:constr type="l" for="ch" forName="ChildText" refType="w" fact="0.668"/>
              <dgm:constr type="t" for="ch" forName="ChildText" refType="h" fact="0.107"/>
              <dgm:constr type="w" for="ch" forName="ChildText" refType="w" fact="0.283"/>
              <dgm:constr type="h" for="ch" forName="ChildText" refType="h" fact="0.893"/>
              <dgm:constr type="l" for="ch" forName="ChildAccentShape" refType="w" fact="0.9762"/>
              <dgm:constr type="t" for="ch" forName="ChildAccentShape" refType="h" fact="0.107"/>
              <dgm:constr type="w" for="ch" forName="ChildAccentShape" refType="w" fact="0.0238"/>
              <dgm:constr type="h" for="ch" forName="ChildAccentShape" refType="h" fact="0.893"/>
              <dgm:constr type="l" for="ch" forName="Image" refType="w" fact="0"/>
              <dgm:constr type="t" for="ch" forName="Image" refType="h" fact="0"/>
              <dgm:constr type="w" for="ch" forName="Image" refType="w" fact="0.5952"/>
              <dgm:constr type="h" for="ch" forName="Image" refType="h" fact="0.8447"/>
            </dgm:constrLst>
          </dgm:if>
          <dgm:else name="Name3">
            <dgm:constrLst>
              <dgm:constr type="l" for="ch" forName="ParentAccentShape" refType="w" fact="0.3572"/>
              <dgm:constr type="t" for="ch" forName="ParentAccentShape" refType="h" fact="0.107"/>
              <dgm:constr type="w" for="ch" forName="ParentAccentShape" refType="w" fact="0.619"/>
              <dgm:constr type="h" for="ch" forName="ParentAccentShape" refType="h" fact="0.893"/>
              <dgm:constr type="l" for="ch" forName="ParentText" refType="w" fact="0.381"/>
              <dgm:constr type="t" for="ch" forName="ParentText" refType="h" fact="0.845"/>
              <dgm:constr type="w" for="ch" forName="ParentText" refType="w" fact="0.571"/>
              <dgm:constr type="h" for="ch" forName="ParentText" refType="h" fact="0.106"/>
              <dgm:constr type="l" for="ch" forName="ChildText" refType="w" fact="0.049"/>
              <dgm:constr type="t" for="ch" forName="ChildText" refType="h" fact="0.107"/>
              <dgm:constr type="w" for="ch" forName="ChildText" refType="w" fact="0.283"/>
              <dgm:constr type="h" for="ch" forName="ChildText" refType="h" fact="0.893"/>
              <dgm:constr type="l" for="ch" forName="ChildAccentShape" refType="w" fact="0"/>
              <dgm:constr type="t" for="ch" forName="ChildAccentShape" refType="h" fact="0.107"/>
              <dgm:constr type="w" for="ch" forName="ChildAccentShape" refType="w" fact="0.0238"/>
              <dgm:constr type="h" for="ch" forName="ChildAccentShape" refType="h" fact="0.893"/>
              <dgm:constr type="l" for="ch" forName="Image" refType="w" fact="0.4048"/>
              <dgm:constr type="t" for="ch" forName="Image" refType="h" fact="0"/>
              <dgm:constr type="w" for="ch" forName="Image" refType="w" fact="0.5952"/>
              <dgm:constr type="h" for="ch" forName="Image" refType="h" fact="0.8447"/>
            </dgm:constrLst>
          </dgm:else>
        </dgm:choose>
        <dgm:layoutNode name="ParentAccentShape" styleLbl="trBgShp">
          <dgm:alg type="sp"/>
          <dgm:shape xmlns:r="http://schemas.openxmlformats.org/officeDocument/2006/relationships" type="frame" r:blip="" zOrderOff="-10">
            <dgm:adjLst>
              <dgm:adj idx="1" val="0.0545"/>
            </dgm:adjLst>
          </dgm:shape>
          <dgm:presOf/>
        </dgm:layoutNode>
        <dgm:layoutNode name="ParentText" styleLbl="revTx">
          <dgm:varLst>
            <dgm:chMax val="1"/>
            <dgm:chPref val="1"/>
            <dgm:bulletEnabled val="1"/>
          </dgm:varLst>
          <dgm:alg type="tx">
            <dgm:param type="parTxLTRAlign" val="l"/>
          </dgm:alg>
          <dgm:shape xmlns:r="http://schemas.openxmlformats.org/officeDocument/2006/relationships" type="rect" r:blip="" zOrderOff="10">
            <dgm:adjLst/>
          </dgm:shape>
          <dgm:presOf axis="self" ptType="node"/>
          <dgm:constrLst>
            <dgm:constr type="lMarg" refType="primFontSz" fact="0.8"/>
            <dgm:constr type="rMarg" refType="primFontSz" fact="0.8"/>
            <dgm:constr type="tMarg" refType="primFontSz" fact="0.3"/>
            <dgm:constr type="bMarg" refType="primFontSz" fact="0.3"/>
          </dgm:constrLst>
          <dgm:ruleLst>
            <dgm:rule type="primFontSz" val="5" fact="NaN" max="NaN"/>
          </dgm:ruleLst>
        </dgm:layoutNode>
        <dgm:layoutNode name="ChildText" styleLbl="revTx">
          <dgm:varLst>
            <dgm:chMax val="0"/>
            <dgm:chPref val="0"/>
          </dgm:varLst>
          <dgm:alg type="tx">
            <dgm:param type="parTxLTRAlign" val="l"/>
            <dgm:param type="txAnchorVert" val="t"/>
          </dgm:alg>
          <dgm:shape xmlns:r="http://schemas.openxmlformats.org/officeDocument/2006/relationships" type="rect" r:blip="" zOrderOff="10">
            <dgm:adjLst/>
          </dgm:shape>
          <dgm:choose name="Name4">
            <dgm:if name="Name5" axis="ch" ptType="node" func="cnt" op="gte" val="1">
              <dgm:presOf axis="des" ptType="node"/>
            </dgm:if>
            <dgm:else name="Name6">
              <dgm:presOf/>
            </dgm:else>
          </dgm:choose>
          <dgm:constrLst>
            <dgm:constr type="lMarg" refType="primFontSz" fact="0"/>
            <dgm:constr type="rMarg" refType="primFontSz" fact="0"/>
            <dgm:constr type="tMarg" refType="primFontSz" fact="0"/>
            <dgm:constr type="bMarg" refType="primFontSz" fact="0"/>
          </dgm:constrLst>
          <dgm:ruleLst>
            <dgm:rule type="primFontSz" val="5" fact="NaN" max="NaN"/>
          </dgm:ruleLst>
        </dgm:layoutNode>
        <dgm:layoutNode name="ChildAccentShape" styleLbl="trBgShp">
          <dgm:alg type="sp"/>
          <dgm:choose name="Name7">
            <dgm:if name="Name8" axis="ch" ptType="node" func="cnt" op="gte" val="1">
              <dgm:shape xmlns:r="http://schemas.openxmlformats.org/officeDocument/2006/relationships" type="rect" r:blip="" zOrderOff="-10">
                <dgm:adjLst/>
              </dgm:shape>
            </dgm:if>
            <dgm:else name="Name9">
              <dgm:shape xmlns:r="http://schemas.openxmlformats.org/officeDocument/2006/relationships" type="rect" r:blip="" hideGeom="1">
                <dgm:adjLst/>
              </dgm:shape>
            </dgm:else>
          </dgm:choose>
          <dgm:presOf/>
        </dgm:layoutNode>
        <dgm:layoutNode name="Image" styleLbl="alignImgPlace1">
          <dgm:alg type="sp"/>
          <dgm:shape xmlns:r="http://schemas.openxmlformats.org/officeDocument/2006/relationships" type="rect" r:blip="" blipPhldr="1">
            <dgm:adjLst/>
          </dgm:shape>
          <dgm:presOf/>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2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4.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rot="180" type="rightArrow" r:blip=""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layout25.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rot="180" type="rightArrow" r:blip=""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layout26.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rot="180" type="rightArrow" r:blip=""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layout27.xml><?xml version="1.0" encoding="utf-8"?>
<dgm:layoutDef xmlns:dgm="http://schemas.openxmlformats.org/drawingml/2006/diagram" xmlns:a="http://schemas.openxmlformats.org/drawingml/2006/main" uniqueId="urn:microsoft.com/office/officeart/2011/layout/Picture Frame">
  <dgm:title val="Picture Frame"/>
  <dgm:desc val="Use to show pictures and the corresponding Level 1 text, both displayed in an offset frame. Works best with Level 1 text only."/>
  <dgm:catLst>
    <dgm:cat type="picture" pri="6500"/>
    <dgm:cat type="officeonline" pri="100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Name0">
    <dgm:varLst>
      <dgm:chMax/>
      <dgm:chPref/>
      <dgm:dir/>
    </dgm:varLst>
    <dgm:choose name="Name1">
      <dgm:if name="Name2" func="var" arg="dir" op="equ" val="norm">
        <dgm:alg type="snake">
          <dgm:param type="off" val="ctr"/>
        </dgm:alg>
      </dgm:if>
      <dgm:else name="Name3">
        <dgm:alg type="snake">
          <dgm:param type="grDir" val="tR"/>
          <dgm:param type="off" val="ctr"/>
        </dgm:alg>
      </dgm:else>
    </dgm:choose>
    <dgm:shape xmlns:r="http://schemas.openxmlformats.org/officeDocument/2006/relationships" r:blip="">
      <dgm:adjLst/>
    </dgm:shape>
    <dgm:constrLst>
      <dgm:constr type="primFontSz" for="des" ptType="node" op="equ" val="65"/>
      <dgm:constr type="w" for="ch" forName="composite" refType="w"/>
      <dgm:constr type="h" for="ch" forName="composite" refType="h"/>
      <dgm:constr type="sp" refType="w" refFor="ch" refForName="composite" op="equ" fact="0.1"/>
      <dgm:constr type="w" for="ch" forName="sibTrans" refType="w" refFor="ch" refForName="composite" op="equ" fact="0.1"/>
      <dgm:constr type="h" for="ch" forName="sibTrans" refType="w" refFor="ch" refForName="sibTrans" op="equ"/>
    </dgm:constrLst>
    <dgm:forEach name="nodesForEach" axis="ch" ptType="node">
      <dgm:layoutNode name="composite">
        <dgm:alg type="composite">
          <dgm:param type="ar" val="1.4927"/>
        </dgm:alg>
        <dgm:shape xmlns:r="http://schemas.openxmlformats.org/officeDocument/2006/relationships" r:blip="">
          <dgm:adjLst/>
        </dgm:shape>
        <dgm:choose name="Name4">
          <dgm:if name="Name5" func="var" arg="dir" op="equ" val="norm">
            <dgm:constrLst>
              <dgm:constr type="l" for="ch" forName="ParentText" refType="w" fact="0"/>
              <dgm:constr type="t" for="ch" forName="ParentText" refType="h" fact="0.85"/>
              <dgm:constr type="w" for="ch" forName="ParentText" refType="w" fact="0.926"/>
              <dgm:constr type="h" for="ch" forName="ParentText" refType="h" fact="0.1463"/>
              <dgm:constr type="l" for="ch" forName="Accent1" refType="w" fact="0"/>
              <dgm:constr type="t" for="ch" forName="Accent1" refType="h" fact="0.1104"/>
              <dgm:constr type="w" for="ch" forName="Accent1" refType="w" fact="0.9276"/>
              <dgm:constr type="h" for="ch" forName="Accent1" refType="h" fact="0.8896"/>
              <dgm:constr type="l" for="ch" forName="Image" refType="w" fact="0.0721"/>
              <dgm:constr type="t" for="ch" forName="Image" refType="h" fact="0"/>
              <dgm:constr type="w" for="ch" forName="Image" refType="w" fact="0.9279"/>
              <dgm:constr type="h" for="ch" forName="Image" refType="h" fact="0.855"/>
            </dgm:constrLst>
          </dgm:if>
          <dgm:else name="Name6">
            <dgm:constrLst>
              <dgm:constr type="l" for="ch" forName="ParentText" refType="w" fact="0.0837"/>
              <dgm:constr type="t" for="ch" forName="ParentText" refType="h" fact="0.84"/>
              <dgm:constr type="w" for="ch" forName="ParentText" refType="w" fact="0.9163"/>
              <dgm:constr type="h" for="ch" forName="ParentText" refType="h" fact="0.1463"/>
              <dgm:constr type="l" for="ch" forName="Accent1" refType="w" fact="0.0724"/>
              <dgm:constr type="t" for="ch" forName="Accent1" refType="h" fact="0.1104"/>
              <dgm:constr type="w" for="ch" forName="Accent1" refType="w" fact="0.9276"/>
              <dgm:constr type="h" for="ch" forName="Accent1" refType="h" fact="0.8896"/>
              <dgm:constr type="l" for="ch" forName="Image" refType="w" fact="0"/>
              <dgm:constr type="t" for="ch" forName="Image" refType="h" fact="0"/>
              <dgm:constr type="w" for="ch" forName="Image" refType="w" fact="0.9279"/>
              <dgm:constr type="h" for="ch" forName="Image" refType="h" fact="0.855"/>
            </dgm:constrLst>
          </dgm:else>
        </dgm:choose>
        <dgm:layoutNode name="ParentText" styleLbl="revTx">
          <dgm:varLst>
            <dgm:chMax val="0"/>
            <dgm:chPref val="0"/>
            <dgm:bulletEnabled val="1"/>
          </dgm:varLst>
          <dgm:alg type="tx">
            <dgm:param type="parTxLTRAlign" val="l"/>
            <dgm:param type="parTxRTLAlign" val="l"/>
            <dgm:param type="txAnchorVert" val="b"/>
            <dgm:param type="txAnchorVertCh" val="b"/>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
            <dgm:constr type="bMarg" refType="primFontSz" fact="0"/>
          </dgm:constrLst>
          <dgm:ruleLst>
            <dgm:rule type="primFontSz" val="5" fact="NaN" max="NaN"/>
          </dgm:ruleLst>
        </dgm:layoutNode>
        <dgm:layoutNode name="Accent1" styleLbl="parChTrans1D1">
          <dgm:alg type="sp"/>
          <dgm:shape xmlns:r="http://schemas.openxmlformats.org/officeDocument/2006/relationships" type="rect" r:blip="" zOrderOff="10">
            <dgm:adjLst/>
          </dgm:shape>
          <dgm:presOf/>
        </dgm:layoutNode>
        <dgm:layoutNode name="Image" styleLbl="alignImgPlace1">
          <dgm:alg type="sp"/>
          <dgm:shape xmlns:r="http://schemas.openxmlformats.org/officeDocument/2006/relationships" type="rect" r:blip="" zOrderOff="-15" blipPhldr="1">
            <dgm:adjLst/>
          </dgm:shape>
          <dgm:presOf/>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2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0.xml><?xml version="1.0" encoding="utf-8"?>
<dgm:layoutDef xmlns:dgm="http://schemas.openxmlformats.org/drawingml/2006/diagram" xmlns:a="http://schemas.openxmlformats.org/drawingml/2006/main" uniqueId="urn:microsoft.com/office/officeart/2005/8/layout/venn2">
  <dgm:title val=""/>
  <dgm:desc val=""/>
  <dgm:catLst>
    <dgm:cat type="relationship" pri="30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resizeHandles val="exact"/>
    </dgm:varLst>
    <dgm:alg type="composite">
      <dgm:param type="ar" val="1"/>
    </dgm:alg>
    <dgm:shape xmlns:r="http://schemas.openxmlformats.org/officeDocument/2006/relationships" r:blip="">
      <dgm:adjLst/>
    </dgm:shape>
    <dgm:presOf/>
    <dgm:choose name="Name1">
      <dgm:if name="Name2" axis="ch" ptType="node" func="cnt" op="lte" val="3">
        <dgm:constrLst>
          <dgm:constr type="w" for="ch" forName="comp1" refType="w"/>
          <dgm:constr type="h" for="ch" forName="comp1" refType="w" refFor="ch" refForName="comp1"/>
          <dgm:constr type="w" for="ch" forName="comp2" refType="w" fact="0.75"/>
          <dgm:constr type="h" for="ch" forName="comp2" refType="w" refFor="ch" refForName="comp2"/>
          <dgm:constr type="ctrX" for="ch" forName="comp2" refType="ctrX" refFor="ch" refForName="comp1"/>
          <dgm:constr type="b" for="ch" forName="comp2" refType="b" refFor="ch" refForName="comp1"/>
          <dgm:constr type="w" for="ch" forName="comp3" refType="w" fact="0.5"/>
          <dgm:constr type="h" for="ch" forName="comp3" refType="w" refFor="ch" refForName="comp3"/>
          <dgm:constr type="ctrX" for="ch" forName="comp3" refType="ctrX" refFor="ch" refForName="comp1"/>
          <dgm:constr type="b" for="ch" forName="comp3" refType="b" refFor="ch" refForName="comp1"/>
          <dgm:constr type="primFontSz" for="des" ptType="node" op="equ" val="65"/>
        </dgm:constrLst>
      </dgm:if>
      <dgm:if name="Name3" axis="ch" ptType="node" func="cnt" op="equ" val="4">
        <dgm:constrLst>
          <dgm:constr type="w" for="ch" forName="comp1" refType="w"/>
          <dgm:constr type="h" for="ch" forName="comp1" refType="w" refFor="ch" refForName="comp1"/>
          <dgm:constr type="w" for="ch" forName="comp2" refType="w" fact="0.8"/>
          <dgm:constr type="h" for="ch" forName="comp2" refType="w" refFor="ch" refForName="comp2"/>
          <dgm:constr type="ctrX" for="ch" forName="comp2" refType="ctrX" refFor="ch" refForName="comp1"/>
          <dgm:constr type="b" for="ch" forName="comp2" refType="b" refFor="ch" refForName="comp1"/>
          <dgm:constr type="w" for="ch" forName="comp3" refType="w" fact="0.6"/>
          <dgm:constr type="h" for="ch" forName="comp3" refType="w" refFor="ch" refForName="comp3"/>
          <dgm:constr type="ctrX" for="ch" forName="comp3" refType="ctrX" refFor="ch" refForName="comp1"/>
          <dgm:constr type="b" for="ch" forName="comp3" refType="b" refFor="ch" refForName="comp1"/>
          <dgm:constr type="w" for="ch" forName="comp4" refType="w" fact="0.4"/>
          <dgm:constr type="h" for="ch" forName="comp4" refType="w" refFor="ch" refForName="comp4"/>
          <dgm:constr type="ctrX" for="ch" forName="comp4" refType="ctrX" refFor="ch" refForName="comp1"/>
          <dgm:constr type="b" for="ch" forName="comp4" refType="b" refFor="ch" refForName="comp1"/>
          <dgm:constr type="primFontSz" for="des" ptType="node" op="equ" val="65"/>
        </dgm:constrLst>
      </dgm:if>
      <dgm:else name="Name4">
        <dgm:constrLst>
          <dgm:constr type="w" for="ch" forName="comp1" refType="w"/>
          <dgm:constr type="h" for="ch" forName="comp1" refType="w" refFor="ch" refForName="comp1"/>
          <dgm:constr type="w" for="ch" forName="comp2" refType="w" fact="0.85"/>
          <dgm:constr type="h" for="ch" forName="comp2" refType="w" refFor="ch" refForName="comp2"/>
          <dgm:constr type="ctrX" for="ch" forName="comp2" refType="ctrX" refFor="ch" refForName="comp1"/>
          <dgm:constr type="b" for="ch" forName="comp2" refType="b" refFor="ch" refForName="comp1"/>
          <dgm:constr type="w" for="ch" forName="comp3" refType="w" fact="0.7"/>
          <dgm:constr type="h" for="ch" forName="comp3" refType="w" refFor="ch" refForName="comp3"/>
          <dgm:constr type="ctrX" for="ch" forName="comp3" refType="ctrX" refFor="ch" refForName="comp1"/>
          <dgm:constr type="b" for="ch" forName="comp3" refType="b" refFor="ch" refForName="comp1"/>
          <dgm:constr type="w" for="ch" forName="comp4" refType="w" fact="0.55"/>
          <dgm:constr type="h" for="ch" forName="comp4" refType="w" refFor="ch" refForName="comp4"/>
          <dgm:constr type="ctrX" for="ch" forName="comp4" refType="ctrX" refFor="ch" refForName="comp1"/>
          <dgm:constr type="b" for="ch" forName="comp4" refType="b" refFor="ch" refForName="comp1"/>
          <dgm:constr type="w" for="ch" forName="comp5" refType="w" fact="0.4"/>
          <dgm:constr type="h" for="ch" forName="comp5" refType="w" refFor="ch" refForName="comp5"/>
          <dgm:constr type="ctrX" for="ch" forName="comp5" refType="ctrX" refFor="ch" refForName="comp1"/>
          <dgm:constr type="b" for="ch" forName="comp5" refType="b" refFor="ch" refForName="comp1"/>
          <dgm:constr type="w" for="ch" forName="comp6" refType="w" fact="0.25"/>
          <dgm:constr type="h" for="ch" forName="comp6" refType="w" refFor="ch" refForName="comp6"/>
          <dgm:constr type="ctrX" for="ch" forName="comp6" refType="ctrX" refFor="ch" refForName="comp1"/>
          <dgm:constr type="b" for="ch" forName="comp6" refType="b" refFor="ch" refForName="comp1"/>
          <dgm:constr type="w" for="ch" forName="comp7" refType="w" fact="0.15"/>
          <dgm:constr type="h" for="ch" forName="comp7" refType="w" refFor="ch" refForName="comp7"/>
          <dgm:constr type="ctrX" for="ch" forName="comp7" refType="ctrX" refFor="ch" refForName="comp1"/>
          <dgm:constr type="b" for="ch" forName="comp7" refType="b" refFor="ch" refForName="comp1"/>
          <dgm:constr type="primFontSz" for="des" ptType="node" op="equ" val="65"/>
        </dgm:constrLst>
      </dgm:else>
    </dgm:choose>
    <dgm:ruleLst/>
    <dgm:choose name="Name5">
      <dgm:if name="Name6" axis="ch" ptType="node" func="cnt" op="gte" val="1">
        <dgm:layoutNode name="comp1">
          <dgm:alg type="composite"/>
          <dgm:shape xmlns:r="http://schemas.openxmlformats.org/officeDocument/2006/relationships" r:blip="">
            <dgm:adjLst/>
          </dgm:shape>
          <dgm:presOf/>
          <dgm:choose name="Name7">
            <dgm:if name="Name8" axis="ch" ptType="node" func="cnt" op="equ" val="1">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5"/>
                <dgm:constr type="w" for="ch" forName="c1text" refType="w" refFor="ch" refForName="circle1" fact="0.70711"/>
                <dgm:constr type="h" for="ch" forName="c1text" refType="h" refFor="ch" refForName="circle1" fact="0.5"/>
              </dgm:constrLst>
            </dgm:if>
            <dgm:if name="Name9" axis="ch" ptType="node" func="cnt" op="equ" val="2">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6"/>
                <dgm:constr type="w" for="ch" forName="c1text" refType="w" refFor="ch" refForName="circle1" fact="0.525"/>
                <dgm:constr type="h" for="ch" forName="c1text" refType="h" refFor="ch" refForName="circle1" fact="0.17"/>
              </dgm:constrLst>
            </dgm:if>
            <dgm:if name="Name10" axis="ch" ptType="node" func="cnt" op="equ" val="3">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3495"/>
                <dgm:constr type="h" for="ch" forName="c1text" refType="h" refFor="ch" refForName="circle1" fact="0.15"/>
              </dgm:constrLst>
            </dgm:if>
            <dgm:if name="Name11" axis="ch" ptType="node" func="cnt" op="equ" val="4">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2796"/>
                <dgm:constr type="h" for="ch" forName="c1text" refType="h" refFor="ch" refForName="circle1" fact="0.15"/>
              </dgm:constrLst>
            </dgm:if>
            <dgm:if name="Name12" axis="ch" ptType="node" func="cnt" op="gte" val="5">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
                <dgm:constr type="w" for="ch" forName="c1text" refType="w" refFor="ch" refForName="circle1" fact="0.375"/>
                <dgm:constr type="h" for="ch" forName="c1text" refType="h" refFor="ch" refForName="circle1" fact="0.1"/>
              </dgm:constrLst>
            </dgm:if>
            <dgm:else name="Name13"/>
          </dgm:choose>
          <dgm:ruleLst/>
          <dgm:layoutNode name="circle1" styleLbl="node1">
            <dgm:alg type="sp"/>
            <dgm:shape xmlns:r="http://schemas.openxmlformats.org/officeDocument/2006/relationships" type="ellipse" r:blip="">
              <dgm:adjLst/>
            </dgm:shape>
            <dgm:presOf axis="ch desOrSelf" ptType="node node" st="1 1" cnt="1 0"/>
            <dgm:constrLst>
              <dgm:constr type="h" refType="w"/>
            </dgm:constrLst>
            <dgm:ruleLst/>
          </dgm:layoutNode>
          <dgm:layoutNode name="c1text">
            <dgm:varLst>
              <dgm:bulletEnabled val="1"/>
            </dgm:varLst>
            <dgm:alg type="tx"/>
            <dgm:shape xmlns:r="http://schemas.openxmlformats.org/officeDocument/2006/relationships" type="rect" r:blip="" hideGeom="1">
              <dgm:adjLst/>
            </dgm:shape>
            <dgm:presOf axis="ch desOrSelf" ptType="node node" st="1 1" cnt="1 0"/>
            <dgm:constrLst/>
            <dgm:ruleLst>
              <dgm:rule type="primFontSz" val="5" fact="NaN" max="NaN"/>
            </dgm:ruleLst>
          </dgm:layoutNode>
        </dgm:layoutNode>
      </dgm:if>
      <dgm:else name="Name14"/>
    </dgm:choose>
    <dgm:choose name="Name15">
      <dgm:if name="Name16" axis="ch" ptType="node" func="cnt" op="gte" val="2">
        <dgm:layoutNode name="comp2">
          <dgm:alg type="composite"/>
          <dgm:shape xmlns:r="http://schemas.openxmlformats.org/officeDocument/2006/relationships" r:blip="">
            <dgm:adjLst/>
          </dgm:shape>
          <dgm:presOf/>
          <dgm:choose name="Name17">
            <dgm:if name="Name18" axis="ch" ptType="node" func="cnt" op="equ" val="2">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5"/>
                <dgm:constr type="w" for="ch" forName="c2text" refType="w" refFor="ch" refForName="circle2" fact="0.70711"/>
                <dgm:constr type="h" for="ch" forName="c2text" refType="h" refFor="ch" refForName="circle2" fact="0.5"/>
              </dgm:constrLst>
            </dgm:if>
            <dgm:if name="Name19" axis="ch" ptType="node" func="cnt" op="equ" val="3">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625"/>
                <dgm:constr type="w" for="ch" forName="c2text" refType="w" refFor="ch" refForName="circle2" fact="0.466"/>
                <dgm:constr type="h" for="ch" forName="c2text" refType="h" refFor="ch" refForName="circle2" fact="0.1875"/>
              </dgm:constrLst>
            </dgm:if>
            <dgm:if name="Name20" axis="ch" ptType="node" func="cnt" op="equ" val="4">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
                <dgm:constr type="w" for="ch" forName="c2text" refType="w" refFor="ch" refForName="circle2" fact="0.3495"/>
                <dgm:constr type="h" for="ch" forName="c2text" refType="h" refFor="ch" refForName="circle2" fact="0.18"/>
              </dgm:constrLst>
            </dgm:if>
            <dgm:if name="Name21" axis="ch" ptType="node" func="cnt" op="gte" val="5">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15"/>
                <dgm:constr type="w" for="ch" forName="c2text" refType="w" refFor="ch" refForName="circle2" fact="0.43125"/>
                <dgm:constr type="h" for="ch" forName="c2text" refType="h" refFor="ch" refForName="circle2" fact="0.115"/>
              </dgm:constrLst>
            </dgm:if>
            <dgm:else name="Name22"/>
          </dgm:choose>
          <dgm:ruleLst/>
          <dgm:layoutNode name="circle2" styleLbl="node1">
            <dgm:alg type="sp"/>
            <dgm:shape xmlns:r="http://schemas.openxmlformats.org/officeDocument/2006/relationships" type="ellipse" r:blip="">
              <dgm:adjLst/>
            </dgm:shape>
            <dgm:presOf axis="ch desOrSelf" ptType="node node" st="2 1" cnt="1 0"/>
            <dgm:constrLst>
              <dgm:constr type="h" refType="w"/>
            </dgm:constrLst>
            <dgm:ruleLst/>
          </dgm:layoutNode>
          <dgm:layoutNode name="c2text">
            <dgm:varLst>
              <dgm:bulletEnabled val="1"/>
            </dgm:varLst>
            <dgm:alg type="tx"/>
            <dgm:shape xmlns:r="http://schemas.openxmlformats.org/officeDocument/2006/relationships" type="rect" r:blip="" hideGeom="1">
              <dgm:adjLst/>
            </dgm:shape>
            <dgm:presOf axis="ch desOrSelf" ptType="node node" st="2 1" cnt="1 0"/>
            <dgm:constrLst/>
            <dgm:ruleLst>
              <dgm:rule type="primFontSz" val="5" fact="NaN" max="NaN"/>
            </dgm:ruleLst>
          </dgm:layoutNode>
        </dgm:layoutNode>
      </dgm:if>
      <dgm:else name="Name23"/>
    </dgm:choose>
    <dgm:choose name="Name24">
      <dgm:if name="Name25" axis="ch" ptType="node" func="cnt" op="gte" val="3">
        <dgm:layoutNode name="comp3">
          <dgm:alg type="composite"/>
          <dgm:shape xmlns:r="http://schemas.openxmlformats.org/officeDocument/2006/relationships" r:blip="">
            <dgm:adjLst/>
          </dgm:shape>
          <dgm:presOf/>
          <dgm:choose name="Name26">
            <dgm:if name="Name27" axis="ch" ptType="node" func="cnt" op="equ" val="3">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5"/>
                <dgm:constr type="w" for="ch" forName="c3text" refType="w" refFor="ch" refForName="circle3" fact="0.70711"/>
                <dgm:constr type="h" for="ch" forName="c3text" refType="h" refFor="ch" refForName="circle3" fact="0.5"/>
              </dgm:constrLst>
            </dgm:if>
            <dgm:if name="Name28" axis="ch" ptType="node" func="cnt" op="equ" val="4">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875"/>
                <dgm:constr type="w" for="ch" forName="c3text" refType="w" refFor="ch" refForName="circle3" fact="0.466"/>
                <dgm:constr type="h" for="ch" forName="c3text" refType="h" refFor="ch" refForName="circle3" fact="0.225"/>
              </dgm:constrLst>
            </dgm:if>
            <dgm:if name="Name29" axis="ch" ptType="node" func="cnt" op="gte" val="5">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38"/>
                <dgm:constr type="w" for="ch" forName="c3text" refType="w" refFor="ch" refForName="circle3" fact="0.5175"/>
                <dgm:constr type="h" for="ch" forName="c3text" refType="h" refFor="ch" refForName="circle3" fact="0.138"/>
              </dgm:constrLst>
            </dgm:if>
            <dgm:else name="Name30"/>
          </dgm:choose>
          <dgm:ruleLst/>
          <dgm:layoutNode name="circle3" styleLbl="node1">
            <dgm:alg type="sp"/>
            <dgm:shape xmlns:r="http://schemas.openxmlformats.org/officeDocument/2006/relationships" type="ellipse" r:blip="">
              <dgm:adjLst/>
            </dgm:shape>
            <dgm:presOf axis="ch desOrSelf" ptType="node node" st="3 1" cnt="1 0"/>
            <dgm:constrLst>
              <dgm:constr type="h" refType="w"/>
            </dgm:constrLst>
            <dgm:ruleLst/>
          </dgm:layoutNode>
          <dgm:layoutNode name="c3text">
            <dgm:varLst>
              <dgm:bulletEnabled val="1"/>
            </dgm:varLst>
            <dgm:alg type="tx"/>
            <dgm:shape xmlns:r="http://schemas.openxmlformats.org/officeDocument/2006/relationships" type="rect" r:blip="" hideGeom="1">
              <dgm:adjLst/>
            </dgm:shape>
            <dgm:presOf axis="ch desOrSelf" ptType="node node" st="3 1" cnt="1 0"/>
            <dgm:constrLst/>
            <dgm:ruleLst>
              <dgm:rule type="primFontSz" val="5" fact="NaN" max="NaN"/>
            </dgm:ruleLst>
          </dgm:layoutNode>
        </dgm:layoutNode>
      </dgm:if>
      <dgm:else name="Name31"/>
    </dgm:choose>
    <dgm:choose name="Name32">
      <dgm:if name="Name33" axis="ch" ptType="node" func="cnt" op="gte" val="4">
        <dgm:layoutNode name="comp4">
          <dgm:alg type="composite"/>
          <dgm:shape xmlns:r="http://schemas.openxmlformats.org/officeDocument/2006/relationships" r:blip="">
            <dgm:adjLst/>
          </dgm:shape>
          <dgm:presOf/>
          <dgm:choose name="Name34">
            <dgm:if name="Name35" axis="ch" ptType="node" func="cnt" op="equ" val="4">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5"/>
                <dgm:constr type="w" for="ch" forName="c4text" refType="w" refFor="ch" refForName="circle4" fact="0.70711"/>
                <dgm:constr type="h" for="ch" forName="c4text" refType="h" refFor="ch" refForName="circle4" fact="0.5"/>
              </dgm:constrLst>
            </dgm:if>
            <dgm:if name="Name36" axis="ch" ptType="node" func="cnt" op="gte" val="5">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18"/>
                <dgm:constr type="w" for="ch" forName="c4text" refType="w" refFor="ch" refForName="circle4" fact="0.54"/>
                <dgm:constr type="h" for="ch" forName="c4text" refType="h" refFor="ch" refForName="circle4" fact="0.18"/>
              </dgm:constrLst>
            </dgm:if>
            <dgm:else name="Name37"/>
          </dgm:choose>
          <dgm:ruleLst/>
          <dgm:layoutNode name="circle4" styleLbl="node1">
            <dgm:alg type="sp"/>
            <dgm:shape xmlns:r="http://schemas.openxmlformats.org/officeDocument/2006/relationships" type="ellipse" r:blip="">
              <dgm:adjLst/>
            </dgm:shape>
            <dgm:presOf axis="ch desOrSelf" ptType="node node" st="4 1" cnt="1 0"/>
            <dgm:constrLst>
              <dgm:constr type="h" refType="w"/>
            </dgm:constrLst>
            <dgm:ruleLst/>
          </dgm:layoutNode>
          <dgm:layoutNode name="c4text">
            <dgm:varLst>
              <dgm:bulletEnabled val="1"/>
            </dgm:varLst>
            <dgm:alg type="tx"/>
            <dgm:shape xmlns:r="http://schemas.openxmlformats.org/officeDocument/2006/relationships" type="rect" r:blip="" hideGeom="1">
              <dgm:adjLst/>
            </dgm:shape>
            <dgm:presOf axis="ch desOrSelf" ptType="node node" st="4 1" cnt="1 0"/>
            <dgm:constrLst/>
            <dgm:ruleLst>
              <dgm:rule type="primFontSz" val="5" fact="NaN" max="NaN"/>
            </dgm:ruleLst>
          </dgm:layoutNode>
        </dgm:layoutNode>
      </dgm:if>
      <dgm:else name="Name38"/>
    </dgm:choose>
    <dgm:choose name="Name39">
      <dgm:if name="Name40" axis="ch" ptType="node" func="cnt" op="gte" val="5">
        <dgm:layoutNode name="comp5">
          <dgm:alg type="composite"/>
          <dgm:shape xmlns:r="http://schemas.openxmlformats.org/officeDocument/2006/relationships" r:blip="">
            <dgm:adjLst/>
          </dgm:shape>
          <dgm:presOf/>
          <dgm:choose name="Name41">
            <dgm:if name="Name42" axis="ch" ptType="node" func="cnt" op="equ" val="5">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5"/>
                <dgm:constr type="w" for="ch" forName="c5text" refType="w" refFor="ch" refForName="circle5" fact="0.70711"/>
                <dgm:constr type="h" for="ch" forName="c5text" refType="h" refFor="ch" refForName="circle5" fact="0.5"/>
              </dgm:constrLst>
            </dgm:if>
            <dgm:if name="Name43" axis="ch" ptType="node" func="cnt" op="gte" val="6">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25"/>
                <dgm:constr type="w" for="ch" forName="c5text" refType="w" refFor="ch" refForName="circle5" fact="0.65"/>
                <dgm:constr type="h" for="ch" forName="c5text" refType="h" refFor="ch" refForName="circle5" fact="0.25"/>
              </dgm:constrLst>
            </dgm:if>
            <dgm:else name="Name44"/>
          </dgm:choose>
          <dgm:ruleLst/>
          <dgm:layoutNode name="circle5" styleLbl="node1">
            <dgm:alg type="sp"/>
            <dgm:shape xmlns:r="http://schemas.openxmlformats.org/officeDocument/2006/relationships" type="ellipse" r:blip="">
              <dgm:adjLst/>
            </dgm:shape>
            <dgm:presOf axis="ch desOrSelf" ptType="node node" st="5 1" cnt="1 0"/>
            <dgm:constrLst>
              <dgm:constr type="h" refType="w"/>
            </dgm:constrLst>
            <dgm:ruleLst/>
          </dgm:layoutNode>
          <dgm:layoutNode name="c5text">
            <dgm:varLst>
              <dgm:bulletEnabled val="1"/>
            </dgm:varLst>
            <dgm:alg type="tx"/>
            <dgm:shape xmlns:r="http://schemas.openxmlformats.org/officeDocument/2006/relationships" type="rect" r:blip="" hideGeom="1">
              <dgm:adjLst/>
            </dgm:shape>
            <dgm:presOf axis="ch desOrSelf" ptType="node node" st="5 1" cnt="1 0"/>
            <dgm:constrLst/>
            <dgm:ruleLst>
              <dgm:rule type="primFontSz" val="5" fact="NaN" max="NaN"/>
            </dgm:ruleLst>
          </dgm:layoutNode>
        </dgm:layoutNode>
      </dgm:if>
      <dgm:else name="Name45"/>
    </dgm:choose>
    <dgm:choose name="Name46">
      <dgm:if name="Name47" axis="ch" ptType="node" func="cnt" op="gte" val="6">
        <dgm:layoutNode name="comp6">
          <dgm:alg type="composite"/>
          <dgm:shape xmlns:r="http://schemas.openxmlformats.org/officeDocument/2006/relationships" r:blip="">
            <dgm:adjLst/>
          </dgm:shape>
          <dgm:presOf/>
          <dgm:choose name="Name48">
            <dgm:if name="Name49" axis="ch" ptType="node" func="cnt" op="equ" val="6">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5"/>
                <dgm:constr type="w" for="ch" forName="c6text" refType="w" refFor="ch" refForName="circle6" fact="0.70711"/>
                <dgm:constr type="h" for="ch" forName="c6text" refType="h" refFor="ch" refForName="circle6" fact="0.5"/>
              </dgm:constrLst>
            </dgm:if>
            <dgm:if name="Name50" axis="ch" ptType="node" func="cnt" op="gte" val="7">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27"/>
                <dgm:constr type="w" for="ch" forName="c6text" refType="w" refFor="ch" refForName="circle6" fact="0.68"/>
                <dgm:constr type="h" for="ch" forName="c6text" refType="h" refFor="ch" refForName="circle6" fact="0.241"/>
              </dgm:constrLst>
            </dgm:if>
            <dgm:else name="Name51"/>
          </dgm:choose>
          <dgm:ruleLst/>
          <dgm:layoutNode name="circle6" styleLbl="node1">
            <dgm:alg type="sp"/>
            <dgm:shape xmlns:r="http://schemas.openxmlformats.org/officeDocument/2006/relationships" type="ellipse" r:blip="">
              <dgm:adjLst/>
            </dgm:shape>
            <dgm:presOf axis="ch desOrSelf" ptType="node node" st="6 1" cnt="1 0"/>
            <dgm:constrLst>
              <dgm:constr type="h" refType="w"/>
            </dgm:constrLst>
            <dgm:ruleLst/>
          </dgm:layoutNode>
          <dgm:layoutNode name="c6text">
            <dgm:varLst>
              <dgm:bulletEnabled val="1"/>
            </dgm:varLst>
            <dgm:alg type="tx"/>
            <dgm:shape xmlns:r="http://schemas.openxmlformats.org/officeDocument/2006/relationships" type="rect" r:blip="" hideGeom="1">
              <dgm:adjLst/>
            </dgm:shape>
            <dgm:presOf axis="ch desOrSelf" ptType="node node" st="6 1" cnt="1 0"/>
            <dgm:constrLst/>
            <dgm:ruleLst>
              <dgm:rule type="primFontSz" val="5" fact="NaN" max="NaN"/>
            </dgm:ruleLst>
          </dgm:layoutNode>
        </dgm:layoutNode>
      </dgm:if>
      <dgm:else name="Name52"/>
    </dgm:choose>
    <dgm:choose name="Name53">
      <dgm:if name="Name54" axis="ch" ptType="node" func="cnt" op="gte" val="7">
        <dgm:layoutNode name="comp7">
          <dgm:alg type="composite"/>
          <dgm:shape xmlns:r="http://schemas.openxmlformats.org/officeDocument/2006/relationships" r:blip="">
            <dgm:adjLst/>
          </dgm:shape>
          <dgm:presOf/>
          <dgm:constrLst>
            <dgm:constr type="w" for="ch" forName="circle7" refType="w"/>
            <dgm:constr type="h" for="ch" forName="circle7" refType="h"/>
            <dgm:constr type="ctrX" for="ch" forName="circle7" refType="w" fact="0.5"/>
            <dgm:constr type="ctrY" for="ch" forName="circle7" refType="h" fact="0.5"/>
            <dgm:constr type="ctrX" for="ch" forName="c7text" refType="w" fact="0.5"/>
            <dgm:constr type="ctrY" for="ch" forName="c7text" refType="h" fact="0.5"/>
            <dgm:constr type="w" for="ch" forName="c7text" refType="w" refFor="ch" refForName="circle7" fact="0.70711"/>
            <dgm:constr type="h" for="ch" forName="c7text" refType="h" refFor="ch" refForName="circle7" fact="0.5"/>
          </dgm:constrLst>
          <dgm:ruleLst/>
          <dgm:layoutNode name="circle7" styleLbl="node1">
            <dgm:alg type="sp"/>
            <dgm:shape xmlns:r="http://schemas.openxmlformats.org/officeDocument/2006/relationships" type="ellipse" r:blip="">
              <dgm:adjLst/>
            </dgm:shape>
            <dgm:presOf axis="ch desOrSelf" ptType="node node" st="7 1" cnt="1 0"/>
            <dgm:constrLst>
              <dgm:constr type="h" refType="w"/>
            </dgm:constrLst>
            <dgm:ruleLst/>
          </dgm:layoutNode>
          <dgm:layoutNode name="c7text">
            <dgm:varLst>
              <dgm:bulletEnabled val="1"/>
            </dgm:varLst>
            <dgm:alg type="tx"/>
            <dgm:shape xmlns:r="http://schemas.openxmlformats.org/officeDocument/2006/relationships" type="rect" r:blip="" hideGeom="1">
              <dgm:adjLst/>
            </dgm:shape>
            <dgm:presOf axis="ch desOrSelf" ptType="node node" st="7 1" cnt="1 0"/>
            <dgm:constrLst/>
            <dgm:ruleLst>
              <dgm:rule type="primFontSz" val="5" fact="NaN" max="NaN"/>
            </dgm:ruleLst>
          </dgm:layoutNode>
        </dgm:layoutNode>
      </dgm:if>
      <dgm:else name="Name55"/>
    </dgm:choose>
  </dgm:layoutNode>
</dgm:layoutDef>
</file>

<file path=ppt/diagrams/layout31.xml><?xml version="1.0" encoding="utf-8"?>
<dgm:layoutDef xmlns:dgm="http://schemas.openxmlformats.org/drawingml/2006/diagram" xmlns:a="http://schemas.openxmlformats.org/drawingml/2006/main" uniqueId="urn:microsoft.com/office/officeart/2005/8/layout/chart3">
  <dgm:title val=""/>
  <dgm:desc val=""/>
  <dgm:catLst>
    <dgm:cat type="relationship" pri="27000"/>
    <dgm:cat type="cycle" pri="8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ompositeShape">
    <dgm:varLst>
      <dgm:chMax val="7"/>
      <dgm:dir/>
      <dgm:resizeHandles val="exact"/>
    </dgm:varLst>
    <dgm:alg type="composite">
      <dgm:param type="horzAlign" val="ctr"/>
      <dgm:param type="vertAlign" val="mid"/>
      <dgm:param type="ar" val="1"/>
    </dgm:alg>
    <dgm:presOf/>
    <dgm:shape xmlns:r="http://schemas.openxmlformats.org/officeDocument/2006/relationships" r:blip="">
      <dgm:adjLst/>
    </dgm:shape>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wedge1Tx" refType="w" fact="0.205"/>
          <dgm:constr type="t" for="ch" forName="wedge1Tx" refType="h" fact="0.205"/>
          <dgm:constr type="w" for="ch" forName="wedge1Tx" refType="w" fact="0.59"/>
          <dgm:constr type="h" for="ch" forName="wedge1Tx" refType="h" fact="0.59"/>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wedge1Tx" refType="w" fact="0.52"/>
          <dgm:constr type="t" for="ch" forName="wedge1Tx" refType="h" fact="0.205"/>
          <dgm:constr type="w" for="ch" forName="wedge1Tx" refType="w" fact="0.295"/>
          <dgm:constr type="h" for="ch" forName="wedge1Tx" refType="h" fact="0.59"/>
          <dgm:constr type="l" for="ch" forName="wedge2" refType="w" fact="0.08"/>
          <dgm:constr type="t" for="ch" forName="wedge2" refType="w" fact="0.08"/>
          <dgm:constr type="w" for="ch" forName="wedge2" refType="w" fact="0.84"/>
          <dgm:constr type="h" for="ch" forName="wedge2" refType="h" fact="0.84"/>
          <dgm:constr type="l" for="ch" forName="wedge2Tx" refType="w" fact="0.2"/>
          <dgm:constr type="t" for="ch" forName="wedge2Tx" refType="h" fact="0.205"/>
          <dgm:constr type="w" for="ch" forName="wedge2Tx" refType="w" fact="0.295"/>
          <dgm:constr type="h" for="ch" forName="wedge2Tx" refType="h" fact="0.59"/>
          <dgm:constr type="primFontSz" for="ch" ptType="node" op="equ"/>
        </dgm:constrLst>
      </dgm:if>
      <dgm:if name="Name3" axis="ch" ptType="node" func="cnt" op="equ" val="3">
        <dgm:choose name="Name4">
          <dgm:if name="Name5" func="var" arg="dir" op="equ" val="norm">
            <dgm:constrLst>
              <dgm:constr type="l" for="ch" forName="wedge1" refType="w" fact="0.1233"/>
              <dgm:constr type="t" for="ch" forName="wedge1" refType="w" fact="0.055"/>
              <dgm:constr type="w" for="ch" forName="wedge1" refType="w" fact="0.84"/>
              <dgm:constr type="h" for="ch" forName="wedge1" refType="h" fact="0.84"/>
              <dgm:constr type="l" for="ch" forName="wedge1Tx" refType="w" fact="0.58"/>
              <dgm:constr type="t" for="ch" forName="wedge1Tx" refType="h" fact="0.21"/>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8"/>
              <dgm:constr type="t" for="ch" forName="wedge3" refType="w" fact="0.08"/>
              <dgm:constr type="w" for="ch" forName="wedge3" refType="w" fact="0.84"/>
              <dgm:constr type="h" for="ch" forName="wedge3" refType="h" fact="0.84"/>
              <dgm:constr type="l" for="ch" forName="wedge3Tx" refType="w" fact="0.17"/>
              <dgm:constr type="t" for="ch" forName="wedge3Tx" refType="h" fact="0.245"/>
              <dgm:constr type="w" for="ch" forName="wedge3Tx" refType="w" fact="0.285"/>
              <dgm:constr type="h" for="ch" forName="wedge3Tx" refType="h" fact="0.28"/>
              <dgm:constr type="primFontSz" for="ch" ptType="node" op="equ"/>
            </dgm:constrLst>
          </dgm:if>
          <dgm:else name="Name6">
            <dgm:constrLst>
              <dgm:constr type="l" for="ch" forName="wedge1" refType="w" fact="0.08"/>
              <dgm:constr type="t" for="ch" forName="wedge1" refType="w" fact="0.08"/>
              <dgm:constr type="w" for="ch" forName="wedge1" refType="w" fact="0.84"/>
              <dgm:constr type="h" for="ch" forName="wedge1" refType="h" fact="0.84"/>
              <dgm:constr type="l" for="ch" forName="wedge1Tx" refType="w" fact="0.545"/>
              <dgm:constr type="t" for="ch" forName="wedge1Tx" refType="h" fact="0.245"/>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367"/>
              <dgm:constr type="t" for="ch" forName="wedge3" refType="w" fact="0.055"/>
              <dgm:constr type="w" for="ch" forName="wedge3" refType="w" fact="0.84"/>
              <dgm:constr type="h" for="ch" forName="wedge3" refType="h" fact="0.84"/>
              <dgm:constr type="l" for="ch" forName="wedge3Tx" refType="w" fact="0.14"/>
              <dgm:constr type="t" for="ch" forName="wedge3Tx" refType="h" fact="0.21"/>
              <dgm:constr type="w" for="ch" forName="wedge3Tx" refType="w" fact="0.285"/>
              <dgm:constr type="h" for="ch" forName="wedge3Tx" refType="h" fact="0.28"/>
              <dgm:constr type="primFontSz" for="ch" ptType="node" op="equ"/>
            </dgm:constrLst>
          </dgm:else>
        </dgm:choose>
      </dgm:if>
      <dgm:if name="Name7" axis="ch" ptType="node" func="cnt" op="equ" val="4">
        <dgm:choose name="Name8">
          <dgm:if name="Name9" func="var" arg="dir" op="equ" val="norm">
            <dgm:constrLst>
              <dgm:constr type="l" for="ch" forName="wedge1" refType="w" fact="0.1154"/>
              <dgm:constr type="t" for="ch" forName="wedge1" refType="w" fact="0.0446"/>
              <dgm:constr type="w" for="ch" forName="wedge1" refType="w" fact="0.84"/>
              <dgm:constr type="h" for="ch" forName="wedge1" refType="h" fact="0.84"/>
              <dgm:constr type="l" for="ch" forName="wedge1Tx" refType="w" fact="0.545"/>
              <dgm:constr type="t" for="ch" forName="wedge1Tx" refType="h" fact="0.2"/>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8"/>
              <dgm:constr type="t" for="ch" forName="wedge4" refType="h" fact="0.08"/>
              <dgm:constr type="w" for="ch" forName="wedge4" refType="w" fact="0.84"/>
              <dgm:constr type="h" for="ch" forName="wedge4" refType="h" fact="0.84"/>
              <dgm:constr type="l" for="ch" forName="wedge4Tx" refType="w" fact="0.175"/>
              <dgm:constr type="t" for="ch" forName="wedge4Tx" refType="h" fact="0.235"/>
              <dgm:constr type="w" for="ch" forName="wedge4Tx" refType="w" fact="0.31"/>
              <dgm:constr type="h" for="ch" forName="wedge4Tx" refType="h" fact="0.25"/>
              <dgm:constr type="primFontSz" for="ch" ptType="node" op="equ"/>
            </dgm:constrLst>
          </dgm:if>
          <dgm:else name="Name10">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5"/>
              <dgm:constr type="t" for="ch" forName="wedge1Tx" refType="h" fact="0.235"/>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446"/>
              <dgm:constr type="t" for="ch" forName="wedge4" refType="h" fact="0.0446"/>
              <dgm:constr type="w" for="ch" forName="wedge4" refType="w" fact="0.84"/>
              <dgm:constr type="h" for="ch" forName="wedge4" refType="h" fact="0.84"/>
              <dgm:constr type="l" for="ch" forName="wedge4Tx" refType="w" fact="0.145"/>
              <dgm:constr type="t" for="ch" forName="wedge4Tx" refType="h" fact="0.2"/>
              <dgm:constr type="w" for="ch" forName="wedge4Tx" refType="w" fact="0.31"/>
              <dgm:constr type="h" for="ch" forName="wedge4Tx" refType="h" fact="0.25"/>
              <dgm:constr type="primFontSz" for="ch" ptType="node" op="equ"/>
            </dgm:constrLst>
          </dgm:else>
        </dgm:choose>
      </dgm:if>
      <dgm:if name="Name11" axis="ch" ptType="node" func="cnt" op="equ" val="5">
        <dgm:choose name="Name12">
          <dgm:if name="Name13" func="var" arg="dir" op="equ" val="norm">
            <dgm:constrLst>
              <dgm:constr type="l" for="ch" forName="wedge1" refType="w" fact="0.1094"/>
              <dgm:constr type="t" for="ch" forName="wedge1" refType="w" fact="0.0395"/>
              <dgm:constr type="w" for="ch" forName="wedge1" refType="w" fact="0.84"/>
              <dgm:constr type="h" for="ch" forName="wedge1" refType="h" fact="0.84"/>
              <dgm:constr type="l" for="ch" forName="wedge1Tx" refType="w" fact="0.54"/>
              <dgm:constr type="t" for="ch" forName="wedge1Tx" refType="h" fact="0.165"/>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8"/>
              <dgm:constr type="t" for="ch" forName="wedge5" refType="h" fact="0.08"/>
              <dgm:constr type="w" for="ch" forName="wedge5" refType="w" fact="0.84"/>
              <dgm:constr type="h" for="ch" forName="wedge5" refType="h" fact="0.84"/>
              <dgm:constr type="l" for="ch" forName="wedge5Tx" refType="w" fact="0.2025"/>
              <dgm:constr type="t" for="ch" forName="wedge5Tx" refType="h" fact="0.208"/>
              <dgm:constr type="w" for="ch" forName="wedge5Tx" refType="w" fact="0.285"/>
              <dgm:constr type="h" for="ch" forName="wedge5Tx" refType="h" fact="0.195"/>
              <dgm:constr type="primFontSz" for="ch" ptType="node" op="equ"/>
            </dgm:constrLst>
          </dgm:if>
          <dgm:else name="Name14">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
              <dgm:constr type="t" for="ch" forName="wedge1Tx" refType="h" fact="0.208"/>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506"/>
              <dgm:constr type="t" for="ch" forName="wedge5" refType="h" fact="0.0395"/>
              <dgm:constr type="w" for="ch" forName="wedge5" refType="w" fact="0.84"/>
              <dgm:constr type="h" for="ch" forName="wedge5" refType="h" fact="0.84"/>
              <dgm:constr type="l" for="ch" forName="wedge5Tx" refType="w" fact="0.18"/>
              <dgm:constr type="t" for="ch" forName="wedge5Tx" refType="h" fact="0.165"/>
              <dgm:constr type="w" for="ch" forName="wedge5Tx" refType="w" fact="0.285"/>
              <dgm:constr type="h" for="ch" forName="wedge5Tx" refType="h" fact="0.195"/>
              <dgm:constr type="primFontSz" for="ch" ptType="node" op="equ"/>
            </dgm:constrLst>
          </dgm:else>
        </dgm:choose>
      </dgm:if>
      <dgm:if name="Name15" axis="ch" ptType="node" func="cnt" op="equ" val="6">
        <dgm:choose name="Name16">
          <dgm:if name="Name17" func="var" arg="dir" op="equ" val="norm">
            <dgm:constrLst>
              <dgm:constr type="l" for="ch" forName="wedge1" refType="w" fact="0.105"/>
              <dgm:constr type="t" for="ch" forName="wedge1" refType="w" fact="0.0367"/>
              <dgm:constr type="w" for="ch" forName="wedge1" refType="w" fact="0.84"/>
              <dgm:constr type="h" for="ch" forName="wedge1" refType="h" fact="0.84"/>
              <dgm:constr type="l" for="ch" forName="wedge1Tx" refType="w" fact="0.534"/>
              <dgm:constr type="t" for="ch" forName="wedge1Tx" refType="h" fact="0.126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8"/>
              <dgm:constr type="t" for="ch" forName="wedge6" refType="h" fact="0.08"/>
              <dgm:constr type="w" for="ch" forName="wedge6" refType="w" fact="0.84"/>
              <dgm:constr type="h" for="ch" forName="wedge6" refType="h" fact="0.84"/>
              <dgm:constr type="l" for="ch" forName="wedge6Tx" refType="w" fact="0.246"/>
              <dgm:constr type="t" for="ch" forName="wedge6Tx" refType="h" fact="0.17"/>
              <dgm:constr type="w" for="ch" forName="wedge6Tx" refType="w" fact="0.245"/>
              <dgm:constr type="h" for="ch" forName="wedge6Tx" refType="h" fact="0.18"/>
              <dgm:constr type="primFontSz" for="ch" ptType="node" op="equ"/>
            </dgm:constrLst>
          </dgm:if>
          <dgm:else name="Name18">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9"/>
              <dgm:constr type="t" for="ch" forName="wedge1Tx" refType="h" fact="0.1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55"/>
              <dgm:constr type="t" for="ch" forName="wedge6" refType="h" fact="0.0367"/>
              <dgm:constr type="w" for="ch" forName="wedge6" refType="w" fact="0.84"/>
              <dgm:constr type="h" for="ch" forName="wedge6" refType="h" fact="0.84"/>
              <dgm:constr type="l" for="ch" forName="wedge6Tx" refType="w" fact="0.221"/>
              <dgm:constr type="t" for="ch" forName="wedge6Tx" refType="h" fact="0.1267"/>
              <dgm:constr type="w" for="ch" forName="wedge6Tx" refType="w" fact="0.245"/>
              <dgm:constr type="h" for="ch" forName="wedge6Tx" refType="h" fact="0.18"/>
              <dgm:constr type="primFontSz" for="ch" ptType="node" op="equ"/>
            </dgm:constrLst>
          </dgm:else>
        </dgm:choose>
      </dgm:if>
      <dgm:else name="Name19">
        <dgm:choose name="Name20">
          <dgm:if name="Name21" func="var" arg="dir" op="equ" val="norm">
            <dgm:constrLst>
              <dgm:constr type="l" for="ch" forName="wedge1" refType="w" fact="0.1017"/>
              <dgm:constr type="t" for="ch" forName="wedge1" refType="w" fact="0.035"/>
              <dgm:constr type="w" for="ch" forName="wedge1" refType="w" fact="0.84"/>
              <dgm:constr type="h" for="ch" forName="wedge1" refType="h" fact="0.84"/>
              <dgm:constr type="l" for="ch" forName="wedge1Tx" refType="w" fact="0.53"/>
              <dgm:constr type="t" for="ch" forName="wedge1Tx" refType="h" fact="0.115"/>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8"/>
              <dgm:constr type="t" for="ch" forName="wedge7" refType="h" fact="0.08"/>
              <dgm:constr type="w" for="ch" forName="wedge7" refType="w" fact="0.84"/>
              <dgm:constr type="h" for="ch" forName="wedge7" refType="h" fact="0.84"/>
              <dgm:constr type="l" for="ch" forName="wedge7Tx" refType="w" fact="0.262"/>
              <dgm:constr type="t" for="ch" forName="wedge7Tx" refType="h" fact="0.16"/>
              <dgm:constr type="w" for="ch" forName="wedge7Tx" refType="w" fact="0.23"/>
              <dgm:constr type="h" for="ch" forName="wedge7Tx" refType="h" fact="0.145"/>
              <dgm:constr type="primFontSz" for="ch" ptType="node" op="equ"/>
            </dgm:constrLst>
          </dgm:if>
          <dgm:else name="Name22">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8"/>
              <dgm:constr type="t" for="ch" forName="wedge1Tx" refType="h" fact="0.16"/>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583"/>
              <dgm:constr type="t" for="ch" forName="wedge7" refType="h" fact="0.035"/>
              <dgm:constr type="w" for="ch" forName="wedge7" refType="w" fact="0.84"/>
              <dgm:constr type="h" for="ch" forName="wedge7" refType="h" fact="0.84"/>
              <dgm:constr type="l" for="ch" forName="wedge7Tx" refType="w" fact="0.2403"/>
              <dgm:constr type="t" for="ch" forName="wedge7Tx" refType="h" fact="0.115"/>
              <dgm:constr type="w" for="ch" forName="wedge7Tx" refType="w" fact="0.23"/>
              <dgm:constr type="h" for="ch" forName="wedge7Tx" refType="h" fact="0.145"/>
              <dgm:constr type="primFontSz" for="ch" ptType="node" op="equ"/>
            </dgm:constrLst>
          </dgm:else>
        </dgm:choose>
      </dgm:else>
    </dgm:choose>
    <dgm:ruleLst/>
    <dgm:choose name="Name23">
      <dgm:if name="Name24" axis="ch" ptType="node" func="cnt" op="gte" val="1">
        <dgm:layoutNode name="wedge1">
          <dgm:alg type="sp"/>
          <dgm:choose name="Name25">
            <dgm:if name="Name26" axis="ch" ptType="node" func="cnt" op="equ" val="1">
              <dgm:shape xmlns:r="http://schemas.openxmlformats.org/officeDocument/2006/relationships" type="ellipse" r:blip="">
                <dgm:adjLst/>
              </dgm:shape>
            </dgm:if>
            <dgm:if name="Name27" axis="ch" ptType="node" func="cnt" op="equ" val="2">
              <dgm:shape xmlns:r="http://schemas.openxmlformats.org/officeDocument/2006/relationships" type="pie" r:blip="">
                <dgm:adjLst>
                  <dgm:adj idx="1" val="270"/>
                  <dgm:adj idx="2" val="90"/>
                </dgm:adjLst>
              </dgm:shape>
            </dgm:if>
            <dgm:if name="Name28" axis="ch" ptType="node" func="cnt" op="equ" val="3">
              <dgm:shape xmlns:r="http://schemas.openxmlformats.org/officeDocument/2006/relationships" type="pie" r:blip="">
                <dgm:adjLst>
                  <dgm:adj idx="1" val="270"/>
                  <dgm:adj idx="2" val="30"/>
                </dgm:adjLst>
              </dgm:shape>
            </dgm:if>
            <dgm:if name="Name29" axis="ch" ptType="node" func="cnt" op="equ" val="4">
              <dgm:shape xmlns:r="http://schemas.openxmlformats.org/officeDocument/2006/relationships" type="pie" r:blip="">
                <dgm:adjLst>
                  <dgm:adj idx="1" val="270"/>
                  <dgm:adj idx="2" val="0"/>
                </dgm:adjLst>
              </dgm:shape>
            </dgm:if>
            <dgm:if name="Name30" axis="ch" ptType="node" func="cnt" op="equ" val="5">
              <dgm:shape xmlns:r="http://schemas.openxmlformats.org/officeDocument/2006/relationships" type="pie" r:blip="">
                <dgm:adjLst>
                  <dgm:adj idx="1" val="270"/>
                  <dgm:adj idx="2" val="342"/>
                </dgm:adjLst>
              </dgm:shape>
            </dgm:if>
            <dgm:if name="Name31" axis="ch" ptType="node" func="cnt" op="equ" val="6">
              <dgm:shape xmlns:r="http://schemas.openxmlformats.org/officeDocument/2006/relationships" type="pie" r:blip="">
                <dgm:adjLst>
                  <dgm:adj idx="1" val="270"/>
                  <dgm:adj idx="2" val="330"/>
                </dgm:adjLst>
              </dgm:shape>
            </dgm:if>
            <dgm:else name="Name32">
              <dgm:shape xmlns:r="http://schemas.openxmlformats.org/officeDocument/2006/relationships" type="pie" r:blip="">
                <dgm:adjLst>
                  <dgm:adj idx="1" val="270"/>
                  <dgm:adj idx="2" val="321.4286"/>
                </dgm:adjLst>
              </dgm:shape>
            </dgm:else>
          </dgm:choose>
          <dgm:choose name="Name33">
            <dgm:if name="Name34" func="var" arg="dir" op="equ" val="norm">
              <dgm:presOf axis="ch desOrSelf" ptType="node node" st="1 1" cnt="1 0"/>
            </dgm:if>
            <dgm:else name="Name35">
              <dgm:choose name="Name36">
                <dgm:if name="Name37" axis="ch" ptType="node" func="cnt" op="equ" val="1">
                  <dgm:presOf axis="ch desOrSelf" ptType="node node" st="1 1" cnt="1 0"/>
                </dgm:if>
                <dgm:if name="Name38" axis="ch" ptType="node" func="cnt" op="equ" val="2">
                  <dgm:presOf axis="ch desOrSelf" ptType="node node" st="2 1" cnt="1 0"/>
                </dgm:if>
                <dgm:if name="Name39" axis="ch" ptType="node" func="cnt" op="equ" val="3">
                  <dgm:presOf axis="ch desOrSelf" ptType="node node" st="3 1" cnt="1 0"/>
                </dgm:if>
                <dgm:if name="Name40" axis="ch" ptType="node" func="cnt" op="equ" val="4">
                  <dgm:presOf axis="ch desOrSelf" ptType="node node" st="4 1" cnt="1 0"/>
                </dgm:if>
                <dgm:if name="Name41" axis="ch" ptType="node" func="cnt" op="equ" val="5">
                  <dgm:presOf axis="ch desOrSelf" ptType="node node" st="5 1" cnt="1 0"/>
                </dgm:if>
                <dgm:if name="Name42" axis="ch" ptType="node" func="cnt" op="equ" val="6">
                  <dgm:presOf axis="ch desOrSelf" ptType="node node" st="6 1" cnt="1 0"/>
                </dgm:if>
                <dgm:else name="Name43">
                  <dgm:presOf axis="ch desOrSelf" ptType="node node" st="7 1" cnt="1 0"/>
                </dgm:else>
              </dgm:choose>
            </dgm:else>
          </dgm:choose>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44">
            <dgm:if name="Name45" func="var" arg="dir" op="equ" val="norm">
              <dgm:presOf axis="ch desOrSelf" ptType="node node" st="1 1" cnt="1 0"/>
            </dgm:if>
            <dgm:else name="Name46">
              <dgm:choose name="Name47">
                <dgm:if name="Name48" axis="ch" ptType="node" func="cnt" op="equ" val="1">
                  <dgm:presOf axis="ch desOrSelf" ptType="node node" st="1 1" cnt="1 0"/>
                </dgm:if>
                <dgm:if name="Name49" axis="ch" ptType="node" func="cnt" op="equ" val="2">
                  <dgm:presOf axis="ch desOrSelf" ptType="node node" st="2 1" cnt="1 0"/>
                </dgm:if>
                <dgm:if name="Name50" axis="ch" ptType="node" func="cnt" op="equ" val="3">
                  <dgm:presOf axis="ch desOrSelf" ptType="node node" st="3 1" cnt="1 0"/>
                </dgm:if>
                <dgm:if name="Name51" axis="ch" ptType="node" func="cnt" op="equ" val="4">
                  <dgm:presOf axis="ch desOrSelf" ptType="node node" st="4 1" cnt="1 0"/>
                </dgm:if>
                <dgm:if name="Name52" axis="ch" ptType="node" func="cnt" op="equ" val="5">
                  <dgm:presOf axis="ch desOrSelf" ptType="node node" st="5 1" cnt="1 0"/>
                </dgm:if>
                <dgm:if name="Name53" axis="ch" ptType="node" func="cnt" op="equ" val="6">
                  <dgm:presOf axis="ch desOrSelf" ptType="node node" st="6 1" cnt="1 0"/>
                </dgm:if>
                <dgm:else name="Name54">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55"/>
    </dgm:choose>
    <dgm:choose name="Name56">
      <dgm:if name="Name57" axis="ch" ptType="node" func="cnt" op="gte" val="2">
        <dgm:layoutNode name="wedge2">
          <dgm:alg type="sp"/>
          <dgm:choose name="Name58">
            <dgm:if name="Name59" axis="ch" ptType="node" func="cnt" op="equ" val="2">
              <dgm:shape xmlns:r="http://schemas.openxmlformats.org/officeDocument/2006/relationships" type="pie" r:blip="">
                <dgm:adjLst>
                  <dgm:adj idx="1" val="90"/>
                  <dgm:adj idx="2" val="270"/>
                </dgm:adjLst>
              </dgm:shape>
            </dgm:if>
            <dgm:if name="Name60" axis="ch" ptType="node" func="cnt" op="equ" val="3">
              <dgm:shape xmlns:r="http://schemas.openxmlformats.org/officeDocument/2006/relationships" type="pie" r:blip="">
                <dgm:adjLst>
                  <dgm:adj idx="1" val="30"/>
                  <dgm:adj idx="2" val="150"/>
                </dgm:adjLst>
              </dgm:shape>
            </dgm:if>
            <dgm:if name="Name61" axis="ch" ptType="node" func="cnt" op="equ" val="4">
              <dgm:shape xmlns:r="http://schemas.openxmlformats.org/officeDocument/2006/relationships" type="pie" r:blip="">
                <dgm:adjLst>
                  <dgm:adj idx="1" val="0"/>
                  <dgm:adj idx="2" val="90"/>
                </dgm:adjLst>
              </dgm:shape>
            </dgm:if>
            <dgm:if name="Name62" axis="ch" ptType="node" func="cnt" op="equ" val="5">
              <dgm:shape xmlns:r="http://schemas.openxmlformats.org/officeDocument/2006/relationships" type="pie" r:blip="">
                <dgm:adjLst>
                  <dgm:adj idx="1" val="342"/>
                  <dgm:adj idx="2" val="54"/>
                </dgm:adjLst>
              </dgm:shape>
            </dgm:if>
            <dgm:if name="Name63" axis="ch" ptType="node" func="cnt" op="equ" val="6">
              <dgm:shape xmlns:r="http://schemas.openxmlformats.org/officeDocument/2006/relationships" type="pie" r:blip="">
                <dgm:adjLst>
                  <dgm:adj idx="1" val="330"/>
                  <dgm:adj idx="2" val="30"/>
                </dgm:adjLst>
              </dgm:shape>
            </dgm:if>
            <dgm:else name="Name64">
              <dgm:shape xmlns:r="http://schemas.openxmlformats.org/officeDocument/2006/relationships" type="pie" r:blip="">
                <dgm:adjLst>
                  <dgm:adj idx="1" val="321.4286"/>
                  <dgm:adj idx="2" val="12.85714"/>
                </dgm:adjLst>
              </dgm:shape>
            </dgm:else>
          </dgm:choose>
          <dgm:choose name="Name65">
            <dgm:if name="Name66" func="var" arg="dir" op="equ" val="norm">
              <dgm:presOf axis="ch desOrSelf" ptType="node node" st="2 1" cnt="1 0"/>
            </dgm:if>
            <dgm:else name="Name67">
              <dgm:choose name="Name68">
                <dgm:if name="Name69" axis="ch" ptType="node" func="cnt" op="equ" val="2">
                  <dgm:presOf axis="ch desOrSelf" ptType="node node" st="1 1" cnt="1 0"/>
                </dgm:if>
                <dgm:if name="Name70" axis="ch" ptType="node" func="cnt" op="equ" val="3">
                  <dgm:presOf axis="ch desOrSelf" ptType="node node" st="2 1" cnt="1 0"/>
                </dgm:if>
                <dgm:if name="Name71" axis="ch" ptType="node" func="cnt" op="equ" val="4">
                  <dgm:presOf axis="ch desOrSelf" ptType="node node" st="3 1" cnt="1 0"/>
                </dgm:if>
                <dgm:if name="Name72" axis="ch" ptType="node" func="cnt" op="equ" val="5">
                  <dgm:presOf axis="ch desOrSelf" ptType="node node" st="4 1" cnt="1 0"/>
                </dgm:if>
                <dgm:if name="Name73" axis="ch" ptType="node" func="cnt" op="equ" val="6">
                  <dgm:presOf axis="ch desOrSelf" ptType="node node" st="5 1" cnt="1 0"/>
                </dgm:if>
                <dgm:else name="Name74">
                  <dgm:presOf axis="ch desOrSelf" ptType="node node" st="6 1" cnt="1 0"/>
                </dgm:else>
              </dgm:choose>
            </dgm:else>
          </dgm:choose>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75">
            <dgm:if name="Name76" func="var" arg="dir" op="equ" val="norm">
              <dgm:presOf axis="ch desOrSelf" ptType="node node" st="2 1" cnt="1 0"/>
            </dgm:if>
            <dgm:else name="Name77">
              <dgm:choose name="Name78">
                <dgm:if name="Name79" axis="ch" ptType="node" func="cnt" op="equ" val="2">
                  <dgm:presOf axis="ch desOrSelf" ptType="node node" st="1 1" cnt="1 0"/>
                </dgm:if>
                <dgm:if name="Name80" axis="ch" ptType="node" func="cnt" op="equ" val="3">
                  <dgm:presOf axis="ch desOrSelf" ptType="node node" st="2 1" cnt="1 0"/>
                </dgm:if>
                <dgm:if name="Name81" axis="ch" ptType="node" func="cnt" op="equ" val="4">
                  <dgm:presOf axis="ch desOrSelf" ptType="node node" st="3 1" cnt="1 0"/>
                </dgm:if>
                <dgm:if name="Name82" axis="ch" ptType="node" func="cnt" op="equ" val="5">
                  <dgm:presOf axis="ch desOrSelf" ptType="node node" st="4 1" cnt="1 0"/>
                </dgm:if>
                <dgm:if name="Name83" axis="ch" ptType="node" func="cnt" op="equ" val="6">
                  <dgm:presOf axis="ch desOrSelf" ptType="node node" st="5 1" cnt="1 0"/>
                </dgm:if>
                <dgm:else name="Name84">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85"/>
    </dgm:choose>
    <dgm:choose name="Name86">
      <dgm:if name="Name87" axis="ch" ptType="node" func="cnt" op="gte" val="3">
        <dgm:layoutNode name="wedge3">
          <dgm:alg type="sp"/>
          <dgm:choose name="Name88">
            <dgm:if name="Name89" axis="ch" ptType="node" func="cnt" op="equ" val="3">
              <dgm:shape xmlns:r="http://schemas.openxmlformats.org/officeDocument/2006/relationships" type="pie" r:blip="">
                <dgm:adjLst>
                  <dgm:adj idx="1" val="150"/>
                  <dgm:adj idx="2" val="270"/>
                </dgm:adjLst>
              </dgm:shape>
            </dgm:if>
            <dgm:if name="Name90" axis="ch" ptType="node" func="cnt" op="equ" val="4">
              <dgm:shape xmlns:r="http://schemas.openxmlformats.org/officeDocument/2006/relationships" type="pie" r:blip="">
                <dgm:adjLst>
                  <dgm:adj idx="1" val="90"/>
                  <dgm:adj idx="2" val="180"/>
                </dgm:adjLst>
              </dgm:shape>
            </dgm:if>
            <dgm:if name="Name91" axis="ch" ptType="node" func="cnt" op="equ" val="5">
              <dgm:shape xmlns:r="http://schemas.openxmlformats.org/officeDocument/2006/relationships" type="pie" r:blip="">
                <dgm:adjLst>
                  <dgm:adj idx="1" val="54"/>
                  <dgm:adj idx="2" val="126"/>
                </dgm:adjLst>
              </dgm:shape>
            </dgm:if>
            <dgm:if name="Name92" axis="ch" ptType="node" func="cnt" op="equ" val="6">
              <dgm:shape xmlns:r="http://schemas.openxmlformats.org/officeDocument/2006/relationships" type="pie" r:blip="">
                <dgm:adjLst>
                  <dgm:adj idx="1" val="30"/>
                  <dgm:adj idx="2" val="90"/>
                </dgm:adjLst>
              </dgm:shape>
            </dgm:if>
            <dgm:else name="Name93">
              <dgm:shape xmlns:r="http://schemas.openxmlformats.org/officeDocument/2006/relationships" type="pie" r:blip="">
                <dgm:adjLst>
                  <dgm:adj idx="1" val="12.85714"/>
                  <dgm:adj idx="2" val="64.28571"/>
                </dgm:adjLst>
              </dgm:shape>
            </dgm:else>
          </dgm:choose>
          <dgm:choose name="Name94">
            <dgm:if name="Name95" func="var" arg="dir" op="equ" val="norm">
              <dgm:presOf axis="ch desOrSelf" ptType="node node" st="3 1" cnt="1 0"/>
            </dgm:if>
            <dgm:else name="Name96">
              <dgm:choose name="Name97">
                <dgm:if name="Name98" axis="ch" ptType="node" func="cnt" op="equ" val="3">
                  <dgm:presOf axis="ch desOrSelf" ptType="node node" st="1 1" cnt="1 0"/>
                </dgm:if>
                <dgm:if name="Name99" axis="ch" ptType="node" func="cnt" op="equ" val="4">
                  <dgm:presOf axis="ch desOrSelf" ptType="node node" st="2 1" cnt="1 0"/>
                </dgm:if>
                <dgm:if name="Name100" axis="ch" ptType="node" func="cnt" op="equ" val="5">
                  <dgm:presOf axis="ch desOrSelf" ptType="node node" st="3 1" cnt="1 0"/>
                </dgm:if>
                <dgm:if name="Name101" axis="ch" ptType="node" func="cnt" op="equ" val="6">
                  <dgm:presOf axis="ch desOrSelf" ptType="node node" st="4 1" cnt="1 0"/>
                </dgm:if>
                <dgm:else name="Name102">
                  <dgm:presOf axis="ch desOrSelf" ptType="node node" st="5 1" cnt="1 0"/>
                </dgm:else>
              </dgm:choose>
            </dgm:else>
          </dgm:choose>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103">
            <dgm:if name="Name104" func="var" arg="dir" op="equ" val="norm">
              <dgm:presOf axis="ch desOrSelf" ptType="node node" st="3 1" cnt="1 0"/>
            </dgm:if>
            <dgm:else name="Name105">
              <dgm:choose name="Name106">
                <dgm:if name="Name107" axis="ch" ptType="node" func="cnt" op="equ" val="3">
                  <dgm:presOf axis="ch desOrSelf" ptType="node node" st="1 1" cnt="1 0"/>
                </dgm:if>
                <dgm:if name="Name108" axis="ch" ptType="node" func="cnt" op="equ" val="4">
                  <dgm:presOf axis="ch desOrSelf" ptType="node node" st="2 1" cnt="1 0"/>
                </dgm:if>
                <dgm:if name="Name109" axis="ch" ptType="node" func="cnt" op="equ" val="5">
                  <dgm:presOf axis="ch desOrSelf" ptType="node node" st="3 1" cnt="1 0"/>
                </dgm:if>
                <dgm:if name="Name110" axis="ch" ptType="node" func="cnt" op="equ" val="6">
                  <dgm:presOf axis="ch desOrSelf" ptType="node node" st="4 1" cnt="1 0"/>
                </dgm:if>
                <dgm:else name="Name111">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12"/>
    </dgm:choose>
    <dgm:choose name="Name113">
      <dgm:if name="Name114" axis="ch" ptType="node" func="cnt" op="gte" val="4">
        <dgm:layoutNode name="wedge4">
          <dgm:alg type="sp"/>
          <dgm:choose name="Name115">
            <dgm:if name="Name116" axis="ch" ptType="node" func="cnt" op="equ" val="4">
              <dgm:shape xmlns:r="http://schemas.openxmlformats.org/officeDocument/2006/relationships" type="pie" r:blip="">
                <dgm:adjLst>
                  <dgm:adj idx="1" val="180"/>
                  <dgm:adj idx="2" val="270"/>
                </dgm:adjLst>
              </dgm:shape>
            </dgm:if>
            <dgm:if name="Name117" axis="ch" ptType="node" func="cnt" op="equ" val="5">
              <dgm:shape xmlns:r="http://schemas.openxmlformats.org/officeDocument/2006/relationships" type="pie" r:blip="">
                <dgm:adjLst>
                  <dgm:adj idx="1" val="126"/>
                  <dgm:adj idx="2" val="198"/>
                </dgm:adjLst>
              </dgm:shape>
            </dgm:if>
            <dgm:if name="Name118" axis="ch" ptType="node" func="cnt" op="equ" val="6">
              <dgm:shape xmlns:r="http://schemas.openxmlformats.org/officeDocument/2006/relationships" type="pie" r:blip="">
                <dgm:adjLst>
                  <dgm:adj idx="1" val="90"/>
                  <dgm:adj idx="2" val="150"/>
                </dgm:adjLst>
              </dgm:shape>
            </dgm:if>
            <dgm:else name="Name119">
              <dgm:shape xmlns:r="http://schemas.openxmlformats.org/officeDocument/2006/relationships" type="pie" r:blip="">
                <dgm:adjLst>
                  <dgm:adj idx="1" val="64.2871"/>
                  <dgm:adj idx="2" val="115.7143"/>
                </dgm:adjLst>
              </dgm:shape>
            </dgm:else>
          </dgm:choose>
          <dgm:choose name="Name120">
            <dgm:if name="Name121" func="var" arg="dir" op="equ" val="norm">
              <dgm:presOf axis="ch desOrSelf" ptType="node node" st="4 1" cnt="1 0"/>
            </dgm:if>
            <dgm:else name="Name122">
              <dgm:choose name="Name123">
                <dgm:if name="Name124" axis="ch" ptType="node" func="cnt" op="equ" val="4">
                  <dgm:presOf axis="ch desOrSelf" ptType="node node" st="1 1" cnt="1 0"/>
                </dgm:if>
                <dgm:if name="Name125" axis="ch" ptType="node" func="cnt" op="equ" val="5">
                  <dgm:presOf axis="ch desOrSelf" ptType="node node" st="2 1" cnt="1 0"/>
                </dgm:if>
                <dgm:if name="Name126" axis="ch" ptType="node" func="cnt" op="equ" val="6">
                  <dgm:presOf axis="ch desOrSelf" ptType="node node" st="3 1" cnt="1 0"/>
                </dgm:if>
                <dgm:else name="Name127">
                  <dgm:presOf axis="ch desOrSelf" ptType="node node" st="4 1" cnt="1 0"/>
                </dgm:else>
              </dgm:choose>
            </dgm:else>
          </dgm:choose>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28">
            <dgm:if name="Name129" func="var" arg="dir" op="equ" val="norm">
              <dgm:presOf axis="ch desOrSelf" ptType="node node" st="4 1" cnt="1 0"/>
            </dgm:if>
            <dgm:else name="Name130">
              <dgm:choose name="Name131">
                <dgm:if name="Name132" axis="ch" ptType="node" func="cnt" op="equ" val="4">
                  <dgm:presOf axis="ch desOrSelf" ptType="node node" st="1 1" cnt="1 0"/>
                </dgm:if>
                <dgm:if name="Name133" axis="ch" ptType="node" func="cnt" op="equ" val="5">
                  <dgm:presOf axis="ch desOrSelf" ptType="node node" st="2 1" cnt="1 0"/>
                </dgm:if>
                <dgm:if name="Name134" axis="ch" ptType="node" func="cnt" op="equ" val="6">
                  <dgm:presOf axis="ch desOrSelf" ptType="node node" st="3 1" cnt="1 0"/>
                </dgm:if>
                <dgm:else name="Name135">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36"/>
    </dgm:choose>
    <dgm:choose name="Name137">
      <dgm:if name="Name138" axis="ch" ptType="node" func="cnt" op="gte" val="5">
        <dgm:layoutNode name="wedge5">
          <dgm:alg type="sp"/>
          <dgm:choose name="Name139">
            <dgm:if name="Name140" axis="ch" ptType="node" func="cnt" op="equ" val="5">
              <dgm:shape xmlns:r="http://schemas.openxmlformats.org/officeDocument/2006/relationships" type="pie" r:blip="">
                <dgm:adjLst>
                  <dgm:adj idx="1" val="198"/>
                  <dgm:adj idx="2" val="270"/>
                </dgm:adjLst>
              </dgm:shape>
            </dgm:if>
            <dgm:if name="Name141" axis="ch" ptType="node" func="cnt" op="equ" val="6">
              <dgm:shape xmlns:r="http://schemas.openxmlformats.org/officeDocument/2006/relationships" type="pie" r:blip="">
                <dgm:adjLst>
                  <dgm:adj idx="1" val="150"/>
                  <dgm:adj idx="2" val="210"/>
                </dgm:adjLst>
              </dgm:shape>
            </dgm:if>
            <dgm:else name="Name142">
              <dgm:shape xmlns:r="http://schemas.openxmlformats.org/officeDocument/2006/relationships" type="pie" r:blip="">
                <dgm:adjLst>
                  <dgm:adj idx="1" val="115.7143"/>
                  <dgm:adj idx="2" val="167.1429"/>
                </dgm:adjLst>
              </dgm:shape>
            </dgm:else>
          </dgm:choose>
          <dgm:choose name="Name143">
            <dgm:if name="Name144" func="var" arg="dir" op="equ" val="norm">
              <dgm:presOf axis="ch desOrSelf" ptType="node node" st="5 1" cnt="1 0"/>
            </dgm:if>
            <dgm:else name="Name145">
              <dgm:choose name="Name146">
                <dgm:if name="Name147" axis="ch" ptType="node" func="cnt" op="equ" val="5">
                  <dgm:presOf axis="ch desOrSelf" ptType="node node" st="1 1" cnt="1 0"/>
                </dgm:if>
                <dgm:if name="Name148" axis="ch" ptType="node" func="cnt" op="equ" val="6">
                  <dgm:presOf axis="ch desOrSelf" ptType="node node" st="2 1" cnt="1 0"/>
                </dgm:if>
                <dgm:else name="Name149">
                  <dgm:presOf axis="ch desOrSelf" ptType="node node" st="3 1" cnt="1 0"/>
                </dgm:else>
              </dgm:choose>
            </dgm:else>
          </dgm:choose>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50">
            <dgm:if name="Name151" func="var" arg="dir" op="equ" val="norm">
              <dgm:presOf axis="ch desOrSelf" ptType="node node" st="5 1" cnt="1 0"/>
            </dgm:if>
            <dgm:else name="Name152">
              <dgm:choose name="Name153">
                <dgm:if name="Name154" axis="ch" ptType="node" func="cnt" op="equ" val="5">
                  <dgm:presOf axis="ch desOrSelf" ptType="node node" st="1 1" cnt="1 0"/>
                </dgm:if>
                <dgm:if name="Name155" axis="ch" ptType="node" func="cnt" op="equ" val="6">
                  <dgm:presOf axis="ch desOrSelf" ptType="node node" st="2 1" cnt="1 0"/>
                </dgm:if>
                <dgm:else name="Name156">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57"/>
    </dgm:choose>
    <dgm:choose name="Name158">
      <dgm:if name="Name159" axis="ch" ptType="node" func="cnt" op="gte" val="6">
        <dgm:layoutNode name="wedge6">
          <dgm:alg type="sp"/>
          <dgm:choose name="Name160">
            <dgm:if name="Name161" axis="ch" ptType="node" func="cnt" op="equ" val="6">
              <dgm:shape xmlns:r="http://schemas.openxmlformats.org/officeDocument/2006/relationships" type="pie" r:blip="">
                <dgm:adjLst>
                  <dgm:adj idx="1" val="210"/>
                  <dgm:adj idx="2" val="270"/>
                </dgm:adjLst>
              </dgm:shape>
            </dgm:if>
            <dgm:else name="Name162">
              <dgm:shape xmlns:r="http://schemas.openxmlformats.org/officeDocument/2006/relationships" type="pie" r:blip="">
                <dgm:adjLst>
                  <dgm:adj idx="1" val="167.1429"/>
                  <dgm:adj idx="2" val="218.5714"/>
                </dgm:adjLst>
              </dgm:shape>
            </dgm:else>
          </dgm:choose>
          <dgm:choose name="Name163">
            <dgm:if name="Name164" func="var" arg="dir" op="equ" val="norm">
              <dgm:presOf axis="ch desOrSelf" ptType="node node" st="6 1" cnt="1 0"/>
            </dgm:if>
            <dgm:else name="Name165">
              <dgm:choose name="Name166">
                <dgm:if name="Name167" axis="ch" ptType="node" func="cnt" op="equ" val="6">
                  <dgm:presOf axis="ch desOrSelf" ptType="node node" st="1 1" cnt="1 0"/>
                </dgm:if>
                <dgm:else name="Name168">
                  <dgm:presOf axis="ch desOrSelf" ptType="node node" st="2 1" cnt="1 0"/>
                </dgm:else>
              </dgm:choose>
            </dgm:else>
          </dgm:choose>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69">
            <dgm:if name="Name170" func="var" arg="dir" op="equ" val="norm">
              <dgm:presOf axis="ch desOrSelf" ptType="node node" st="6 1" cnt="1 0"/>
            </dgm:if>
            <dgm:else name="Name171">
              <dgm:choose name="Name172">
                <dgm:if name="Name173" axis="ch" ptType="node" func="cnt" op="equ" val="6">
                  <dgm:presOf axis="ch desOrSelf" ptType="node node" st="1 1" cnt="1 0"/>
                </dgm:if>
                <dgm:else name="Name174">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75"/>
    </dgm:choose>
    <dgm:choose name="Name176">
      <dgm:if name="Name177" axis="ch" ptType="node" func="cnt" op="gte" val="7">
        <dgm:layoutNode name="wedge7">
          <dgm:alg type="sp"/>
          <dgm:shape xmlns:r="http://schemas.openxmlformats.org/officeDocument/2006/relationships" type="pie" r:blip="">
            <dgm:adjLst>
              <dgm:adj idx="1" val="218.5714"/>
              <dgm:adj idx="2" val="270"/>
            </dgm:adjLst>
          </dgm:shape>
          <dgm:choose name="Name178">
            <dgm:if name="Name179" func="var" arg="dir" op="equ" val="norm">
              <dgm:presOf axis="ch desOrSelf" ptType="node node" st="7 1" cnt="1 0"/>
            </dgm:if>
            <dgm:else name="Name180">
              <dgm:presOf axis="ch desOrSelf" ptType="node node" st="1 1" cnt="1 0"/>
            </dgm:else>
          </dgm:choose>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81">
            <dgm:if name="Name182" func="var" arg="dir" op="equ" val="norm">
              <dgm:presOf axis="ch desOrSelf" ptType="node node" st="7 1" cnt="1 0"/>
            </dgm:if>
            <dgm:else name="Name183">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84"/>
    </dgm:choose>
  </dgm:layoutNode>
</dgm:layoutDef>
</file>

<file path=ppt/diagrams/layout32.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3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4.xml><?xml version="1.0" encoding="utf-8"?>
<dgm:layoutDef xmlns:dgm="http://schemas.openxmlformats.org/drawingml/2006/diagram" xmlns:a="http://schemas.openxmlformats.org/drawingml/2006/main" uniqueId="urn:microsoft.com/office/officeart/2005/8/layout/vList4">
  <dgm:title val=""/>
  <dgm:desc val=""/>
  <dgm:catLst>
    <dgm:cat type="list" pri="13000"/>
    <dgm:cat type="picture" pri="26000"/>
    <dgm:cat type="pictureconvert" pri="26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layout35.xml><?xml version="1.0" encoding="utf-8"?>
<dgm:layoutDef xmlns:dgm="http://schemas.openxmlformats.org/drawingml/2006/diagram" xmlns:a="http://schemas.openxmlformats.org/drawingml/2006/main" uniqueId="urn:microsoft.com/office/officeart/2008/layout/HexagonCluster">
  <dgm:title val=""/>
  <dgm:desc val=""/>
  <dgm:catLst>
    <dgm:cat type="picture" pri="21000"/>
    <dgm:cat type="relationship" pri="3200"/>
    <dgm:cat type="pictureconvert" pri="21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tyleData>
  <dgm:clr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clrData>
  <dgm:layoutNode name="Name0">
    <dgm:varLst>
      <dgm:chMax val="21"/>
      <dgm:chPref val="21"/>
    </dgm:varLst>
    <dgm:shape xmlns:r="http://schemas.openxmlformats.org/officeDocument/2006/relationships" r:blip="">
      <dgm:adjLst/>
    </dgm:shape>
    <dgm:choose name="Name1">
      <dgm:if name="Name2" axis="ch" ptType="node" func="cnt" op="equ" val="1">
        <dgm:alg type="composite">
          <dgm:param type="ar" val="1.3871"/>
        </dgm:alg>
        <dgm:constrLst>
          <dgm:constr type="primFontSz" for="des" ptType="node" op="equ" val="65"/>
          <dgm:constr type="l" for="ch" forName="text1" refType="w" fact="0.4525"/>
          <dgm:constr type="t" for="ch" forName="text1" refType="h" fact="0.346"/>
          <dgm:constr type="w" for="ch" forName="text1" refType="w" fact="0.5475"/>
          <dgm:constr type="h" for="ch" forName="text1" refType="h" fact="0.654"/>
          <dgm:constr type="l" for="ch" forName="textaccent1" refType="w" fact="0.4652"/>
          <dgm:constr type="t" for="ch" forName="textaccent1" refType="h" fact="0.6348"/>
          <dgm:constr type="w" for="ch" forName="textaccent1" refType="w" fact="0.0639"/>
          <dgm:constr type="h" for="ch" forName="textaccent1" refType="h" fact="0.0765"/>
          <dgm:constr type="l" for="ch" forName="image1" refType="w" fact="0"/>
          <dgm:constr type="t" for="ch" forName="image1" refType="h" fact="0"/>
          <dgm:constr type="w" for="ch" forName="image1" refType="w" fact="0.5468"/>
          <dgm:constr type="h" for="ch" forName="image1" refType="h" fact="0.6538"/>
          <dgm:constr type="l" for="ch" forName="imageaccent1" refType="w" fact="0.3702"/>
          <dgm:constr type="t" for="ch" forName="imageaccent1" refType="h" fact="0.5633"/>
          <dgm:constr type="w" for="ch" forName="imageaccent1" refType="w" fact="0.0639"/>
          <dgm:constr type="h" for="ch" forName="imageaccent1" refType="h" fact="0.0765"/>
        </dgm:constrLst>
      </dgm:if>
      <dgm:if name="Name3" axis="ch" ptType="node" func="cnt" op="equ" val="2">
        <dgm:alg type="composite">
          <dgm:param type="ar" val="2.6443"/>
        </dgm:alg>
        <dgm:constrLst>
          <dgm:constr type="primFontSz" for="des" ptType="node" op="equ" val="65"/>
          <dgm:constr type="l" for="ch" forName="text1" refType="w" fact="0.2383"/>
          <dgm:constr type="t" for="ch" forName="text1" refType="h" fact="0.3501"/>
          <dgm:constr type="w" for="ch" forName="text1" refType="w" fact="0.285"/>
          <dgm:constr type="h" for="ch" forName="text1" refType="h" fact="0.6499"/>
          <dgm:constr type="l" for="ch" forName="textaccent1" refType="w" fact="0.2472"/>
          <dgm:constr type="t" for="ch" forName="textaccent1" refType="h" fact="0.6371"/>
          <dgm:constr type="w" for="ch" forName="textaccent1" refType="w" fact="0.0333"/>
          <dgm:constr type="h" for="ch" forName="textaccent1" refType="h" fact="0.076"/>
          <dgm:constr type="l" for="ch" forName="image1" refType="w" fact="0"/>
          <dgm:constr type="t" for="ch" forName="image1" refType="h" fact="0"/>
          <dgm:constr type="w" for="ch" forName="image1" refType="w" fact="0.285"/>
          <dgm:constr type="h" for="ch" forName="image1" refType="h" fact="0.6499"/>
          <dgm:constr type="l" for="ch" forName="imageaccent1" refType="w" fact="0.1942"/>
          <dgm:constr type="t" for="ch" forName="imageaccent1" refType="h" fact="0.5602"/>
          <dgm:constr type="w" for="ch" forName="imageaccent1" refType="w" fact="0.0333"/>
          <dgm:constr type="h" for="ch" forName="imageaccent1" refType="h" fact="0.076"/>
          <dgm:constr type="l" for="ch" forName="text2" refType="w" fact="0.4767"/>
          <dgm:constr type="t" for="ch" forName="text2" refType="h" fact="0"/>
          <dgm:constr type="w" for="ch" forName="text2" refType="w" fact="0.285"/>
          <dgm:constr type="h" for="ch" forName="text2" refType="h" fact="0.6499"/>
          <dgm:constr type="l" for="ch" forName="textaccent2" refType="w" fact="0.6709"/>
          <dgm:constr type="t" for="ch" forName="textaccent2" refType="h" fact="0.5602"/>
          <dgm:constr type="w" for="ch" forName="textaccent2" refType="w" fact="0.0333"/>
          <dgm:constr type="h" for="ch" forName="textaccent2" refType="h" fact="0.076"/>
          <dgm:constr type="l" for="ch" forName="image2" refType="w" fact="0.715"/>
          <dgm:constr type="t" for="ch" forName="image2" refType="h" fact="0.3501"/>
          <dgm:constr type="w" for="ch" forName="image2" refType="w" fact="0.285"/>
          <dgm:constr type="h" for="ch" forName="image2" refType="h" fact="0.6499"/>
          <dgm:constr type="l" for="ch" forName="imageaccent2" refType="w" fact="0.7239"/>
          <dgm:constr type="t" for="ch" forName="imageaccent2" refType="h" fact="0.6371"/>
          <dgm:constr type="w" for="ch" forName="imageaccent2" refType="w" fact="0.0333"/>
          <dgm:constr type="h" for="ch" forName="imageaccent2" refType="h" fact="0.076"/>
        </dgm:constrLst>
      </dgm:if>
      <dgm:if name="Name4" axis="ch" ptType="node" func="cnt" op="equ" val="3">
        <dgm:alg type="composite">
          <dgm:param type="ar" val="1.5623"/>
        </dgm:alg>
        <dgm:constrLst>
          <dgm:constr type="primFontSz" for="des" ptType="node" op="equ" val="65"/>
          <dgm:constr type="l" for="ch" forName="text1" refType="w" fact="0.2402"/>
          <dgm:constr type="t" for="ch" forName="text1" refType="h" fact="0.6215"/>
          <dgm:constr type="w" for="ch" forName="text1" refType="w" fact="0.281"/>
          <dgm:constr type="h" for="ch" forName="text1" refType="h" fact="0.3785"/>
          <dgm:constr type="l" for="ch" forName="textaccent1" refType="w" fact="0.2475"/>
          <dgm:constr type="t" for="ch" forName="textaccent1" refType="h" fact="0.7886"/>
          <dgm:constr type="w" for="ch" forName="textaccent1" refType="w" fact="0.0329"/>
          <dgm:constr type="h" for="ch" forName="textaccent1" refType="h" fact="0.0443"/>
          <dgm:constr type="l" for="ch" forName="image1" refType="w" fact="0"/>
          <dgm:constr type="t" for="ch" forName="image1" refType="h" fact="0.4182"/>
          <dgm:constr type="w" for="ch" forName="image1" refType="w" fact="0.281"/>
          <dgm:constr type="h" for="ch" forName="image1" refType="h" fact="0.3785"/>
          <dgm:constr type="l" for="ch" forName="imageaccent1" refType="w" fact="0.1913"/>
          <dgm:constr type="t" for="ch" forName="imageaccent1" refType="h" fact="0.7467"/>
          <dgm:constr type="w" for="ch" forName="imageaccent1" refType="w" fact="0.0329"/>
          <dgm:constr type="h" for="ch" forName="imageaccent1" refType="h" fact="0.0443"/>
          <dgm:constr type="l" for="ch" forName="text2" refType="w" fact="0.4796"/>
          <dgm:constr type="t" for="ch" forName="text2" refType="h" fact="0.4137"/>
          <dgm:constr type="w" for="ch" forName="text2" refType="w" fact="0.281"/>
          <dgm:constr type="h" for="ch" forName="text2" refType="h" fact="0.3785"/>
          <dgm:constr type="l" for="ch" forName="textaccent2" refType="w" fact="0.6717"/>
          <dgm:constr type="t" for="ch" forName="textaccent2" refType="h" fact="0.7418"/>
          <dgm:constr type="w" for="ch" forName="textaccent2" refType="w" fact="0.0329"/>
          <dgm:constr type="h" for="ch" forName="textaccent2" refType="h" fact="0.0443"/>
          <dgm:constr type="l" for="ch" forName="image2" refType="w" fact="0.719"/>
          <dgm:constr type="t" for="ch" forName="image2" refType="h" fact="0.6215"/>
          <dgm:constr type="w" for="ch" forName="image2" refType="w" fact="0.281"/>
          <dgm:constr type="h" for="ch" forName="image2" refType="h" fact="0.3785"/>
          <dgm:constr type="l" for="ch" forName="imageaccent2" refType="w" fact="0.7263"/>
          <dgm:constr type="t" for="ch" forName="imageaccent2" refType="h" fact="0.7886"/>
          <dgm:constr type="w" for="ch" forName="imageaccent2" refType="w" fact="0.0329"/>
          <dgm:constr type="h" for="ch" forName="imageaccent2" refType="h" fact="0.0443"/>
          <dgm:constr type="l" for="ch" forName="text3" refType="w" fact="0.2402"/>
          <dgm:constr type="t" for="ch" forName="text3" refType="h" fact="0.2068"/>
          <dgm:constr type="w" for="ch" forName="text3" refType="w" fact="0.281"/>
          <dgm:constr type="h" for="ch" forName="text3" refType="h" fact="0.3785"/>
          <dgm:constr type="l" for="ch" forName="textaccent3" refType="w" fact="0.4307"/>
          <dgm:constr type="t" for="ch" forName="textaccent3" refType="h" fact="0.215"/>
          <dgm:constr type="w" for="ch" forName="textaccent3" refType="w" fact="0.0329"/>
          <dgm:constr type="h" for="ch" forName="textaccent3" refType="h" fact="0.0443"/>
          <dgm:constr type="l" for="ch" forName="image3" refType="w" fact="0.4796"/>
          <dgm:constr type="t" for="ch" forName="image3" refType="h" fact="0"/>
          <dgm:constr type="w" for="ch" forName="image3" refType="w" fact="0.281"/>
          <dgm:constr type="h" for="ch" forName="image3" refType="h" fact="0.3785"/>
          <dgm:constr type="l" for="ch" forName="imageaccent3" refType="w" fact="0.4879"/>
          <dgm:constr type="t" for="ch" forName="imageaccent3" refType="h" fact="0.1662"/>
          <dgm:constr type="w" for="ch" forName="imageaccent3" refType="w" fact="0.0329"/>
          <dgm:constr type="h" for="ch" forName="imageaccent3" refType="h" fact="0.0443"/>
        </dgm:constrLst>
      </dgm:if>
      <dgm:if name="Name5" axis="ch" ptType="node" func="cnt" op="equ" val="4">
        <dgm:alg type="composite">
          <dgm:param type="ar" val="1.943"/>
        </dgm:alg>
        <dgm:constrLst>
          <dgm:constr type="primFontSz" for="des" ptType="node" op="equ" val="65"/>
          <dgm:constr type="l" for="ch" forName="image2" refType="w" fact="0.5787"/>
          <dgm:constr type="t" for="ch" forName="image2" refType="h" fact="0.6208"/>
          <dgm:constr type="w" for="ch" forName="image2" refType="w" fact="0.227"/>
          <dgm:constr type="h" for="ch" forName="image2" refType="h" fact="0.3786"/>
          <dgm:constr type="l" for="ch" forName="text4" refType="w" fact="0.5787"/>
          <dgm:constr type="t" for="ch" forName="text4" refType="h" fact="0.2081"/>
          <dgm:constr type="w" for="ch" forName="text4" refType="w" fact="0.227"/>
          <dgm:constr type="h" for="ch" forName="text4" refType="h" fact="0.3786"/>
          <dgm:constr type="l" for="ch" forName="text2" refType="w" fact="0.3852"/>
          <dgm:constr type="t" for="ch" forName="text2" refType="h" fact="0.4127"/>
          <dgm:constr type="w" for="ch" forName="text2" refType="w" fact="0.227"/>
          <dgm:constr type="h" for="ch" forName="text2" refType="h" fact="0.3786"/>
          <dgm:constr type="l" for="ch" forName="image3" refType="w" fact="0.3852"/>
          <dgm:constr type="t" for="ch" forName="image3" refType="h" fact="0"/>
          <dgm:constr type="w" for="ch" forName="image3" refType="w" fact="0.227"/>
          <dgm:constr type="h" for="ch" forName="image3" refType="h" fact="0.3786"/>
          <dgm:constr type="l" for="ch" forName="text1" refType="w" fact="0.1927"/>
          <dgm:constr type="t" for="ch" forName="text1" refType="h" fact="0.6214"/>
          <dgm:constr type="w" for="ch" forName="text1" refType="w" fact="0.227"/>
          <dgm:constr type="h" for="ch" forName="text1" refType="h" fact="0.3786"/>
          <dgm:constr type="l" for="ch" forName="textaccent1" refType="w" fact="0.1998"/>
          <dgm:constr type="t" for="ch" forName="textaccent1" refType="h" fact="0.7887"/>
          <dgm:constr type="w" for="ch" forName="textaccent1" refType="w" fact="0.0265"/>
          <dgm:constr type="h" for="ch" forName="textaccent1" refType="h" fact="0.0444"/>
          <dgm:constr type="l" for="ch" forName="image1" refType="w" fact="0"/>
          <dgm:constr type="t" for="ch" forName="image1" refType="h" fact="0.4156"/>
          <dgm:constr type="w" for="ch" forName="image1" refType="w" fact="0.227"/>
          <dgm:constr type="h" for="ch" forName="image1" refType="h" fact="0.3786"/>
          <dgm:constr type="l" for="ch" forName="imageaccent1" refType="w" fact="0.1537"/>
          <dgm:constr type="t" for="ch" forName="imageaccent1" refType="h" fact="0.7417"/>
          <dgm:constr type="w" for="ch" forName="imageaccent1" refType="w" fact="0.0265"/>
          <dgm:constr type="h" for="ch" forName="imageaccent1" refType="h" fact="0.0444"/>
          <dgm:constr type="l" for="ch" forName="textaccent2" refType="w" fact="0.5407"/>
          <dgm:constr type="t" for="ch" forName="textaccent2" refType="h" fact="0.7384"/>
          <dgm:constr type="w" for="ch" forName="textaccent2" refType="w" fact="0.0265"/>
          <dgm:constr type="h" for="ch" forName="textaccent2" refType="h" fact="0.0444"/>
          <dgm:constr type="l" for="ch" forName="imageaccent2" refType="w" fact="0.5839"/>
          <dgm:constr type="t" for="ch" forName="imageaccent2" refType="h" fact="0.7904"/>
          <dgm:constr type="w" for="ch" forName="imageaccent2" refType="w" fact="0.0265"/>
          <dgm:constr type="h" for="ch" forName="imageaccent2" refType="h" fact="0.0444"/>
          <dgm:constr type="l" for="ch" forName="text3" refType="w" fact="0.1927"/>
          <dgm:constr type="t" for="ch" forName="text3" refType="h" fact="0.2087"/>
          <dgm:constr type="w" for="ch" forName="text3" refType="w" fact="0.227"/>
          <dgm:constr type="h" for="ch" forName="text3" refType="h" fact="0.3786"/>
          <dgm:constr type="l" for="ch" forName="textaccent3" refType="w" fact="0.3472"/>
          <dgm:constr type="t" for="ch" forName="textaccent3" refType="h" fact="0.2165"/>
          <dgm:constr type="w" for="ch" forName="textaccent3" refType="w" fact="0.0265"/>
          <dgm:constr type="h" for="ch" forName="textaccent3" refType="h" fact="0.0444"/>
          <dgm:constr type="l" for="ch" forName="imageaccent3" refType="w" fact="0.3904"/>
          <dgm:constr type="t" for="ch" forName="imageaccent3" refType="h" fact="0.1678"/>
          <dgm:constr type="w" for="ch" forName="imageaccent3" refType="w" fact="0.0265"/>
          <dgm:constr type="h" for="ch" forName="imageaccent3" refType="h" fact="0.0444"/>
          <dgm:constr type="l" for="ch" forName="textaccent4" refType="w" fact="0.7739"/>
          <dgm:constr type="t" for="ch" forName="textaccent4" refType="h" fact="0.3752"/>
          <dgm:constr type="w" for="ch" forName="textaccent4" refType="w" fact="0.0265"/>
          <dgm:constr type="h" for="ch" forName="textaccent4" refType="h" fact="0.0444"/>
          <dgm:constr type="l" for="ch" forName="image4" refType="w" fact="0.773"/>
          <dgm:constr type="t" for="ch" forName="image4" refType="h" fact="0.4162"/>
          <dgm:constr type="w" for="ch" forName="image4" refType="w" fact="0.227"/>
          <dgm:constr type="h" for="ch" forName="image4" refType="h" fact="0.3786"/>
          <dgm:constr type="l" for="ch" forName="imageaccent4" refType="w" fact="0.8188"/>
          <dgm:constr type="t" for="ch" forName="imageaccent4" refType="h" fact="0.4229"/>
          <dgm:constr type="w" for="ch" forName="imageaccent4" refType="w" fact="0.0265"/>
          <dgm:constr type="h" for="ch" forName="imageaccent4" refType="h" fact="0.0444"/>
        </dgm:constrLst>
      </dgm:if>
      <dgm:if name="Name6" axis="ch" ptType="node" func="cnt" op="equ" val="5">
        <dgm:alg type="composite">
          <dgm:param type="ar" val="2.3203"/>
        </dgm:alg>
        <dgm:constrLst>
          <dgm:constr type="primFontSz" for="des" ptType="node" op="equ" val="65"/>
          <dgm:constr type="l" for="ch" forName="image4" refType="w" fact="0.6491"/>
          <dgm:constr type="t" for="ch" forName="image4" refType="h" fact="0.4193"/>
          <dgm:constr type="w" for="ch" forName="image4" refType="w" fact="0.1886"/>
          <dgm:constr type="h" for="ch" forName="image4" refType="h" fact="0.3757"/>
          <dgm:constr type="l" for="ch" forName="text5" refType="w" fact="0.6491"/>
          <dgm:constr type="t" for="ch" forName="text5" refType="h" fact="0.004"/>
          <dgm:constr type="w" for="ch" forName="text5" refType="w" fact="0.1886"/>
          <dgm:constr type="h" for="ch" forName="text5" refType="h" fact="0.3757"/>
          <dgm:constr type="l" for="ch" forName="image5" refType="w" fact="0.8114"/>
          <dgm:constr type="t" for="ch" forName="image5" refType="h" fact="0.2136"/>
          <dgm:constr type="w" for="ch" forName="image5" refType="w" fact="0.1886"/>
          <dgm:constr type="h" for="ch" forName="image5" refType="h" fact="0.3757"/>
          <dgm:constr type="l" for="ch" forName="image2" refType="w" fact="0.4868"/>
          <dgm:constr type="t" for="ch" forName="image2" refType="h" fact="0.6235"/>
          <dgm:constr type="w" for="ch" forName="image2" refType="w" fact="0.1886"/>
          <dgm:constr type="h" for="ch" forName="image2" refType="h" fact="0.3757"/>
          <dgm:constr type="l" for="ch" forName="text4" refType="w" fact="0.4868"/>
          <dgm:constr type="t" for="ch" forName="text4" refType="h" fact="0.2081"/>
          <dgm:constr type="w" for="ch" forName="text4" refType="w" fact="0.1886"/>
          <dgm:constr type="h" for="ch" forName="text4" refType="h" fact="0.3757"/>
          <dgm:constr type="l" for="ch" forName="text2" refType="w" fact="0.3246"/>
          <dgm:constr type="t" for="ch" forName="text2" refType="h" fact="0.4154"/>
          <dgm:constr type="w" for="ch" forName="text2" refType="w" fact="0.1886"/>
          <dgm:constr type="h" for="ch" forName="text2" refType="h" fact="0.3757"/>
          <dgm:constr type="l" for="ch" forName="image3" refType="w" fact="0.3246"/>
          <dgm:constr type="t" for="ch" forName="image3" refType="h" fact="0"/>
          <dgm:constr type="w" for="ch" forName="image3" refType="w" fact="0.1886"/>
          <dgm:constr type="h" for="ch" forName="image3" refType="h" fact="0.3757"/>
          <dgm:constr type="l" for="ch" forName="text1" refType="w" fact="0.1623"/>
          <dgm:constr type="t" for="ch" forName="text1" refType="h" fact="0.6243"/>
          <dgm:constr type="w" for="ch" forName="text1" refType="w" fact="0.1886"/>
          <dgm:constr type="h" for="ch" forName="text1" refType="h" fact="0.3757"/>
          <dgm:constr type="l" for="ch" forName="text3" refType="w" fact="0.1623"/>
          <dgm:constr type="t" for="ch" forName="text3" refType="h" fact="0.2089"/>
          <dgm:constr type="w" for="ch" forName="text3" refType="w" fact="0.1886"/>
          <dgm:constr type="h" for="ch" forName="text3" refType="h" fact="0.3757"/>
          <dgm:constr type="l" for="ch" forName="textaccent1" refType="w" fact="0.1668"/>
          <dgm:constr type="t" for="ch" forName="textaccent1" refType="h" fact="0.7923"/>
          <dgm:constr type="w" for="ch" forName="textaccent1" refType="w" fact="0.022"/>
          <dgm:constr type="h" for="ch" forName="textaccent1" refType="h" fact="0.044"/>
          <dgm:constr type="l" for="ch" forName="image1" refType="w" fact="0"/>
          <dgm:constr type="t" for="ch" forName="image1" refType="h" fact="0.4166"/>
          <dgm:constr type="w" for="ch" forName="image1" refType="w" fact="0.1886"/>
          <dgm:constr type="h" for="ch" forName="image1" refType="h" fact="0.3757"/>
          <dgm:constr type="l" for="ch" forName="imageaccent1" refType="w" fact="0.1292"/>
          <dgm:constr type="t" for="ch" forName="imageaccent1" refType="h" fact="0.7424"/>
          <dgm:constr type="w" for="ch" forName="imageaccent1" refType="w" fact="0.022"/>
          <dgm:constr type="h" for="ch" forName="imageaccent1" refType="h" fact="0.044"/>
          <dgm:constr type="l" for="ch" forName="textaccent2" refType="w" fact="0.4544"/>
          <dgm:constr type="t" for="ch" forName="textaccent2" refType="h" fact="0.7404"/>
          <dgm:constr type="w" for="ch" forName="textaccent2" refType="w" fact="0.022"/>
          <dgm:constr type="h" for="ch" forName="textaccent2" refType="h" fact="0.044"/>
          <dgm:constr type="l" for="ch" forName="imageaccent2" refType="w" fact="0.4914"/>
          <dgm:constr type="t" for="ch" forName="imageaccent2" refType="h" fact="0.7907"/>
          <dgm:constr type="w" for="ch" forName="imageaccent2" refType="w" fact="0.022"/>
          <dgm:constr type="h" for="ch" forName="imageaccent2" refType="h" fact="0.044"/>
          <dgm:constr type="l" for="ch" forName="textaccent3" refType="w" fact="0.2915"/>
          <dgm:constr type="t" for="ch" forName="textaccent3" refType="h" fact="0.216"/>
          <dgm:constr type="w" for="ch" forName="textaccent3" refType="w" fact="0.022"/>
          <dgm:constr type="h" for="ch" forName="textaccent3" refType="h" fact="0.044"/>
          <dgm:constr type="l" for="ch" forName="imageaccent3" refType="w" fact="0.3299"/>
          <dgm:constr type="t" for="ch" forName="imageaccent3" refType="h" fact="0.1665"/>
          <dgm:constr type="w" for="ch" forName="imageaccent3" refType="w" fact="0.022"/>
          <dgm:constr type="h" for="ch" forName="imageaccent3" refType="h" fact="0.044"/>
          <dgm:constr type="l" for="ch" forName="textaccent4" refType="w" fact="0.65"/>
          <dgm:constr type="t" for="ch" forName="textaccent4" refType="h" fact="0.3746"/>
          <dgm:constr type="w" for="ch" forName="textaccent4" refType="w" fact="0.022"/>
          <dgm:constr type="h" for="ch" forName="textaccent4" refType="h" fact="0.044"/>
          <dgm:constr type="l" for="ch" forName="imageaccent4" refType="w" fact="0.6859"/>
          <dgm:constr type="t" for="ch" forName="imageaccent4" refType="h" fact="0.4261"/>
          <dgm:constr type="w" for="ch" forName="imageaccent4" refType="w" fact="0.022"/>
          <dgm:constr type="h" for="ch" forName="imageaccent4" refType="h" fact="0.044"/>
          <dgm:constr type="l" for="ch" forName="textaccent5" refType="w" fact="0.8123"/>
          <dgm:constr type="t" for="ch" forName="textaccent5" refType="h" fact="0.1724"/>
          <dgm:constr type="w" for="ch" forName="textaccent5" refType="w" fact="0.022"/>
          <dgm:constr type="h" for="ch" forName="textaccent5" refType="h" fact="0.044"/>
          <dgm:constr type="l" for="ch" forName="imageaccent5" refType="w" fact="0.849"/>
          <dgm:constr type="t" for="ch" forName="imageaccent5" refType="h" fact="0.222"/>
          <dgm:constr type="w" for="ch" forName="imageaccent5" refType="w" fact="0.022"/>
          <dgm:constr type="h" for="ch" forName="imageaccent5" refType="h" fact="0.044"/>
        </dgm:constrLst>
      </dgm:if>
      <dgm:if name="Name7" axis="ch" ptType="node" func="cnt" op="equ" val="6">
        <dgm:alg type="composite">
          <dgm:param type="ar" val="1.9179"/>
        </dgm:alg>
        <dgm:constrLst>
          <dgm:constr type="primFontSz" for="des" ptType="node" op="equ" val="65"/>
          <dgm:constr type="l" for="ch" forName="image4" refType="w" fact="0.6491"/>
          <dgm:constr type="t" for="ch" forName="image4" refType="h" fact="0.3466"/>
          <dgm:constr type="w" for="ch" forName="image4" refType="w" fact="0.1886"/>
          <dgm:constr type="h" for="ch" forName="image4" refType="h" fact="0.3106"/>
          <dgm:constr type="l" for="ch" forName="text5" refType="w" fact="0.6491"/>
          <dgm:constr type="t" for="ch" forName="text5" refType="h" fact="0.0033"/>
          <dgm:constr type="w" for="ch" forName="text5" refType="w" fact="0.1886"/>
          <dgm:constr type="h" for="ch" forName="text5" refType="h" fact="0.3106"/>
          <dgm:constr type="l" for="ch" forName="image5" refType="w" fact="0.8114"/>
          <dgm:constr type="t" for="ch" forName="image5" refType="h" fact="0.1766"/>
          <dgm:constr type="w" for="ch" forName="image5" refType="w" fact="0.1886"/>
          <dgm:constr type="h" for="ch" forName="image5" refType="h" fact="0.3106"/>
          <dgm:constr type="l" for="ch" forName="image2" refType="w" fact="0.4868"/>
          <dgm:constr type="t" for="ch" forName="image2" refType="h" fact="0.5154"/>
          <dgm:constr type="w" for="ch" forName="image2" refType="w" fact="0.1886"/>
          <dgm:constr type="h" for="ch" forName="image2" refType="h" fact="0.3106"/>
          <dgm:constr type="l" for="ch" forName="text4" refType="w" fact="0.4868"/>
          <dgm:constr type="t" for="ch" forName="text4" refType="h" fact="0.172"/>
          <dgm:constr type="w" for="ch" forName="text4" refType="w" fact="0.1886"/>
          <dgm:constr type="h" for="ch" forName="text4" refType="h" fact="0.3106"/>
          <dgm:constr type="l" for="ch" forName="text2" refType="w" fact="0.3246"/>
          <dgm:constr type="t" for="ch" forName="text2" refType="h" fact="0.3434"/>
          <dgm:constr type="w" for="ch" forName="text2" refType="w" fact="0.1886"/>
          <dgm:constr type="h" for="ch" forName="text2" refType="h" fact="0.3106"/>
          <dgm:constr type="l" for="ch" forName="image3" refType="w" fact="0.3246"/>
          <dgm:constr type="t" for="ch" forName="image3" refType="h" fact="0"/>
          <dgm:constr type="w" for="ch" forName="image3" refType="w" fact="0.1886"/>
          <dgm:constr type="h" for="ch" forName="image3" refType="h" fact="0.3106"/>
          <dgm:constr type="l" for="ch" forName="text1" refType="w" fact="0.1623"/>
          <dgm:constr type="t" for="ch" forName="text1" refType="h" fact="0.516"/>
          <dgm:constr type="w" for="ch" forName="text1" refType="w" fact="0.1886"/>
          <dgm:constr type="h" for="ch" forName="text1" refType="h" fact="0.3106"/>
          <dgm:constr type="l" for="ch" forName="text3" refType="w" fact="0.1623"/>
          <dgm:constr type="t" for="ch" forName="text3" refType="h" fact="0.1727"/>
          <dgm:constr type="w" for="ch" forName="text3" refType="w" fact="0.1886"/>
          <dgm:constr type="h" for="ch" forName="text3" refType="h" fact="0.3106"/>
          <dgm:constr type="l" for="ch" forName="textaccent1" refType="w" fact="0.1668"/>
          <dgm:constr type="t" for="ch" forName="textaccent1" refType="h" fact="0.6549"/>
          <dgm:constr type="w" for="ch" forName="textaccent1" refType="w" fact="0.022"/>
          <dgm:constr type="h" for="ch" forName="textaccent1" refType="h" fact="0.0364"/>
          <dgm:constr type="l" for="ch" forName="image1" refType="w" fact="0"/>
          <dgm:constr type="t" for="ch" forName="image1" refType="h" fact="0.3443"/>
          <dgm:constr type="w" for="ch" forName="image1" refType="w" fact="0.1886"/>
          <dgm:constr type="h" for="ch" forName="image1" refType="h" fact="0.3106"/>
          <dgm:constr type="l" for="ch" forName="imageaccent1" refType="w" fact="0.1292"/>
          <dgm:constr type="t" for="ch" forName="imageaccent1" refType="h" fact="0.6137"/>
          <dgm:constr type="w" for="ch" forName="imageaccent1" refType="w" fact="0.022"/>
          <dgm:constr type="h" for="ch" forName="imageaccent1" refType="h" fact="0.0364"/>
          <dgm:constr type="l" for="ch" forName="textaccent2" refType="w" fact="0.4544"/>
          <dgm:constr type="t" for="ch" forName="textaccent2" refType="h" fact="0.612"/>
          <dgm:constr type="w" for="ch" forName="textaccent2" refType="w" fact="0.022"/>
          <dgm:constr type="h" for="ch" forName="textaccent2" refType="h" fact="0.0364"/>
          <dgm:constr type="l" for="ch" forName="imageaccent2" refType="w" fact="0.4914"/>
          <dgm:constr type="t" for="ch" forName="imageaccent2" refType="h" fact="0.6536"/>
          <dgm:constr type="w" for="ch" forName="imageaccent2" refType="w" fact="0.022"/>
          <dgm:constr type="h" for="ch" forName="imageaccent2" refType="h" fact="0.0364"/>
          <dgm:constr type="l" for="ch" forName="textaccent3" refType="w" fact="0.2915"/>
          <dgm:constr type="t" for="ch" forName="textaccent3" refType="h" fact="0.1786"/>
          <dgm:constr type="w" for="ch" forName="textaccent3" refType="w" fact="0.022"/>
          <dgm:constr type="h" for="ch" forName="textaccent3" refType="h" fact="0.0364"/>
          <dgm:constr type="l" for="ch" forName="imageaccent3" refType="w" fact="0.3299"/>
          <dgm:constr type="t" for="ch" forName="imageaccent3" refType="h" fact="0.1376"/>
          <dgm:constr type="w" for="ch" forName="imageaccent3" refType="w" fact="0.022"/>
          <dgm:constr type="h" for="ch" forName="imageaccent3" refType="h" fact="0.0364"/>
          <dgm:constr type="l" for="ch" forName="textaccent4" refType="w" fact="0.65"/>
          <dgm:constr type="t" for="ch" forName="textaccent4" refType="h" fact="0.3096"/>
          <dgm:constr type="w" for="ch" forName="textaccent4" refType="w" fact="0.022"/>
          <dgm:constr type="h" for="ch" forName="textaccent4" refType="h" fact="0.0364"/>
          <dgm:constr type="l" for="ch" forName="imageaccent4" refType="w" fact="0.6859"/>
          <dgm:constr type="t" for="ch" forName="imageaccent4" refType="h" fact="0.3522"/>
          <dgm:constr type="w" for="ch" forName="imageaccent4" refType="w" fact="0.022"/>
          <dgm:constr type="h" for="ch" forName="imageaccent4" refType="h" fact="0.0364"/>
          <dgm:constr type="l" for="ch" forName="textaccent5" refType="w" fact="0.8123"/>
          <dgm:constr type="t" for="ch" forName="textaccent5" refType="h" fact="0.1425"/>
          <dgm:constr type="w" for="ch" forName="textaccent5" refType="w" fact="0.022"/>
          <dgm:constr type="h" for="ch" forName="textaccent5" refType="h" fact="0.0364"/>
          <dgm:constr type="l" for="ch" forName="imageaccent5" refType="w" fact="0.849"/>
          <dgm:constr type="t" for="ch" forName="imageaccent5" refType="h" fact="0.1835"/>
          <dgm:constr type="w" for="ch" forName="imageaccent5" refType="w" fact="0.022"/>
          <dgm:constr type="h" for="ch" forName="imageaccent5" refType="h" fact="0.0364"/>
          <dgm:constr type="l" for="ch" forName="image6" refType="w" fact="0.6491"/>
          <dgm:constr type="t" for="ch" forName="image6" refType="h" fact="0.6894"/>
          <dgm:constr type="w" for="ch" forName="image6" refType="w" fact="0.1886"/>
          <dgm:constr type="h" for="ch" forName="image6" refType="h" fact="0.3106"/>
          <dgm:constr type="l" for="ch" forName="text6" refType="w" fact="0.8114"/>
          <dgm:constr type="t" for="ch" forName="text6" refType="h" fact="0.5194"/>
          <dgm:constr type="w" for="ch" forName="text6" refType="w" fact="0.1886"/>
          <dgm:constr type="h" for="ch" forName="text6" refType="h" fact="0.3106"/>
          <dgm:constr type="l" for="ch" forName="imageaccent6" refType="w" fact="0.8138"/>
          <dgm:constr type="t" for="ch" forName="imageaccent6" refType="h" fact="0.8257"/>
          <dgm:constr type="w" for="ch" forName="imageaccent6" refType="w" fact="0.022"/>
          <dgm:constr type="h" for="ch" forName="imageaccent6" refType="h" fact="0.0364"/>
          <dgm:constr type="l" for="ch" forName="textaccent6" refType="w" fact="0.8488"/>
          <dgm:constr type="t" for="ch" forName="textaccent6" refType="h" fact="0.7914"/>
          <dgm:constr type="w" for="ch" forName="textaccent6" refType="w" fact="0.022"/>
          <dgm:constr type="h" for="ch" forName="textaccent6" refType="h" fact="0.0364"/>
        </dgm:constrLst>
      </dgm:if>
      <dgm:if name="Name8" axis="ch" ptType="node" func="cnt" op="equ" val="7">
        <dgm:alg type="composite">
          <dgm:param type="ar" val="1.6382"/>
        </dgm:alg>
        <dgm:constrLst>
          <dgm:constr type="primFontSz" for="des" ptType="node" op="equ" val="65"/>
          <dgm:constr type="l" for="ch" forName="image4" refType="w" fact="0.6491"/>
          <dgm:constr type="t" for="ch" forName="image4" refType="h" fact="0.2961"/>
          <dgm:constr type="w" for="ch" forName="image4" refType="w" fact="0.1886"/>
          <dgm:constr type="h" for="ch" forName="image4" refType="h" fact="0.2653"/>
          <dgm:constr type="l" for="ch" forName="text5" refType="w" fact="0.6491"/>
          <dgm:constr type="t" for="ch" forName="text5" refType="h" fact="0.0028"/>
          <dgm:constr type="w" for="ch" forName="text5" refType="w" fact="0.1886"/>
          <dgm:constr type="h" for="ch" forName="text5" refType="h" fact="0.2653"/>
          <dgm:constr type="l" for="ch" forName="image5" refType="w" fact="0.8114"/>
          <dgm:constr type="t" for="ch" forName="image5" refType="h" fact="0.1508"/>
          <dgm:constr type="w" for="ch" forName="image5" refType="w" fact="0.1886"/>
          <dgm:constr type="h" for="ch" forName="image5" refType="h" fact="0.2653"/>
          <dgm:constr type="l" for="ch" forName="image2" refType="w" fact="0.4868"/>
          <dgm:constr type="t" for="ch" forName="image2" refType="h" fact="0.4402"/>
          <dgm:constr type="w" for="ch" forName="image2" refType="w" fact="0.1886"/>
          <dgm:constr type="h" for="ch" forName="image2" refType="h" fact="0.2653"/>
          <dgm:constr type="l" for="ch" forName="text4" refType="w" fact="0.4868"/>
          <dgm:constr type="t" for="ch" forName="text4" refType="h" fact="0.1469"/>
          <dgm:constr type="w" for="ch" forName="text4" refType="w" fact="0.1886"/>
          <dgm:constr type="h" for="ch" forName="text4" refType="h" fact="0.2653"/>
          <dgm:constr type="l" for="ch" forName="text2" refType="w" fact="0.3246"/>
          <dgm:constr type="t" for="ch" forName="text2" refType="h" fact="0.2933"/>
          <dgm:constr type="w" for="ch" forName="text2" refType="w" fact="0.1886"/>
          <dgm:constr type="h" for="ch" forName="text2" refType="h" fact="0.2653"/>
          <dgm:constr type="l" for="ch" forName="image3" refType="w" fact="0.3246"/>
          <dgm:constr type="t" for="ch" forName="image3" refType="h" fact="0"/>
          <dgm:constr type="w" for="ch" forName="image3" refType="w" fact="0.1886"/>
          <dgm:constr type="h" for="ch" forName="image3" refType="h" fact="0.2653"/>
          <dgm:constr type="l" for="ch" forName="text1" refType="w" fact="0.1623"/>
          <dgm:constr type="t" for="ch" forName="text1" refType="h" fact="0.4408"/>
          <dgm:constr type="w" for="ch" forName="text1" refType="w" fact="0.1886"/>
          <dgm:constr type="h" for="ch" forName="text1" refType="h" fact="0.2653"/>
          <dgm:constr type="l" for="ch" forName="text3" refType="w" fact="0.1623"/>
          <dgm:constr type="t" for="ch" forName="text3" refType="h" fact="0.1475"/>
          <dgm:constr type="w" for="ch" forName="text3" refType="w" fact="0.1886"/>
          <dgm:constr type="h" for="ch" forName="text3" refType="h" fact="0.2653"/>
          <dgm:constr type="l" for="ch" forName="textaccent1" refType="w" fact="0.1668"/>
          <dgm:constr type="t" for="ch" forName="textaccent1" refType="h" fact="0.5594"/>
          <dgm:constr type="w" for="ch" forName="textaccent1" refType="w" fact="0.022"/>
          <dgm:constr type="h" for="ch" forName="textaccent1" refType="h" fact="0.0311"/>
          <dgm:constr type="l" for="ch" forName="image1" refType="w" fact="0"/>
          <dgm:constr type="t" for="ch" forName="image1" refType="h" fact="0.2941"/>
          <dgm:constr type="w" for="ch" forName="image1" refType="w" fact="0.1886"/>
          <dgm:constr type="h" for="ch" forName="image1" refType="h" fact="0.2653"/>
          <dgm:constr type="l" for="ch" forName="imageaccent1" refType="w" fact="0.1292"/>
          <dgm:constr type="t" for="ch" forName="imageaccent1" refType="h" fact="0.5242"/>
          <dgm:constr type="w" for="ch" forName="imageaccent1" refType="w" fact="0.022"/>
          <dgm:constr type="h" for="ch" forName="imageaccent1" refType="h" fact="0.0311"/>
          <dgm:constr type="l" for="ch" forName="textaccent2" refType="w" fact="0.4544"/>
          <dgm:constr type="t" for="ch" forName="textaccent2" refType="h" fact="0.5228"/>
          <dgm:constr type="w" for="ch" forName="textaccent2" refType="w" fact="0.022"/>
          <dgm:constr type="h" for="ch" forName="textaccent2" refType="h" fact="0.0311"/>
          <dgm:constr type="l" for="ch" forName="imageaccent2" refType="w" fact="0.4914"/>
          <dgm:constr type="t" for="ch" forName="imageaccent2" refType="h" fact="0.5583"/>
          <dgm:constr type="w" for="ch" forName="imageaccent2" refType="w" fact="0.022"/>
          <dgm:constr type="h" for="ch" forName="imageaccent2" refType="h" fact="0.0311"/>
          <dgm:constr type="l" for="ch" forName="textaccent3" refType="w" fact="0.2907"/>
          <dgm:constr type="t" for="ch" forName="textaccent3" refType="h" fact="0.1511"/>
          <dgm:constr type="w" for="ch" forName="textaccent3" refType="w" fact="0.022"/>
          <dgm:constr type="h" for="ch" forName="textaccent3" refType="h" fact="0.0311"/>
          <dgm:constr type="l" for="ch" forName="imageaccent3" refType="w" fact="0.3299"/>
          <dgm:constr type="t" for="ch" forName="imageaccent3" refType="h" fact="0.1175"/>
          <dgm:constr type="w" for="ch" forName="imageaccent3" refType="w" fact="0.022"/>
          <dgm:constr type="h" for="ch" forName="imageaccent3" refType="h" fact="0.0311"/>
          <dgm:constr type="l" for="ch" forName="textaccent4" refType="w" fact="0.65"/>
          <dgm:constr type="t" for="ch" forName="textaccent4" refType="h" fact="0.2645"/>
          <dgm:constr type="w" for="ch" forName="textaccent4" refType="w" fact="0.022"/>
          <dgm:constr type="h" for="ch" forName="textaccent4" refType="h" fact="0.0311"/>
          <dgm:constr type="l" for="ch" forName="imageaccent4" refType="w" fact="0.6859"/>
          <dgm:constr type="t" for="ch" forName="imageaccent4" refType="h" fact="0.3008"/>
          <dgm:constr type="w" for="ch" forName="imageaccent4" refType="w" fact="0.022"/>
          <dgm:constr type="h" for="ch" forName="imageaccent4" refType="h" fact="0.0311"/>
          <dgm:constr type="l" for="ch" forName="textaccent5" refType="w" fact="0.8123"/>
          <dgm:constr type="t" for="ch" forName="textaccent5" refType="h" fact="0.1217"/>
          <dgm:constr type="w" for="ch" forName="textaccent5" refType="w" fact="0.022"/>
          <dgm:constr type="h" for="ch" forName="textaccent5" refType="h" fact="0.0311"/>
          <dgm:constr type="l" for="ch" forName="imageaccent5" refType="w" fact="0.849"/>
          <dgm:constr type="t" for="ch" forName="imageaccent5" refType="h" fact="0.1567"/>
          <dgm:constr type="w" for="ch" forName="imageaccent5" refType="w" fact="0.022"/>
          <dgm:constr type="h" for="ch" forName="imageaccent5" refType="h" fact="0.0311"/>
          <dgm:constr type="l" for="ch" forName="image6" refType="w" fact="0.6491"/>
          <dgm:constr type="t" for="ch" forName="image6" refType="h" fact="0.5889"/>
          <dgm:constr type="w" for="ch" forName="image6" refType="w" fact="0.1886"/>
          <dgm:constr type="h" for="ch" forName="image6" refType="h" fact="0.2653"/>
          <dgm:constr type="l" for="ch" forName="text6" refType="w" fact="0.8114"/>
          <dgm:constr type="t" for="ch" forName="text6" refType="h" fact="0.4436"/>
          <dgm:constr type="w" for="ch" forName="text6" refType="w" fact="0.1886"/>
          <dgm:constr type="h" for="ch" forName="text6" refType="h" fact="0.2653"/>
          <dgm:constr type="l" for="ch" forName="imageaccent6" refType="w" fact="0.8138"/>
          <dgm:constr type="t" for="ch" forName="imageaccent6" refType="h" fact="0.7053"/>
          <dgm:constr type="w" for="ch" forName="imageaccent6" refType="w" fact="0.022"/>
          <dgm:constr type="h" for="ch" forName="imageaccent6" refType="h" fact="0.0311"/>
          <dgm:constr type="l" for="ch" forName="textaccent6" refType="w" fact="0.8488"/>
          <dgm:constr type="t" for="ch" forName="textaccent6" refType="h" fact="0.676"/>
          <dgm:constr type="w" for="ch" forName="textaccent6" refType="w" fact="0.022"/>
          <dgm:constr type="h" for="ch" forName="textaccent6" refType="h" fact="0.0311"/>
          <dgm:constr type="l" for="ch" forName="text7" refType="w" fact="0.3244"/>
          <dgm:constr type="t" for="ch" forName="text7" refType="h" fact="0.5872"/>
          <dgm:constr type="w" for="ch" forName="text7" refType="w" fact="0.1886"/>
          <dgm:constr type="h" for="ch" forName="text7" refType="h" fact="0.2653"/>
          <dgm:constr type="l" for="ch" forName="image7" refType="w" fact="0.1622"/>
          <dgm:constr type="t" for="ch" forName="image7" refType="h" fact="0.7347"/>
          <dgm:constr type="w" for="ch" forName="image7" refType="w" fact="0.1886"/>
          <dgm:constr type="h" for="ch" forName="image7" refType="h" fact="0.2653"/>
          <dgm:constr type="l" for="ch" forName="imageaccent7" refType="w" fact="0.2905"/>
          <dgm:constr type="t" for="ch" forName="imageaccent7" refType="h" fact="0.7384"/>
          <dgm:constr type="w" for="ch" forName="imageaccent7" refType="w" fact="0.022"/>
          <dgm:constr type="h" for="ch" forName="imageaccent7" refType="h" fact="0.0311"/>
          <dgm:constr type="l" for="ch" forName="textaccent7" refType="w" fact="0.3298"/>
          <dgm:constr type="t" for="ch" forName="textaccent7" refType="h" fact="0.7048"/>
          <dgm:constr type="w" for="ch" forName="textaccent7" refType="w" fact="0.022"/>
          <dgm:constr type="h" for="ch" forName="textaccent7" refType="h" fact="0.0311"/>
        </dgm:constrLst>
      </dgm:if>
      <dgm:if name="Name9" axis="ch" ptType="node" func="cnt" op="equ" val="8">
        <dgm:alg type="composite">
          <dgm:param type="ar" val="1.8974"/>
        </dgm:alg>
        <dgm:constrLst>
          <dgm:constr type="primFontSz" for="des" ptType="node" op="equ" val="65"/>
          <dgm:constr type="l" for="ch" forName="image4" refType="w" fact="0.5589"/>
          <dgm:constr type="t" for="ch" forName="image4" refType="h" fact="0.2952"/>
          <dgm:constr type="w" for="ch" forName="image4" refType="w" fact="0.1624"/>
          <dgm:constr type="h" for="ch" forName="image4" refType="h" fact="0.2645"/>
          <dgm:constr type="l" for="ch" forName="text5" refType="w" fact="0.5589"/>
          <dgm:constr type="t" for="ch" forName="text5" refType="h" fact="0.0028"/>
          <dgm:constr type="w" for="ch" forName="text5" refType="w" fact="0.1624"/>
          <dgm:constr type="h" for="ch" forName="text5" refType="h" fact="0.2645"/>
          <dgm:constr type="l" for="ch" forName="image5" refType="w" fact="0.6986"/>
          <dgm:constr type="t" for="ch" forName="image5" refType="h" fact="0.1504"/>
          <dgm:constr type="w" for="ch" forName="image5" refType="w" fact="0.1624"/>
          <dgm:constr type="h" for="ch" forName="image5" refType="h" fact="0.2645"/>
          <dgm:constr type="l" for="ch" forName="image2" refType="w" fact="0.4192"/>
          <dgm:constr type="t" for="ch" forName="image2" refType="h" fact="0.439"/>
          <dgm:constr type="w" for="ch" forName="image2" refType="w" fact="0.1624"/>
          <dgm:constr type="h" for="ch" forName="image2" refType="h" fact="0.2645"/>
          <dgm:constr type="l" for="ch" forName="text4" refType="w" fact="0.4192"/>
          <dgm:constr type="t" for="ch" forName="text4" refType="h" fact="0.1465"/>
          <dgm:constr type="w" for="ch" forName="text4" refType="w" fact="0.1624"/>
          <dgm:constr type="h" for="ch" forName="text4" refType="h" fact="0.2645"/>
          <dgm:constr type="l" for="ch" forName="text2" refType="w" fact="0.2794"/>
          <dgm:constr type="t" for="ch" forName="text2" refType="h" fact="0.2925"/>
          <dgm:constr type="w" for="ch" forName="text2" refType="w" fact="0.1624"/>
          <dgm:constr type="h" for="ch" forName="text2" refType="h" fact="0.2645"/>
          <dgm:constr type="l" for="ch" forName="image3" refType="w" fact="0.2794"/>
          <dgm:constr type="t" for="ch" forName="image3" refType="h" fact="0"/>
          <dgm:constr type="w" for="ch" forName="image3" refType="w" fact="0.1624"/>
          <dgm:constr type="h" for="ch" forName="image3" refType="h" fact="0.2645"/>
          <dgm:constr type="l" for="ch" forName="text1" refType="w" fact="0.1397"/>
          <dgm:constr type="t" for="ch" forName="text1" refType="h" fact="0.4395"/>
          <dgm:constr type="w" for="ch" forName="text1" refType="w" fact="0.1624"/>
          <dgm:constr type="h" for="ch" forName="text1" refType="h" fact="0.2645"/>
          <dgm:constr type="l" for="ch" forName="text3" refType="w" fact="0.1397"/>
          <dgm:constr type="t" for="ch" forName="text3" refType="h" fact="0.1471"/>
          <dgm:constr type="w" for="ch" forName="text3" refType="w" fact="0.1624"/>
          <dgm:constr type="h" for="ch" forName="text3" refType="h" fact="0.2645"/>
          <dgm:constr type="l" for="ch" forName="textaccent1" refType="w" fact="0.1436"/>
          <dgm:constr type="t" for="ch" forName="textaccent1" refType="h" fact="0.5578"/>
          <dgm:constr type="w" for="ch" forName="textaccent1" refType="w" fact="0.0189"/>
          <dgm:constr type="h" for="ch" forName="textaccent1" refType="h" fact="0.031"/>
          <dgm:constr type="l" for="ch" forName="image1" refType="w" fact="0"/>
          <dgm:constr type="t" for="ch" forName="image1" refType="h" fact="0.2933"/>
          <dgm:constr type="w" for="ch" forName="image1" refType="w" fact="0.1624"/>
          <dgm:constr type="h" for="ch" forName="image1" refType="h" fact="0.2645"/>
          <dgm:constr type="l" for="ch" forName="imageaccent1" refType="w" fact="0.1112"/>
          <dgm:constr type="t" for="ch" forName="imageaccent1" refType="h" fact="0.5227"/>
          <dgm:constr type="w" for="ch" forName="imageaccent1" refType="w" fact="0.0189"/>
          <dgm:constr type="h" for="ch" forName="imageaccent1" refType="h" fact="0.031"/>
          <dgm:constr type="l" for="ch" forName="textaccent2" refType="w" fact="0.3912"/>
          <dgm:constr type="t" for="ch" forName="textaccent2" refType="h" fact="0.5213"/>
          <dgm:constr type="w" for="ch" forName="textaccent2" refType="w" fact="0.0189"/>
          <dgm:constr type="h" for="ch" forName="textaccent2" refType="h" fact="0.031"/>
          <dgm:constr type="l" for="ch" forName="imageaccent2" refType="w" fact="0.4231"/>
          <dgm:constr type="t" for="ch" forName="imageaccent2" refType="h" fact="0.5567"/>
          <dgm:constr type="w" for="ch" forName="imageaccent2" refType="w" fact="0.0189"/>
          <dgm:constr type="h" for="ch" forName="imageaccent2" refType="h" fact="0.031"/>
          <dgm:constr type="l" for="ch" forName="textaccent3" refType="w" fact="0.2502"/>
          <dgm:constr type="t" for="ch" forName="textaccent3" refType="h" fact="0.1507"/>
          <dgm:constr type="w" for="ch" forName="textaccent3" refType="w" fact="0.0189"/>
          <dgm:constr type="h" for="ch" forName="textaccent3" refType="h" fact="0.031"/>
          <dgm:constr type="l" for="ch" forName="imageaccent3" refType="w" fact="0.2841"/>
          <dgm:constr type="t" for="ch" forName="imageaccent3" refType="h" fact="0.1172"/>
          <dgm:constr type="w" for="ch" forName="imageaccent3" refType="w" fact="0.0189"/>
          <dgm:constr type="h" for="ch" forName="imageaccent3" refType="h" fact="0.031"/>
          <dgm:constr type="l" for="ch" forName="textaccent4" refType="w" fact="0.5596"/>
          <dgm:constr type="t" for="ch" forName="textaccent4" refType="h" fact="0.2637"/>
          <dgm:constr type="w" for="ch" forName="textaccent4" refType="w" fact="0.0189"/>
          <dgm:constr type="h" for="ch" forName="textaccent4" refType="h" fact="0.031"/>
          <dgm:constr type="l" for="ch" forName="imageaccent4" refType="w" fact="0.5905"/>
          <dgm:constr type="t" for="ch" forName="imageaccent4" refType="h" fact="0.3"/>
          <dgm:constr type="w" for="ch" forName="imageaccent4" refType="w" fact="0.0189"/>
          <dgm:constr type="h" for="ch" forName="imageaccent4" refType="h" fact="0.031"/>
          <dgm:constr type="l" for="ch" forName="textaccent5" refType="w" fact="0.6993"/>
          <dgm:constr type="t" for="ch" forName="textaccent5" refType="h" fact="0.1214"/>
          <dgm:constr type="w" for="ch" forName="textaccent5" refType="w" fact="0.0189"/>
          <dgm:constr type="h" for="ch" forName="textaccent5" refType="h" fact="0.031"/>
          <dgm:constr type="l" for="ch" forName="imageaccent5" refType="w" fact="0.731"/>
          <dgm:constr type="t" for="ch" forName="imageaccent5" refType="h" fact="0.1563"/>
          <dgm:constr type="w" for="ch" forName="imageaccent5" refType="w" fact="0.0189"/>
          <dgm:constr type="h" for="ch" forName="imageaccent5" refType="h" fact="0.031"/>
          <dgm:constr type="l" for="ch" forName="image6" refType="w" fact="0.5589"/>
          <dgm:constr type="t" for="ch" forName="image6" refType="h" fact="0.5872"/>
          <dgm:constr type="w" for="ch" forName="image6" refType="w" fact="0.1624"/>
          <dgm:constr type="h" for="ch" forName="image6" refType="h" fact="0.2645"/>
          <dgm:constr type="l" for="ch" forName="text6" refType="w" fact="0.6986"/>
          <dgm:constr type="t" for="ch" forName="text6" refType="h" fact="0.4424"/>
          <dgm:constr type="w" for="ch" forName="text6" refType="w" fact="0.1624"/>
          <dgm:constr type="h" for="ch" forName="text6" refType="h" fact="0.2645"/>
          <dgm:constr type="l" for="ch" forName="imageaccent6" refType="w" fact="0.7007"/>
          <dgm:constr type="t" for="ch" forName="imageaccent6" refType="h" fact="0.7033"/>
          <dgm:constr type="w" for="ch" forName="imageaccent6" refType="w" fact="0.0189"/>
          <dgm:constr type="h" for="ch" forName="imageaccent6" refType="h" fact="0.031"/>
          <dgm:constr type="l" for="ch" forName="textaccent6" refType="w" fact="0.7308"/>
          <dgm:constr type="t" for="ch" forName="textaccent6" refType="h" fact="0.6741"/>
          <dgm:constr type="w" for="ch" forName="textaccent6" refType="w" fact="0.0189"/>
          <dgm:constr type="h" for="ch" forName="textaccent6" refType="h" fact="0.031"/>
          <dgm:constr type="l" for="ch" forName="text7" refType="w" fact="0.2793"/>
          <dgm:constr type="t" for="ch" forName="text7" refType="h" fact="0.5856"/>
          <dgm:constr type="w" for="ch" forName="text7" refType="w" fact="0.1624"/>
          <dgm:constr type="h" for="ch" forName="text7" refType="h" fact="0.2645"/>
          <dgm:constr type="l" for="ch" forName="image7" refType="w" fact="0.1396"/>
          <dgm:constr type="t" for="ch" forName="image7" refType="h" fact="0.7326"/>
          <dgm:constr type="w" for="ch" forName="image7" refType="w" fact="0.1624"/>
          <dgm:constr type="h" for="ch" forName="image7" refType="h" fact="0.2645"/>
          <dgm:constr type="l" for="ch" forName="imageaccent7" refType="w" fact="0.2501"/>
          <dgm:constr type="t" for="ch" forName="imageaccent7" refType="h" fact="0.7363"/>
          <dgm:constr type="w" for="ch" forName="imageaccent7" refType="w" fact="0.0189"/>
          <dgm:constr type="h" for="ch" forName="imageaccent7" refType="h" fact="0.031"/>
          <dgm:constr type="l" for="ch" forName="textaccent7" refType="w" fact="0.284"/>
          <dgm:constr type="t" for="ch" forName="textaccent7" refType="h" fact="0.7028"/>
          <dgm:constr type="w" for="ch" forName="textaccent7" refType="w" fact="0.0189"/>
          <dgm:constr type="h" for="ch" forName="textaccent7" refType="h" fact="0.031"/>
          <dgm:constr type="l" for="ch" forName="image8" refType="w" fact="0.6979"/>
          <dgm:constr type="t" for="ch" forName="image8" refType="h" fact="0.7355"/>
          <dgm:constr type="w" for="ch" forName="image8" refType="w" fact="0.1624"/>
          <dgm:constr type="h" for="ch" forName="image8" refType="h" fact="0.2645"/>
          <dgm:constr type="l" for="ch" forName="text8" refType="w" fact="0.8376"/>
          <dgm:constr type="t" for="ch" forName="text8" refType="h" fact="0.5906"/>
          <dgm:constr type="w" for="ch" forName="text8" refType="w" fact="0.1624"/>
          <dgm:constr type="h" for="ch" forName="text8" refType="h" fact="0.2645"/>
          <dgm:constr type="l" for="ch" forName="imageaccent8" refType="w" fact="0.8397"/>
          <dgm:constr type="t" for="ch" forName="imageaccent8" refType="h" fact="0.8516"/>
          <dgm:constr type="w" for="ch" forName="imageaccent8" refType="w" fact="0.0189"/>
          <dgm:constr type="h" for="ch" forName="imageaccent8" refType="h" fact="0.031"/>
          <dgm:constr type="l" for="ch" forName="textaccent8" refType="w" fact="0.8698"/>
          <dgm:constr type="t" for="ch" forName="textaccent8" refType="h" fact="0.8223"/>
          <dgm:constr type="w" for="ch" forName="textaccent8" refType="w" fact="0.0189"/>
          <dgm:constr type="h" for="ch" forName="textaccent8" refType="h" fact="0.031"/>
        </dgm:constrLst>
      </dgm:if>
      <dgm:if name="Name10" axis="ch" ptType="node" func="cnt" op="equ" val="9">
        <dgm:alg type="composite">
          <dgm:param type="ar" val="1.8986"/>
        </dgm:alg>
        <dgm:constrLst>
          <dgm:constr type="primFontSz" for="des" ptType="node" op="equ" val="65"/>
          <dgm:constr type="l" for="ch" forName="image4" refType="w" fact="0.5585"/>
          <dgm:constr type="t" for="ch" forName="image4" refType="h" fact="0.2952"/>
          <dgm:constr type="w" for="ch" forName="image4" refType="w" fact="0.1623"/>
          <dgm:constr type="h" for="ch" forName="image4" refType="h" fact="0.2645"/>
          <dgm:constr type="l" for="ch" forName="text5" refType="w" fact="0.5585"/>
          <dgm:constr type="t" for="ch" forName="text5" refType="h" fact="0.0028"/>
          <dgm:constr type="w" for="ch" forName="text5" refType="w" fact="0.1623"/>
          <dgm:constr type="h" for="ch" forName="text5" refType="h" fact="0.2645"/>
          <dgm:constr type="l" for="ch" forName="image5" refType="w" fact="0.6982"/>
          <dgm:constr type="t" for="ch" forName="image5" refType="h" fact="0.1504"/>
          <dgm:constr type="w" for="ch" forName="image5" refType="w" fact="0.1623"/>
          <dgm:constr type="h" for="ch" forName="image5" refType="h" fact="0.2645"/>
          <dgm:constr type="l" for="ch" forName="image2" refType="w" fact="0.4189"/>
          <dgm:constr type="t" for="ch" forName="image2" refType="h" fact="0.439"/>
          <dgm:constr type="w" for="ch" forName="image2" refType="w" fact="0.1623"/>
          <dgm:constr type="h" for="ch" forName="image2" refType="h" fact="0.2645"/>
          <dgm:constr type="l" for="ch" forName="text4" refType="w" fact="0.4189"/>
          <dgm:constr type="t" for="ch" forName="text4" refType="h" fact="0.1465"/>
          <dgm:constr type="w" for="ch" forName="text4" refType="w" fact="0.1623"/>
          <dgm:constr type="h" for="ch" forName="text4" refType="h" fact="0.2645"/>
          <dgm:constr type="l" for="ch" forName="text2" refType="w" fact="0.2793"/>
          <dgm:constr type="t" for="ch" forName="text2" refType="h" fact="0.2925"/>
          <dgm:constr type="w" for="ch" forName="text2" refType="w" fact="0.1623"/>
          <dgm:constr type="h" for="ch" forName="text2" refType="h" fact="0.2645"/>
          <dgm:constr type="l" for="ch" forName="image3" refType="w" fact="0.2793"/>
          <dgm:constr type="t" for="ch" forName="image3" refType="h" fact="0"/>
          <dgm:constr type="w" for="ch" forName="image3" refType="w" fact="0.1623"/>
          <dgm:constr type="h" for="ch" forName="image3" refType="h" fact="0.2645"/>
          <dgm:constr type="l" for="ch" forName="text1" refType="w" fact="0.1396"/>
          <dgm:constr type="t" for="ch" forName="text1" refType="h" fact="0.4395"/>
          <dgm:constr type="w" for="ch" forName="text1" refType="w" fact="0.1623"/>
          <dgm:constr type="h" for="ch" forName="text1" refType="h" fact="0.2645"/>
          <dgm:constr type="l" for="ch" forName="text3" refType="w" fact="0.1396"/>
          <dgm:constr type="t" for="ch" forName="text3" refType="h" fact="0.1471"/>
          <dgm:constr type="w" for="ch" forName="text3" refType="w" fact="0.1623"/>
          <dgm:constr type="h" for="ch" forName="text3" refType="h" fact="0.2645"/>
          <dgm:constr type="l" for="ch" forName="textaccent1" refType="w" fact="0.1435"/>
          <dgm:constr type="t" for="ch" forName="textaccent1" refType="h" fact="0.5578"/>
          <dgm:constr type="w" for="ch" forName="textaccent1" refType="w" fact="0.0189"/>
          <dgm:constr type="h" for="ch" forName="textaccent1" refType="h" fact="0.031"/>
          <dgm:constr type="l" for="ch" forName="image1" refType="w" fact="0"/>
          <dgm:constr type="t" for="ch" forName="image1" refType="h" fact="0.2933"/>
          <dgm:constr type="w" for="ch" forName="image1" refType="w" fact="0.1623"/>
          <dgm:constr type="h" for="ch" forName="image1" refType="h" fact="0.2645"/>
          <dgm:constr type="l" for="ch" forName="imageaccent1" refType="w" fact="0.1111"/>
          <dgm:constr type="t" for="ch" forName="imageaccent1" refType="h" fact="0.5227"/>
          <dgm:constr type="w" for="ch" forName="imageaccent1" refType="w" fact="0.0189"/>
          <dgm:constr type="h" for="ch" forName="imageaccent1" refType="h" fact="0.031"/>
          <dgm:constr type="l" for="ch" forName="textaccent2" refType="w" fact="0.391"/>
          <dgm:constr type="t" for="ch" forName="textaccent2" refType="h" fact="0.5213"/>
          <dgm:constr type="w" for="ch" forName="textaccent2" refType="w" fact="0.0189"/>
          <dgm:constr type="h" for="ch" forName="textaccent2" refType="h" fact="0.031"/>
          <dgm:constr type="l" for="ch" forName="imageaccent2" refType="w" fact="0.4228"/>
          <dgm:constr type="t" for="ch" forName="imageaccent2" refType="h" fact="0.5567"/>
          <dgm:constr type="w" for="ch" forName="imageaccent2" refType="w" fact="0.0189"/>
          <dgm:constr type="h" for="ch" forName="imageaccent2" refType="h" fact="0.031"/>
          <dgm:constr type="l" for="ch" forName="textaccent3" refType="w" fact="0.2501"/>
          <dgm:constr type="t" for="ch" forName="textaccent3" refType="h" fact="0.1507"/>
          <dgm:constr type="w" for="ch" forName="textaccent3" refType="w" fact="0.0189"/>
          <dgm:constr type="h" for="ch" forName="textaccent3" refType="h" fact="0.031"/>
          <dgm:constr type="l" for="ch" forName="imageaccent3" refType="w" fact="0.2839"/>
          <dgm:constr type="t" for="ch" forName="imageaccent3" refType="h" fact="0.1172"/>
          <dgm:constr type="w" for="ch" forName="imageaccent3" refType="w" fact="0.0189"/>
          <dgm:constr type="h" for="ch" forName="imageaccent3" refType="h" fact="0.031"/>
          <dgm:constr type="l" for="ch" forName="textaccent4" refType="w" fact="0.5593"/>
          <dgm:constr type="t" for="ch" forName="textaccent4" refType="h" fact="0.2637"/>
          <dgm:constr type="w" for="ch" forName="textaccent4" refType="w" fact="0.0189"/>
          <dgm:constr type="h" for="ch" forName="textaccent4" refType="h" fact="0.031"/>
          <dgm:constr type="l" for="ch" forName="imageaccent4" refType="w" fact="0.5901"/>
          <dgm:constr type="t" for="ch" forName="imageaccent4" refType="h" fact="0.3"/>
          <dgm:constr type="w" for="ch" forName="imageaccent4" refType="w" fact="0.0189"/>
          <dgm:constr type="h" for="ch" forName="imageaccent4" refType="h" fact="0.031"/>
          <dgm:constr type="l" for="ch" forName="textaccent5" refType="w" fact="0.6989"/>
          <dgm:constr type="t" for="ch" forName="textaccent5" refType="h" fact="0.1214"/>
          <dgm:constr type="w" for="ch" forName="textaccent5" refType="w" fact="0.0189"/>
          <dgm:constr type="h" for="ch" forName="textaccent5" refType="h" fact="0.031"/>
          <dgm:constr type="l" for="ch" forName="imageaccent5" refType="w" fact="0.7305"/>
          <dgm:constr type="t" for="ch" forName="imageaccent5" refType="h" fact="0.1563"/>
          <dgm:constr type="w" for="ch" forName="imageaccent5" refType="w" fact="0.0189"/>
          <dgm:constr type="h" for="ch" forName="imageaccent5" refType="h" fact="0.031"/>
          <dgm:constr type="l" for="ch" forName="image6" refType="w" fact="0.5585"/>
          <dgm:constr type="t" for="ch" forName="image6" refType="h" fact="0.5872"/>
          <dgm:constr type="w" for="ch" forName="image6" refType="w" fact="0.1623"/>
          <dgm:constr type="h" for="ch" forName="image6" refType="h" fact="0.2645"/>
          <dgm:constr type="l" for="ch" forName="text6" refType="w" fact="0.6982"/>
          <dgm:constr type="t" for="ch" forName="text6" refType="h" fact="0.4424"/>
          <dgm:constr type="w" for="ch" forName="text6" refType="w" fact="0.1623"/>
          <dgm:constr type="h" for="ch" forName="text6" refType="h" fact="0.2645"/>
          <dgm:constr type="l" for="ch" forName="imageaccent6" refType="w" fact="0.7002"/>
          <dgm:constr type="t" for="ch" forName="imageaccent6" refType="h" fact="0.7033"/>
          <dgm:constr type="w" for="ch" forName="imageaccent6" refType="w" fact="0.0189"/>
          <dgm:constr type="h" for="ch" forName="imageaccent6" refType="h" fact="0.031"/>
          <dgm:constr type="l" for="ch" forName="textaccent6" refType="w" fact="0.7303"/>
          <dgm:constr type="t" for="ch" forName="textaccent6" refType="h" fact="0.6741"/>
          <dgm:constr type="w" for="ch" forName="textaccent6" refType="w" fact="0.0189"/>
          <dgm:constr type="h" for="ch" forName="textaccent6" refType="h" fact="0.031"/>
          <dgm:constr type="l" for="ch" forName="text7" refType="w" fact="0.2792"/>
          <dgm:constr type="t" for="ch" forName="text7" refType="h" fact="0.5856"/>
          <dgm:constr type="w" for="ch" forName="text7" refType="w" fact="0.1623"/>
          <dgm:constr type="h" for="ch" forName="text7" refType="h" fact="0.2645"/>
          <dgm:constr type="l" for="ch" forName="image7" refType="w" fact="0.1395"/>
          <dgm:constr type="t" for="ch" forName="image7" refType="h" fact="0.7326"/>
          <dgm:constr type="w" for="ch" forName="image7" refType="w" fact="0.1623"/>
          <dgm:constr type="h" for="ch" forName="image7" refType="h" fact="0.2645"/>
          <dgm:constr type="l" for="ch" forName="imageaccent7" refType="w" fact="0.25"/>
          <dgm:constr type="t" for="ch" forName="imageaccent7" refType="h" fact="0.7363"/>
          <dgm:constr type="w" for="ch" forName="imageaccent7" refType="w" fact="0.0189"/>
          <dgm:constr type="h" for="ch" forName="imageaccent7" refType="h" fact="0.031"/>
          <dgm:constr type="l" for="ch" forName="textaccent7" refType="w" fact="0.2838"/>
          <dgm:constr type="t" for="ch" forName="textaccent7" refType="h" fact="0.7028"/>
          <dgm:constr type="w" for="ch" forName="textaccent7" refType="w" fact="0.0189"/>
          <dgm:constr type="h" for="ch" forName="textaccent7" refType="h" fact="0.031"/>
          <dgm:constr type="l" for="ch" forName="image8" refType="w" fact="0.6975"/>
          <dgm:constr type="t" for="ch" forName="image8" refType="h" fact="0.7355"/>
          <dgm:constr type="w" for="ch" forName="image8" refType="w" fact="0.1623"/>
          <dgm:constr type="h" for="ch" forName="image8" refType="h" fact="0.2645"/>
          <dgm:constr type="l" for="ch" forName="text8" refType="w" fact="0.8371"/>
          <dgm:constr type="t" for="ch" forName="text8" refType="h" fact="0.5906"/>
          <dgm:constr type="w" for="ch" forName="text8" refType="w" fact="0.1623"/>
          <dgm:constr type="h" for="ch" forName="text8" refType="h" fact="0.2645"/>
          <dgm:constr type="l" for="ch" forName="imageaccent8" refType="w" fact="0.8392"/>
          <dgm:constr type="t" for="ch" forName="imageaccent8" refType="h" fact="0.8516"/>
          <dgm:constr type="w" for="ch" forName="imageaccent8" refType="w" fact="0.0189"/>
          <dgm:constr type="h" for="ch" forName="imageaccent8" refType="h" fact="0.031"/>
          <dgm:constr type="l" for="ch" forName="textaccent8" refType="w" fact="0.8693"/>
          <dgm:constr type="t" for="ch" forName="textaccent8" refType="h" fact="0.8223"/>
          <dgm:constr type="w" for="ch" forName="textaccent8" refType="w" fact="0.0189"/>
          <dgm:constr type="h" for="ch" forName="textaccent8" refType="h" fact="0.031"/>
          <dgm:constr type="l" for="ch" forName="text9" refType="w" fact="0.8377"/>
          <dgm:constr type="t" for="ch" forName="text9" refType="h" fact="0.0057"/>
          <dgm:constr type="w" for="ch" forName="text9" refType="w" fact="0.1623"/>
          <dgm:constr type="h" for="ch" forName="text9" refType="h" fact="0.2645"/>
          <dgm:constr type="l" for="ch" forName="textaccent9" refType="w" fact="0.95"/>
          <dgm:constr type="t" for="ch" forName="textaccent9" refType="h" fact="0.2383"/>
          <dgm:constr type="w" for="ch" forName="textaccent9" refType="w" fact="0.0189"/>
          <dgm:constr type="h" for="ch" forName="textaccent9" refType="h" fact="0.031"/>
          <dgm:constr type="l" for="ch" forName="image9" refType="w" fact="0.8377"/>
          <dgm:constr type="t" for="ch" forName="image9" refType="h" fact="0.2977"/>
          <dgm:constr type="w" for="ch" forName="image9" refType="w" fact="0.1623"/>
          <dgm:constr type="h" for="ch" forName="image9" refType="h" fact="0.2645"/>
          <dgm:constr type="l" for="ch" forName="imageaccent9" refType="w" fact="0.95"/>
          <dgm:constr type="t" for="ch" forName="imageaccent9" refType="h" fact="0.2993"/>
          <dgm:constr type="w" for="ch" forName="imageaccent9" refType="w" fact="0.0189"/>
          <dgm:constr type="h" for="ch" forName="imageaccent9" refType="h" fact="0.031"/>
        </dgm:constrLst>
      </dgm:if>
      <dgm:if name="Name11" axis="ch" ptType="node" func="cnt" op="equ" val="10">
        <dgm:alg type="composite">
          <dgm:param type="ar" val="1.6608"/>
        </dgm:alg>
        <dgm:constrLst>
          <dgm:constr type="primFontSz" for="des" ptType="node" op="equ" val="65"/>
          <dgm:constr type="l" for="ch" forName="image4" refType="w" fact="0.5585"/>
          <dgm:constr type="t" for="ch" forName="image4" refType="h" fact="0.2583"/>
          <dgm:constr type="w" for="ch" forName="image4" refType="w" fact="0.1623"/>
          <dgm:constr type="h" for="ch" forName="image4" refType="h" fact="0.2314"/>
          <dgm:constr type="l" for="ch" forName="text5" refType="w" fact="0.5585"/>
          <dgm:constr type="t" for="ch" forName="text5" refType="h" fact="0.0024"/>
          <dgm:constr type="w" for="ch" forName="text5" refType="w" fact="0.1623"/>
          <dgm:constr type="h" for="ch" forName="text5" refType="h" fact="0.2314"/>
          <dgm:constr type="l" for="ch" forName="image5" refType="w" fact="0.6982"/>
          <dgm:constr type="t" for="ch" forName="image5" refType="h" fact="0.1316"/>
          <dgm:constr type="w" for="ch" forName="image5" refType="w" fact="0.1623"/>
          <dgm:constr type="h" for="ch" forName="image5" refType="h" fact="0.2314"/>
          <dgm:constr type="l" for="ch" forName="image2" refType="w" fact="0.4189"/>
          <dgm:constr type="t" for="ch" forName="image2" refType="h" fact="0.384"/>
          <dgm:constr type="w" for="ch" forName="image2" refType="w" fact="0.1623"/>
          <dgm:constr type="h" for="ch" forName="image2" refType="h" fact="0.2314"/>
          <dgm:constr type="l" for="ch" forName="text4" refType="w" fact="0.4189"/>
          <dgm:constr type="t" for="ch" forName="text4" refType="h" fact="0.1282"/>
          <dgm:constr type="w" for="ch" forName="text4" refType="w" fact="0.1623"/>
          <dgm:constr type="h" for="ch" forName="text4" refType="h" fact="0.2314"/>
          <dgm:constr type="l" for="ch" forName="text2" refType="w" fact="0.2793"/>
          <dgm:constr type="t" for="ch" forName="text2" refType="h" fact="0.2558"/>
          <dgm:constr type="w" for="ch" forName="text2" refType="w" fact="0.1623"/>
          <dgm:constr type="h" for="ch" forName="text2" refType="h" fact="0.2314"/>
          <dgm:constr type="l" for="ch" forName="image3" refType="w" fact="0.2793"/>
          <dgm:constr type="t" for="ch" forName="image3" refType="h" fact="0"/>
          <dgm:constr type="w" for="ch" forName="image3" refType="w" fact="0.1623"/>
          <dgm:constr type="h" for="ch" forName="image3" refType="h" fact="0.2314"/>
          <dgm:constr type="l" for="ch" forName="text1" refType="w" fact="0.1396"/>
          <dgm:constr type="t" for="ch" forName="text1" refType="h" fact="0.3845"/>
          <dgm:constr type="w" for="ch" forName="text1" refType="w" fact="0.1623"/>
          <dgm:constr type="h" for="ch" forName="text1" refType="h" fact="0.2314"/>
          <dgm:constr type="l" for="ch" forName="text3" refType="w" fact="0.1396"/>
          <dgm:constr type="t" for="ch" forName="text3" refType="h" fact="0.1286"/>
          <dgm:constr type="w" for="ch" forName="text3" refType="w" fact="0.1623"/>
          <dgm:constr type="h" for="ch" forName="text3" refType="h" fact="0.2314"/>
          <dgm:constr type="l" for="ch" forName="textaccent1" refType="w" fact="0.1435"/>
          <dgm:constr type="t" for="ch" forName="textaccent1" refType="h" fact="0.488"/>
          <dgm:constr type="w" for="ch" forName="textaccent1" refType="w" fact="0.0189"/>
          <dgm:constr type="h" for="ch" forName="textaccent1" refType="h" fact="0.0271"/>
          <dgm:constr type="l" for="ch" forName="image1" refType="w" fact="0"/>
          <dgm:constr type="t" for="ch" forName="image1" refType="h" fact="0.2566"/>
          <dgm:constr type="w" for="ch" forName="image1" refType="w" fact="0.1623"/>
          <dgm:constr type="h" for="ch" forName="image1" refType="h" fact="0.2314"/>
          <dgm:constr type="l" for="ch" forName="imageaccent1" refType="w" fact="0.1111"/>
          <dgm:constr type="t" for="ch" forName="imageaccent1" refType="h" fact="0.4572"/>
          <dgm:constr type="w" for="ch" forName="imageaccent1" refType="w" fact="0.0189"/>
          <dgm:constr type="h" for="ch" forName="imageaccent1" refType="h" fact="0.0271"/>
          <dgm:constr type="l" for="ch" forName="textaccent2" refType="w" fact="0.391"/>
          <dgm:constr type="t" for="ch" forName="textaccent2" refType="h" fact="0.456"/>
          <dgm:constr type="w" for="ch" forName="textaccent2" refType="w" fact="0.0189"/>
          <dgm:constr type="h" for="ch" forName="textaccent2" refType="h" fact="0.0271"/>
          <dgm:constr type="l" for="ch" forName="imageaccent2" refType="w" fact="0.4228"/>
          <dgm:constr type="t" for="ch" forName="imageaccent2" refType="h" fact="0.487"/>
          <dgm:constr type="w" for="ch" forName="imageaccent2" refType="w" fact="0.0189"/>
          <dgm:constr type="h" for="ch" forName="imageaccent2" refType="h" fact="0.0271"/>
          <dgm:constr type="l" for="ch" forName="textaccent3" refType="w" fact="0.2501"/>
          <dgm:constr type="t" for="ch" forName="textaccent3" refType="h" fact="0.1318"/>
          <dgm:constr type="w" for="ch" forName="textaccent3" refType="w" fact="0.0189"/>
          <dgm:constr type="h" for="ch" forName="textaccent3" refType="h" fact="0.0271"/>
          <dgm:constr type="l" for="ch" forName="imageaccent3" refType="w" fact="0.2839"/>
          <dgm:constr type="t" for="ch" forName="imageaccent3" refType="h" fact="0.1025"/>
          <dgm:constr type="w" for="ch" forName="imageaccent3" refType="w" fact="0.0189"/>
          <dgm:constr type="h" for="ch" forName="imageaccent3" refType="h" fact="0.0271"/>
          <dgm:constr type="l" for="ch" forName="textaccent4" refType="w" fact="0.5593"/>
          <dgm:constr type="t" for="ch" forName="textaccent4" refType="h" fact="0.2307"/>
          <dgm:constr type="w" for="ch" forName="textaccent4" refType="w" fact="0.0189"/>
          <dgm:constr type="h" for="ch" forName="textaccent4" refType="h" fact="0.0271"/>
          <dgm:constr type="l" for="ch" forName="imageaccent4" refType="w" fact="0.5901"/>
          <dgm:constr type="t" for="ch" forName="imageaccent4" refType="h" fact="0.2624"/>
          <dgm:constr type="w" for="ch" forName="imageaccent4" refType="w" fact="0.0189"/>
          <dgm:constr type="h" for="ch" forName="imageaccent4" refType="h" fact="0.0271"/>
          <dgm:constr type="l" for="ch" forName="textaccent5" refType="w" fact="0.6989"/>
          <dgm:constr type="t" for="ch" forName="textaccent5" refType="h" fact="0.1062"/>
          <dgm:constr type="w" for="ch" forName="textaccent5" refType="w" fact="0.0189"/>
          <dgm:constr type="h" for="ch" forName="textaccent5" refType="h" fact="0.0271"/>
          <dgm:constr type="l" for="ch" forName="imageaccent5" refType="w" fact="0.7305"/>
          <dgm:constr type="t" for="ch" forName="imageaccent5" refType="h" fact="0.1367"/>
          <dgm:constr type="w" for="ch" forName="imageaccent5" refType="w" fact="0.0189"/>
          <dgm:constr type="h" for="ch" forName="imageaccent5" refType="h" fact="0.0271"/>
          <dgm:constr type="l" for="ch" forName="image6" refType="w" fact="0.5585"/>
          <dgm:constr type="t" for="ch" forName="image6" refType="h" fact="0.5137"/>
          <dgm:constr type="w" for="ch" forName="image6" refType="w" fact="0.1623"/>
          <dgm:constr type="h" for="ch" forName="image6" refType="h" fact="0.2314"/>
          <dgm:constr type="l" for="ch" forName="text6" refType="w" fact="0.6982"/>
          <dgm:constr type="t" for="ch" forName="text6" refType="h" fact="0.387"/>
          <dgm:constr type="w" for="ch" forName="text6" refType="w" fact="0.1623"/>
          <dgm:constr type="h" for="ch" forName="text6" refType="h" fact="0.2314"/>
          <dgm:constr type="l" for="ch" forName="imageaccent6" refType="w" fact="0.7002"/>
          <dgm:constr type="t" for="ch" forName="imageaccent6" refType="h" fact="0.6152"/>
          <dgm:constr type="w" for="ch" forName="imageaccent6" refType="w" fact="0.0189"/>
          <dgm:constr type="h" for="ch" forName="imageaccent6" refType="h" fact="0.0271"/>
          <dgm:constr type="l" for="ch" forName="textaccent6" refType="w" fact="0.7303"/>
          <dgm:constr type="t" for="ch" forName="textaccent6" refType="h" fact="0.5897"/>
          <dgm:constr type="w" for="ch" forName="textaccent6" refType="w" fact="0.0189"/>
          <dgm:constr type="h" for="ch" forName="textaccent6" refType="h" fact="0.0271"/>
          <dgm:constr type="l" for="ch" forName="text7" refType="w" fact="0.2792"/>
          <dgm:constr type="t" for="ch" forName="text7" refType="h" fact="0.5122"/>
          <dgm:constr type="w" for="ch" forName="text7" refType="w" fact="0.1623"/>
          <dgm:constr type="h" for="ch" forName="text7" refType="h" fact="0.2314"/>
          <dgm:constr type="l" for="ch" forName="image7" refType="w" fact="0.1395"/>
          <dgm:constr type="t" for="ch" forName="image7" refType="h" fact="0.6409"/>
          <dgm:constr type="w" for="ch" forName="image7" refType="w" fact="0.1623"/>
          <dgm:constr type="h" for="ch" forName="image7" refType="h" fact="0.2314"/>
          <dgm:constr type="l" for="ch" forName="imageaccent7" refType="w" fact="0.25"/>
          <dgm:constr type="t" for="ch" forName="imageaccent7" refType="h" fact="0.6441"/>
          <dgm:constr type="w" for="ch" forName="imageaccent7" refType="w" fact="0.0189"/>
          <dgm:constr type="h" for="ch" forName="imageaccent7" refType="h" fact="0.0271"/>
          <dgm:constr type="l" for="ch" forName="textaccent7" refType="w" fact="0.2838"/>
          <dgm:constr type="t" for="ch" forName="textaccent7" refType="h" fact="0.6148"/>
          <dgm:constr type="w" for="ch" forName="textaccent7" refType="w" fact="0.0189"/>
          <dgm:constr type="h" for="ch" forName="textaccent7" refType="h" fact="0.0271"/>
          <dgm:constr type="l" for="ch" forName="image8" refType="w" fact="0.6975"/>
          <dgm:constr type="t" for="ch" forName="image8" refType="h" fact="0.6433"/>
          <dgm:constr type="w" for="ch" forName="image8" refType="w" fact="0.1623"/>
          <dgm:constr type="h" for="ch" forName="image8" refType="h" fact="0.2314"/>
          <dgm:constr type="l" for="ch" forName="text8" refType="w" fact="0.8371"/>
          <dgm:constr type="t" for="ch" forName="text8" refType="h" fact="0.5167"/>
          <dgm:constr type="w" for="ch" forName="text8" refType="w" fact="0.1623"/>
          <dgm:constr type="h" for="ch" forName="text8" refType="h" fact="0.2314"/>
          <dgm:constr type="l" for="ch" forName="imageaccent8" refType="w" fact="0.8392"/>
          <dgm:constr type="t" for="ch" forName="imageaccent8" refType="h" fact="0.7449"/>
          <dgm:constr type="w" for="ch" forName="imageaccent8" refType="w" fact="0.0189"/>
          <dgm:constr type="h" for="ch" forName="imageaccent8" refType="h" fact="0.0271"/>
          <dgm:constr type="l" for="ch" forName="textaccent8" refType="w" fact="0.8693"/>
          <dgm:constr type="t" for="ch" forName="textaccent8" refType="h" fact="0.7194"/>
          <dgm:constr type="w" for="ch" forName="textaccent8" refType="w" fact="0.0189"/>
          <dgm:constr type="h" for="ch" forName="textaccent8" refType="h" fact="0.0271"/>
          <dgm:constr type="l" for="ch" forName="text9" refType="w" fact="0.8377"/>
          <dgm:constr type="t" for="ch" forName="text9" refType="h" fact="0.005"/>
          <dgm:constr type="w" for="ch" forName="text9" refType="w" fact="0.1623"/>
          <dgm:constr type="h" for="ch" forName="text9" refType="h" fact="0.2314"/>
          <dgm:constr type="l" for="ch" forName="textaccent9" refType="w" fact="0.95"/>
          <dgm:constr type="t" for="ch" forName="textaccent9" refType="h" fact="0.2084"/>
          <dgm:constr type="w" for="ch" forName="textaccent9" refType="w" fact="0.0189"/>
          <dgm:constr type="h" for="ch" forName="textaccent9" refType="h" fact="0.0271"/>
          <dgm:constr type="l" for="ch" forName="image9" refType="w" fact="0.8377"/>
          <dgm:constr type="t" for="ch" forName="image9" refType="h" fact="0.2604"/>
          <dgm:constr type="w" for="ch" forName="image9" refType="w" fact="0.1623"/>
          <dgm:constr type="h" for="ch" forName="image9" refType="h" fact="0.2314"/>
          <dgm:constr type="l" for="ch" forName="imageaccent9" refType="w" fact="0.95"/>
          <dgm:constr type="t" for="ch" forName="imageaccent9" refType="h" fact="0.2618"/>
          <dgm:constr type="w" for="ch" forName="imageaccent9" refType="w" fact="0.0189"/>
          <dgm:constr type="h" for="ch" forName="imageaccent9" refType="h" fact="0.0271"/>
          <dgm:constr type="l" for="ch" forName="image10" refType="w" fact="0.2786"/>
          <dgm:constr type="t" for="ch" forName="image10" refType="h" fact="0.7686"/>
          <dgm:constr type="w" for="ch" forName="image10" refType="w" fact="0.1623"/>
          <dgm:constr type="h" for="ch" forName="image10" refType="h" fact="0.2314"/>
          <dgm:constr type="l" for="ch" forName="text10" refType="w" fact="0.4183"/>
          <dgm:constr type="t" for="ch" forName="text10" refType="h" fact="0.6419"/>
          <dgm:constr type="w" for="ch" forName="text10" refType="w" fact="0.1623"/>
          <dgm:constr type="h" for="ch" forName="text10" refType="h" fact="0.2314"/>
          <dgm:constr type="l" for="ch" forName="imageaccent10" refType="w" fact="0.4203"/>
          <dgm:constr type="t" for="ch" forName="imageaccent10" refType="h" fact="0.8701"/>
          <dgm:constr type="w" for="ch" forName="imageaccent10" refType="w" fact="0.0189"/>
          <dgm:constr type="h" for="ch" forName="imageaccent10" refType="h" fact="0.0271"/>
          <dgm:constr type="l" for="ch" forName="textaccent10" refType="w" fact="0.4504"/>
          <dgm:constr type="t" for="ch" forName="textaccent10" refType="h" fact="0.8446"/>
          <dgm:constr type="w" for="ch" forName="textaccent10" refType="w" fact="0.0189"/>
          <dgm:constr type="h" for="ch" forName="textaccent10" refType="h" fact="0.0271"/>
        </dgm:constrLst>
      </dgm:if>
      <dgm:if name="Name12" axis="ch" ptType="node" func="cnt" op="equ" val="11">
        <dgm:alg type="composite">
          <dgm:param type="ar" val="1.4704"/>
        </dgm:alg>
        <dgm:constrLst>
          <dgm:constr type="primFontSz" for="des" ptType="node" op="equ" val="65"/>
          <dgm:constr type="l" for="ch" forName="image4" refType="w" fact="0.5585"/>
          <dgm:constr type="t" for="ch" forName="image4" refType="h" fact="0.2287"/>
          <dgm:constr type="w" for="ch" forName="image4" refType="w" fact="0.1623"/>
          <dgm:constr type="h" for="ch" forName="image4" refType="h" fact="0.2049"/>
          <dgm:constr type="l" for="ch" forName="text5" refType="w" fact="0.5585"/>
          <dgm:constr type="t" for="ch" forName="text5" refType="h" fact="0.0022"/>
          <dgm:constr type="w" for="ch" forName="text5" refType="w" fact="0.1623"/>
          <dgm:constr type="h" for="ch" forName="text5" refType="h" fact="0.2049"/>
          <dgm:constr type="l" for="ch" forName="image5" refType="w" fact="0.6982"/>
          <dgm:constr type="t" for="ch" forName="image5" refType="h" fact="0.1165"/>
          <dgm:constr type="w" for="ch" forName="image5" refType="w" fact="0.1623"/>
          <dgm:constr type="h" for="ch" forName="image5" refType="h" fact="0.2049"/>
          <dgm:constr type="l" for="ch" forName="image2" refType="w" fact="0.4189"/>
          <dgm:constr type="t" for="ch" forName="image2" refType="h" fact="0.34"/>
          <dgm:constr type="w" for="ch" forName="image2" refType="w" fact="0.1623"/>
          <dgm:constr type="h" for="ch" forName="image2" refType="h" fact="0.2049"/>
          <dgm:constr type="l" for="ch" forName="text4" refType="w" fact="0.4189"/>
          <dgm:constr type="t" for="ch" forName="text4" refType="h" fact="0.1135"/>
          <dgm:constr type="w" for="ch" forName="text4" refType="w" fact="0.1623"/>
          <dgm:constr type="h" for="ch" forName="text4" refType="h" fact="0.2049"/>
          <dgm:constr type="l" for="ch" forName="text2" refType="w" fact="0.2793"/>
          <dgm:constr type="t" for="ch" forName="text2" refType="h" fact="0.2265"/>
          <dgm:constr type="w" for="ch" forName="text2" refType="w" fact="0.1623"/>
          <dgm:constr type="h" for="ch" forName="text2" refType="h" fact="0.2049"/>
          <dgm:constr type="l" for="ch" forName="image3" refType="w" fact="0.2793"/>
          <dgm:constr type="t" for="ch" forName="image3" refType="h" fact="0"/>
          <dgm:constr type="w" for="ch" forName="image3" refType="w" fact="0.1623"/>
          <dgm:constr type="h" for="ch" forName="image3" refType="h" fact="0.2049"/>
          <dgm:constr type="l" for="ch" forName="text1" refType="w" fact="0.1396"/>
          <dgm:constr type="t" for="ch" forName="text1" refType="h" fact="0.3404"/>
          <dgm:constr type="w" for="ch" forName="text1" refType="w" fact="0.1623"/>
          <dgm:constr type="h" for="ch" forName="text1" refType="h" fact="0.2049"/>
          <dgm:constr type="l" for="ch" forName="text3" refType="w" fact="0.1396"/>
          <dgm:constr type="t" for="ch" forName="text3" refType="h" fact="0.1139"/>
          <dgm:constr type="w" for="ch" forName="text3" refType="w" fact="0.1623"/>
          <dgm:constr type="h" for="ch" forName="text3" refType="h" fact="0.2049"/>
          <dgm:constr type="l" for="ch" forName="textaccent1" refType="w" fact="0.1435"/>
          <dgm:constr type="t" for="ch" forName="textaccent1" refType="h" fact="0.432"/>
          <dgm:constr type="w" for="ch" forName="textaccent1" refType="w" fact="0.0189"/>
          <dgm:constr type="h" for="ch" forName="textaccent1" refType="h" fact="0.024"/>
          <dgm:constr type="l" for="ch" forName="image1" refType="w" fact="0"/>
          <dgm:constr type="t" for="ch" forName="image1" refType="h" fact="0.2272"/>
          <dgm:constr type="w" for="ch" forName="image1" refType="w" fact="0.1623"/>
          <dgm:constr type="h" for="ch" forName="image1" refType="h" fact="0.2049"/>
          <dgm:constr type="l" for="ch" forName="imageaccent1" refType="w" fact="0.1111"/>
          <dgm:constr type="t" for="ch" forName="imageaccent1" refType="h" fact="0.4048"/>
          <dgm:constr type="w" for="ch" forName="imageaccent1" refType="w" fact="0.0189"/>
          <dgm:constr type="h" for="ch" forName="imageaccent1" refType="h" fact="0.024"/>
          <dgm:constr type="l" for="ch" forName="textaccent2" refType="w" fact="0.391"/>
          <dgm:constr type="t" for="ch" forName="textaccent2" refType="h" fact="0.4038"/>
          <dgm:constr type="w" for="ch" forName="textaccent2" refType="w" fact="0.0189"/>
          <dgm:constr type="h" for="ch" forName="textaccent2" refType="h" fact="0.024"/>
          <dgm:constr type="l" for="ch" forName="imageaccent2" refType="w" fact="0.4228"/>
          <dgm:constr type="t" for="ch" forName="imageaccent2" refType="h" fact="0.4312"/>
          <dgm:constr type="w" for="ch" forName="imageaccent2" refType="w" fact="0.0189"/>
          <dgm:constr type="h" for="ch" forName="imageaccent2" refType="h" fact="0.024"/>
          <dgm:constr type="l" for="ch" forName="textaccent3" refType="w" fact="0.2501"/>
          <dgm:constr type="t" for="ch" forName="textaccent3" refType="h" fact="0.1167"/>
          <dgm:constr type="w" for="ch" forName="textaccent3" refType="w" fact="0.0189"/>
          <dgm:constr type="h" for="ch" forName="textaccent3" refType="h" fact="0.024"/>
          <dgm:constr type="l" for="ch" forName="imageaccent3" refType="w" fact="0.2839"/>
          <dgm:constr type="t" for="ch" forName="imageaccent3" refType="h" fact="0.0908"/>
          <dgm:constr type="w" for="ch" forName="imageaccent3" refType="w" fact="0.0189"/>
          <dgm:constr type="h" for="ch" forName="imageaccent3" refType="h" fact="0.024"/>
          <dgm:constr type="l" for="ch" forName="textaccent4" refType="w" fact="0.5593"/>
          <dgm:constr type="t" for="ch" forName="textaccent4" refType="h" fact="0.2042"/>
          <dgm:constr type="w" for="ch" forName="textaccent4" refType="w" fact="0.0189"/>
          <dgm:constr type="h" for="ch" forName="textaccent4" refType="h" fact="0.024"/>
          <dgm:constr type="l" for="ch" forName="imageaccent4" refType="w" fact="0.5901"/>
          <dgm:constr type="t" for="ch" forName="imageaccent4" refType="h" fact="0.2323"/>
          <dgm:constr type="w" for="ch" forName="imageaccent4" refType="w" fact="0.0189"/>
          <dgm:constr type="h" for="ch" forName="imageaccent4" refType="h" fact="0.024"/>
          <dgm:constr type="l" for="ch" forName="textaccent5" refType="w" fact="0.6989"/>
          <dgm:constr type="t" for="ch" forName="textaccent5" refType="h" fact="0.094"/>
          <dgm:constr type="w" for="ch" forName="textaccent5" refType="w" fact="0.0189"/>
          <dgm:constr type="h" for="ch" forName="textaccent5" refType="h" fact="0.024"/>
          <dgm:constr type="l" for="ch" forName="imageaccent5" refType="w" fact="0.7305"/>
          <dgm:constr type="t" for="ch" forName="imageaccent5" refType="h" fact="0.121"/>
          <dgm:constr type="w" for="ch" forName="imageaccent5" refType="w" fact="0.0189"/>
          <dgm:constr type="h" for="ch" forName="imageaccent5" refType="h" fact="0.024"/>
          <dgm:constr type="l" for="ch" forName="image6" refType="w" fact="0.5585"/>
          <dgm:constr type="t" for="ch" forName="image6" refType="h" fact="0.4548"/>
          <dgm:constr type="w" for="ch" forName="image6" refType="w" fact="0.1623"/>
          <dgm:constr type="h" for="ch" forName="image6" refType="h" fact="0.2049"/>
          <dgm:constr type="l" for="ch" forName="text6" refType="w" fact="0.6982"/>
          <dgm:constr type="t" for="ch" forName="text6" refType="h" fact="0.3426"/>
          <dgm:constr type="w" for="ch" forName="text6" refType="w" fact="0.1623"/>
          <dgm:constr type="h" for="ch" forName="text6" refType="h" fact="0.2049"/>
          <dgm:constr type="l" for="ch" forName="imageaccent6" refType="w" fact="0.7002"/>
          <dgm:constr type="t" for="ch" forName="imageaccent6" refType="h" fact="0.5447"/>
          <dgm:constr type="w" for="ch" forName="imageaccent6" refType="w" fact="0.0189"/>
          <dgm:constr type="h" for="ch" forName="imageaccent6" refType="h" fact="0.024"/>
          <dgm:constr type="l" for="ch" forName="textaccent6" refType="w" fact="0.7303"/>
          <dgm:constr type="t" for="ch" forName="textaccent6" refType="h" fact="0.5221"/>
          <dgm:constr type="w" for="ch" forName="textaccent6" refType="w" fact="0.0189"/>
          <dgm:constr type="h" for="ch" forName="textaccent6" refType="h" fact="0.024"/>
          <dgm:constr type="l" for="ch" forName="text7" refType="w" fact="0.2792"/>
          <dgm:constr type="t" for="ch" forName="text7" refType="h" fact="0.4535"/>
          <dgm:constr type="w" for="ch" forName="text7" refType="w" fact="0.1623"/>
          <dgm:constr type="h" for="ch" forName="text7" refType="h" fact="0.2049"/>
          <dgm:constr type="l" for="ch" forName="image7" refType="w" fact="0.1395"/>
          <dgm:constr type="t" for="ch" forName="image7" refType="h" fact="0.5674"/>
          <dgm:constr type="w" for="ch" forName="image7" refType="w" fact="0.1623"/>
          <dgm:constr type="h" for="ch" forName="image7" refType="h" fact="0.2049"/>
          <dgm:constr type="l" for="ch" forName="imageaccent7" refType="w" fact="0.25"/>
          <dgm:constr type="t" for="ch" forName="imageaccent7" refType="h" fact="0.5703"/>
          <dgm:constr type="w" for="ch" forName="imageaccent7" refType="w" fact="0.0189"/>
          <dgm:constr type="h" for="ch" forName="imageaccent7" refType="h" fact="0.024"/>
          <dgm:constr type="l" for="ch" forName="textaccent7" refType="w" fact="0.2838"/>
          <dgm:constr type="t" for="ch" forName="textaccent7" refType="h" fact="0.5443"/>
          <dgm:constr type="w" for="ch" forName="textaccent7" refType="w" fact="0.0189"/>
          <dgm:constr type="h" for="ch" forName="textaccent7" refType="h" fact="0.024"/>
          <dgm:constr type="l" for="ch" forName="image8" refType="w" fact="0.6975"/>
          <dgm:constr type="t" for="ch" forName="image8" refType="h" fact="0.5696"/>
          <dgm:constr type="w" for="ch" forName="image8" refType="w" fact="0.1623"/>
          <dgm:constr type="h" for="ch" forName="image8" refType="h" fact="0.2049"/>
          <dgm:constr type="l" for="ch" forName="text8" refType="w" fact="0.8371"/>
          <dgm:constr type="t" for="ch" forName="text8" refType="h" fact="0.4574"/>
          <dgm:constr type="w" for="ch" forName="text8" refType="w" fact="0.1623"/>
          <dgm:constr type="h" for="ch" forName="text8" refType="h" fact="0.2049"/>
          <dgm:constr type="l" for="ch" forName="imageaccent8" refType="w" fact="0.8392"/>
          <dgm:constr type="t" for="ch" forName="imageaccent8" refType="h" fact="0.6595"/>
          <dgm:constr type="w" for="ch" forName="imageaccent8" refType="w" fact="0.0189"/>
          <dgm:constr type="h" for="ch" forName="imageaccent8" refType="h" fact="0.024"/>
          <dgm:constr type="l" for="ch" forName="textaccent8" refType="w" fact="0.8693"/>
          <dgm:constr type="t" for="ch" forName="textaccent8" refType="h" fact="0.6369"/>
          <dgm:constr type="w" for="ch" forName="textaccent8" refType="w" fact="0.0189"/>
          <dgm:constr type="h" for="ch" forName="textaccent8" refType="h" fact="0.024"/>
          <dgm:constr type="l" for="ch" forName="text9" refType="w" fact="0.8377"/>
          <dgm:constr type="t" for="ch" forName="text9" refType="h" fact="0.0044"/>
          <dgm:constr type="w" for="ch" forName="text9" refType="w" fact="0.1623"/>
          <dgm:constr type="h" for="ch" forName="text9" refType="h" fact="0.2049"/>
          <dgm:constr type="l" for="ch" forName="textaccent9" refType="w" fact="0.95"/>
          <dgm:constr type="t" for="ch" forName="textaccent9" refType="h" fact="0.1846"/>
          <dgm:constr type="w" for="ch" forName="textaccent9" refType="w" fact="0.0189"/>
          <dgm:constr type="h" for="ch" forName="textaccent9" refType="h" fact="0.024"/>
          <dgm:constr type="l" for="ch" forName="image9" refType="w" fact="0.8377"/>
          <dgm:constr type="t" for="ch" forName="image9" refType="h" fact="0.2306"/>
          <dgm:constr type="w" for="ch" forName="image9" refType="w" fact="0.1623"/>
          <dgm:constr type="h" for="ch" forName="image9" refType="h" fact="0.2049"/>
          <dgm:constr type="l" for="ch" forName="imageaccent9" refType="w" fact="0.95"/>
          <dgm:constr type="t" for="ch" forName="imageaccent9" refType="h" fact="0.2318"/>
          <dgm:constr type="w" for="ch" forName="imageaccent9" refType="w" fact="0.0189"/>
          <dgm:constr type="h" for="ch" forName="imageaccent9" refType="h" fact="0.024"/>
          <dgm:constr type="l" for="ch" forName="image10" refType="w" fact="0.2786"/>
          <dgm:constr type="t" for="ch" forName="image10" refType="h" fact="0.6805"/>
          <dgm:constr type="w" for="ch" forName="image10" refType="w" fact="0.1623"/>
          <dgm:constr type="h" for="ch" forName="image10" refType="h" fact="0.2049"/>
          <dgm:constr type="l" for="ch" forName="text10" refType="w" fact="0.4183"/>
          <dgm:constr type="t" for="ch" forName="text10" refType="h" fact="0.5683"/>
          <dgm:constr type="w" for="ch" forName="text10" refType="w" fact="0.1623"/>
          <dgm:constr type="h" for="ch" forName="text10" refType="h" fact="0.2049"/>
          <dgm:constr type="l" for="ch" forName="imageaccent10" refType="w" fact="0.4203"/>
          <dgm:constr type="t" for="ch" forName="imageaccent10" refType="h" fact="0.7704"/>
          <dgm:constr type="w" for="ch" forName="imageaccent10" refType="w" fact="0.0189"/>
          <dgm:constr type="h" for="ch" forName="imageaccent10" refType="h" fact="0.024"/>
          <dgm:constr type="l" for="ch" forName="textaccent10" refType="w" fact="0.4504"/>
          <dgm:constr type="t" for="ch" forName="textaccent10" refType="h" fact="0.7478"/>
          <dgm:constr type="w" for="ch" forName="textaccent10" refType="w" fact="0.0189"/>
          <dgm:constr type="h" for="ch" forName="textaccent10" refType="h" fact="0.024"/>
          <dgm:constr type="l" for="ch" forName="text11" refType="w" fact="0.6971"/>
          <dgm:constr type="t" for="ch" forName="text11" refType="h" fact="0.7951"/>
          <dgm:constr type="w" for="ch" forName="text11" refType="w" fact="0.1623"/>
          <dgm:constr type="h" for="ch" forName="text11" refType="h" fact="0.2049"/>
          <dgm:constr type="l" for="ch" forName="image11" refType="w" fact="0.5575"/>
          <dgm:constr type="t" for="ch" forName="image11" refType="h" fact="0.6816"/>
          <dgm:constr type="w" for="ch" forName="image11" refType="w" fact="0.1623"/>
          <dgm:constr type="h" for="ch" forName="image11" refType="h" fact="0.2049"/>
          <dgm:constr type="l" for="ch" forName="imageaccent11" refType="w" fact="0.6692"/>
          <dgm:constr type="t" for="ch" forName="imageaccent11" refType="h" fact="0.8589"/>
          <dgm:constr type="w" for="ch" forName="imageaccent11" refType="w" fact="0.0189"/>
          <dgm:constr type="h" for="ch" forName="imageaccent11" refType="h" fact="0.024"/>
          <dgm:constr type="l" for="ch" forName="textaccent11" refType="w" fact="0.701"/>
          <dgm:constr type="t" for="ch" forName="textaccent11" refType="h" fact="0.8863"/>
          <dgm:constr type="w" for="ch" forName="textaccent11" refType="w" fact="0.0189"/>
          <dgm:constr type="h" for="ch" forName="textaccent11" refType="h" fact="0.024"/>
        </dgm:constrLst>
      </dgm:if>
      <dgm:else name="Name13">
        <dgm:alg type="composite">
          <dgm:param type="ar" val="1.675"/>
        </dgm:alg>
        <dgm:constrLst>
          <dgm:constr type="primFontSz" for="des" ptType="node" op="equ" val="65"/>
          <dgm:constr type="l" for="ch" forName="image4" refType="w" fact="0.4903"/>
          <dgm:constr type="t" for="ch" forName="image4" refType="h" fact="0.2287"/>
          <dgm:constr type="w" for="ch" forName="image4" refType="w" fact="0.1425"/>
          <dgm:constr type="h" for="ch" forName="image4" refType="h" fact="0.2049"/>
          <dgm:constr type="l" for="ch" forName="text5" refType="w" fact="0.4903"/>
          <dgm:constr type="t" for="ch" forName="text5" refType="h" fact="0.0022"/>
          <dgm:constr type="w" for="ch" forName="text5" refType="w" fact="0.1425"/>
          <dgm:constr type="h" for="ch" forName="text5" refType="h" fact="0.2049"/>
          <dgm:constr type="l" for="ch" forName="image5" refType="w" fact="0.6129"/>
          <dgm:constr type="t" for="ch" forName="image5" refType="h" fact="0.1165"/>
          <dgm:constr type="w" for="ch" forName="image5" refType="w" fact="0.1425"/>
          <dgm:constr type="h" for="ch" forName="image5" refType="h" fact="0.2049"/>
          <dgm:constr type="l" for="ch" forName="image2" refType="w" fact="0.3677"/>
          <dgm:constr type="t" for="ch" forName="image2" refType="h" fact="0.34"/>
          <dgm:constr type="w" for="ch" forName="image2" refType="w" fact="0.1425"/>
          <dgm:constr type="h" for="ch" forName="image2" refType="h" fact="0.2049"/>
          <dgm:constr type="l" for="ch" forName="text4" refType="w" fact="0.3677"/>
          <dgm:constr type="t" for="ch" forName="text4" refType="h" fact="0.1135"/>
          <dgm:constr type="w" for="ch" forName="text4" refType="w" fact="0.1425"/>
          <dgm:constr type="h" for="ch" forName="text4" refType="h" fact="0.2049"/>
          <dgm:constr type="l" for="ch" forName="text2" refType="w" fact="0.2452"/>
          <dgm:constr type="t" for="ch" forName="text2" refType="h" fact="0.2265"/>
          <dgm:constr type="w" for="ch" forName="text2" refType="w" fact="0.1425"/>
          <dgm:constr type="h" for="ch" forName="text2" refType="h" fact="0.2049"/>
          <dgm:constr type="l" for="ch" forName="image3" refType="w" fact="0.2452"/>
          <dgm:constr type="t" for="ch" forName="image3" refType="h" fact="0"/>
          <dgm:constr type="w" for="ch" forName="image3" refType="w" fact="0.1425"/>
          <dgm:constr type="h" for="ch" forName="image3" refType="h" fact="0.2049"/>
          <dgm:constr type="l" for="ch" forName="text1" refType="w" fact="0.1226"/>
          <dgm:constr type="t" for="ch" forName="text1" refType="h" fact="0.3404"/>
          <dgm:constr type="w" for="ch" forName="text1" refType="w" fact="0.1425"/>
          <dgm:constr type="h" for="ch" forName="text1" refType="h" fact="0.2049"/>
          <dgm:constr type="l" for="ch" forName="text3" refType="w" fact="0.1226"/>
          <dgm:constr type="t" for="ch" forName="text3" refType="h" fact="0.1139"/>
          <dgm:constr type="w" for="ch" forName="text3" refType="w" fact="0.1425"/>
          <dgm:constr type="h" for="ch" forName="text3" refType="h" fact="0.2049"/>
          <dgm:constr type="l" for="ch" forName="textaccent1" refType="w" fact="0.126"/>
          <dgm:constr type="t" for="ch" forName="textaccent1" refType="h" fact="0.432"/>
          <dgm:constr type="w" for="ch" forName="textaccent1" refType="w" fact="0.0166"/>
          <dgm:constr type="h" for="ch" forName="textaccent1" refType="h" fact="0.024"/>
          <dgm:constr type="l" for="ch" forName="image1" refType="w" fact="0"/>
          <dgm:constr type="t" for="ch" forName="image1" refType="h" fact="0.2272"/>
          <dgm:constr type="w" for="ch" forName="image1" refType="w" fact="0.1425"/>
          <dgm:constr type="h" for="ch" forName="image1" refType="h" fact="0.2049"/>
          <dgm:constr type="l" for="ch" forName="imageaccent1" refType="w" fact="0.0976"/>
          <dgm:constr type="t" for="ch" forName="imageaccent1" refType="h" fact="0.4048"/>
          <dgm:constr type="w" for="ch" forName="imageaccent1" refType="w" fact="0.0166"/>
          <dgm:constr type="h" for="ch" forName="imageaccent1" refType="h" fact="0.024"/>
          <dgm:constr type="l" for="ch" forName="textaccent2" refType="w" fact="0.3432"/>
          <dgm:constr type="t" for="ch" forName="textaccent2" refType="h" fact="0.4038"/>
          <dgm:constr type="w" for="ch" forName="textaccent2" refType="w" fact="0.0166"/>
          <dgm:constr type="h" for="ch" forName="textaccent2" refType="h" fact="0.024"/>
          <dgm:constr type="l" for="ch" forName="imageaccent2" refType="w" fact="0.3712"/>
          <dgm:constr type="t" for="ch" forName="imageaccent2" refType="h" fact="0.4312"/>
          <dgm:constr type="w" for="ch" forName="imageaccent2" refType="w" fact="0.0166"/>
          <dgm:constr type="h" for="ch" forName="imageaccent2" refType="h" fact="0.024"/>
          <dgm:constr type="l" for="ch" forName="textaccent3" refType="w" fact="0.2196"/>
          <dgm:constr type="t" for="ch" forName="textaccent3" refType="h" fact="0.1167"/>
          <dgm:constr type="w" for="ch" forName="textaccent3" refType="w" fact="0.0166"/>
          <dgm:constr type="h" for="ch" forName="textaccent3" refType="h" fact="0.024"/>
          <dgm:constr type="l" for="ch" forName="imageaccent3" refType="w" fact="0.2492"/>
          <dgm:constr type="t" for="ch" forName="imageaccent3" refType="h" fact="0.0908"/>
          <dgm:constr type="w" for="ch" forName="imageaccent3" refType="w" fact="0.0166"/>
          <dgm:constr type="h" for="ch" forName="imageaccent3" refType="h" fact="0.024"/>
          <dgm:constr type="l" for="ch" forName="textaccent4" refType="w" fact="0.491"/>
          <dgm:constr type="t" for="ch" forName="textaccent4" refType="h" fact="0.2042"/>
          <dgm:constr type="w" for="ch" forName="textaccent4" refType="w" fact="0.0166"/>
          <dgm:constr type="h" for="ch" forName="textaccent4" refType="h" fact="0.024"/>
          <dgm:constr type="l" for="ch" forName="imageaccent4" refType="w" fact="0.5181"/>
          <dgm:constr type="t" for="ch" forName="imageaccent4" refType="h" fact="0.2323"/>
          <dgm:constr type="w" for="ch" forName="imageaccent4" refType="w" fact="0.0166"/>
          <dgm:constr type="h" for="ch" forName="imageaccent4" refType="h" fact="0.024"/>
          <dgm:constr type="l" for="ch" forName="textaccent5" refType="w" fact="0.6136"/>
          <dgm:constr type="t" for="ch" forName="textaccent5" refType="h" fact="0.094"/>
          <dgm:constr type="w" for="ch" forName="textaccent5" refType="w" fact="0.0166"/>
          <dgm:constr type="h" for="ch" forName="textaccent5" refType="h" fact="0.024"/>
          <dgm:constr type="l" for="ch" forName="imageaccent5" refType="w" fact="0.6413"/>
          <dgm:constr type="t" for="ch" forName="imageaccent5" refType="h" fact="0.121"/>
          <dgm:constr type="w" for="ch" forName="imageaccent5" refType="w" fact="0.0166"/>
          <dgm:constr type="h" for="ch" forName="imageaccent5" refType="h" fact="0.024"/>
          <dgm:constr type="l" for="ch" forName="image6" refType="w" fact="0.4903"/>
          <dgm:constr type="t" for="ch" forName="image6" refType="h" fact="0.4548"/>
          <dgm:constr type="w" for="ch" forName="image6" refType="w" fact="0.1425"/>
          <dgm:constr type="h" for="ch" forName="image6" refType="h" fact="0.2049"/>
          <dgm:constr type="l" for="ch" forName="text6" refType="w" fact="0.6129"/>
          <dgm:constr type="t" for="ch" forName="text6" refType="h" fact="0.3426"/>
          <dgm:constr type="w" for="ch" forName="text6" refType="w" fact="0.1425"/>
          <dgm:constr type="h" for="ch" forName="text6" refType="h" fact="0.2049"/>
          <dgm:constr type="l" for="ch" forName="imageaccent6" refType="w" fact="0.6147"/>
          <dgm:constr type="t" for="ch" forName="imageaccent6" refType="h" fact="0.5447"/>
          <dgm:constr type="w" for="ch" forName="imageaccent6" refType="w" fact="0.0166"/>
          <dgm:constr type="h" for="ch" forName="imageaccent6" refType="h" fact="0.024"/>
          <dgm:constr type="l" for="ch" forName="textaccent6" refType="w" fact="0.6411"/>
          <dgm:constr type="t" for="ch" forName="textaccent6" refType="h" fact="0.5221"/>
          <dgm:constr type="w" for="ch" forName="textaccent6" refType="w" fact="0.0166"/>
          <dgm:constr type="h" for="ch" forName="textaccent6" refType="h" fact="0.024"/>
          <dgm:constr type="l" for="ch" forName="text7" refType="w" fact="0.2451"/>
          <dgm:constr type="t" for="ch" forName="text7" refType="h" fact="0.4535"/>
          <dgm:constr type="w" for="ch" forName="text7" refType="w" fact="0.1425"/>
          <dgm:constr type="h" for="ch" forName="text7" refType="h" fact="0.2049"/>
          <dgm:constr type="l" for="ch" forName="image7" refType="w" fact="0.1225"/>
          <dgm:constr type="t" for="ch" forName="image7" refType="h" fact="0.5674"/>
          <dgm:constr type="w" for="ch" forName="image7" refType="w" fact="0.1425"/>
          <dgm:constr type="h" for="ch" forName="image7" refType="h" fact="0.2049"/>
          <dgm:constr type="l" for="ch" forName="imageaccent7" refType="w" fact="0.2195"/>
          <dgm:constr type="t" for="ch" forName="imageaccent7" refType="h" fact="0.5703"/>
          <dgm:constr type="w" for="ch" forName="imageaccent7" refType="w" fact="0.0166"/>
          <dgm:constr type="h" for="ch" forName="imageaccent7" refType="h" fact="0.024"/>
          <dgm:constr type="l" for="ch" forName="textaccent7" refType="w" fact="0.2491"/>
          <dgm:constr type="t" for="ch" forName="textaccent7" refType="h" fact="0.5443"/>
          <dgm:constr type="w" for="ch" forName="textaccent7" refType="w" fact="0.0166"/>
          <dgm:constr type="h" for="ch" forName="textaccent7" refType="h" fact="0.024"/>
          <dgm:constr type="l" for="ch" forName="image8" refType="w" fact="0.6123"/>
          <dgm:constr type="t" for="ch" forName="image8" refType="h" fact="0.5696"/>
          <dgm:constr type="w" for="ch" forName="image8" refType="w" fact="0.1425"/>
          <dgm:constr type="h" for="ch" forName="image8" refType="h" fact="0.2049"/>
          <dgm:constr type="l" for="ch" forName="text8" refType="w" fact="0.7349"/>
          <dgm:constr type="t" for="ch" forName="text8" refType="h" fact="0.4574"/>
          <dgm:constr type="w" for="ch" forName="text8" refType="w" fact="0.1425"/>
          <dgm:constr type="h" for="ch" forName="text8" refType="h" fact="0.2049"/>
          <dgm:constr type="l" for="ch" forName="imageaccent8" refType="w" fact="0.7367"/>
          <dgm:constr type="t" for="ch" forName="imageaccent8" refType="h" fact="0.6595"/>
          <dgm:constr type="w" for="ch" forName="imageaccent8" refType="w" fact="0.0166"/>
          <dgm:constr type="h" for="ch" forName="imageaccent8" refType="h" fact="0.024"/>
          <dgm:constr type="l" for="ch" forName="textaccent8" refType="w" fact="0.7631"/>
          <dgm:constr type="t" for="ch" forName="textaccent8" refType="h" fact="0.6369"/>
          <dgm:constr type="w" for="ch" forName="textaccent8" refType="w" fact="0.0166"/>
          <dgm:constr type="h" for="ch" forName="textaccent8" refType="h" fact="0.024"/>
          <dgm:constr type="l" for="ch" forName="text9" refType="w" fact="0.7354"/>
          <dgm:constr type="t" for="ch" forName="text9" refType="h" fact="0.0044"/>
          <dgm:constr type="w" for="ch" forName="text9" refType="w" fact="0.1425"/>
          <dgm:constr type="h" for="ch" forName="text9" refType="h" fact="0.2049"/>
          <dgm:constr type="l" for="ch" forName="textaccent9" refType="w" fact="0.8339"/>
          <dgm:constr type="t" for="ch" forName="textaccent9" refType="h" fact="0.1846"/>
          <dgm:constr type="w" for="ch" forName="textaccent9" refType="w" fact="0.0166"/>
          <dgm:constr type="h" for="ch" forName="textaccent9" refType="h" fact="0.024"/>
          <dgm:constr type="l" for="ch" forName="image9" refType="w" fact="0.7354"/>
          <dgm:constr type="t" for="ch" forName="image9" refType="h" fact="0.2306"/>
          <dgm:constr type="w" for="ch" forName="image9" refType="w" fact="0.1425"/>
          <dgm:constr type="h" for="ch" forName="image9" refType="h" fact="0.2049"/>
          <dgm:constr type="l" for="ch" forName="imageaccent9" refType="w" fact="0.8339"/>
          <dgm:constr type="t" for="ch" forName="imageaccent9" refType="h" fact="0.2318"/>
          <dgm:constr type="w" for="ch" forName="imageaccent9" refType="w" fact="0.0166"/>
          <dgm:constr type="h" for="ch" forName="imageaccent9" refType="h" fact="0.024"/>
          <dgm:constr type="l" for="ch" forName="image10" refType="w" fact="0.2446"/>
          <dgm:constr type="t" for="ch" forName="image10" refType="h" fact="0.6805"/>
          <dgm:constr type="w" for="ch" forName="image10" refType="w" fact="0.1425"/>
          <dgm:constr type="h" for="ch" forName="image10" refType="h" fact="0.2049"/>
          <dgm:constr type="l" for="ch" forName="text10" refType="w" fact="0.3672"/>
          <dgm:constr type="t" for="ch" forName="text10" refType="h" fact="0.5683"/>
          <dgm:constr type="w" for="ch" forName="text10" refType="w" fact="0.1425"/>
          <dgm:constr type="h" for="ch" forName="text10" refType="h" fact="0.2049"/>
          <dgm:constr type="l" for="ch" forName="imageaccent10" refType="w" fact="0.369"/>
          <dgm:constr type="t" for="ch" forName="imageaccent10" refType="h" fact="0.7704"/>
          <dgm:constr type="w" for="ch" forName="imageaccent10" refType="w" fact="0.0166"/>
          <dgm:constr type="h" for="ch" forName="imageaccent10" refType="h" fact="0.024"/>
          <dgm:constr type="l" for="ch" forName="textaccent10" refType="w" fact="0.3954"/>
          <dgm:constr type="t" for="ch" forName="textaccent10" refType="h" fact="0.7478"/>
          <dgm:constr type="w" for="ch" forName="textaccent10" refType="w" fact="0.0166"/>
          <dgm:constr type="h" for="ch" forName="textaccent10" refType="h" fact="0.024"/>
          <dgm:constr type="l" for="ch" forName="text11" refType="w" fact="0.612"/>
          <dgm:constr type="t" for="ch" forName="text11" refType="h" fact="0.7951"/>
          <dgm:constr type="w" for="ch" forName="text11" refType="w" fact="0.1425"/>
          <dgm:constr type="h" for="ch" forName="text11" refType="h" fact="0.2049"/>
          <dgm:constr type="l" for="ch" forName="image11" refType="w" fact="0.4894"/>
          <dgm:constr type="t" for="ch" forName="image11" refType="h" fact="0.6816"/>
          <dgm:constr type="w" for="ch" forName="image11" refType="w" fact="0.1425"/>
          <dgm:constr type="h" for="ch" forName="image11" refType="h" fact="0.2049"/>
          <dgm:constr type="l" for="ch" forName="imageaccent11" refType="w" fact="0.5874"/>
          <dgm:constr type="t" for="ch" forName="imageaccent11" refType="h" fact="0.8589"/>
          <dgm:constr type="w" for="ch" forName="imageaccent11" refType="w" fact="0.0166"/>
          <dgm:constr type="h" for="ch" forName="imageaccent11" refType="h" fact="0.024"/>
          <dgm:constr type="l" for="ch" forName="textaccent11" refType="w" fact="0.6154"/>
          <dgm:constr type="t" for="ch" forName="textaccent11" refType="h" fact="0.8863"/>
          <dgm:constr type="w" for="ch" forName="textaccent11" refType="w" fact="0.0166"/>
          <dgm:constr type="h" for="ch" forName="textaccent11" refType="h" fact="0.024"/>
          <dgm:constr type="l" for="ch" forName="text12" refType="w" fact="0.735"/>
          <dgm:constr type="t" for="ch" forName="text12" refType="h" fact="0.684"/>
          <dgm:constr type="w" for="ch" forName="text12" refType="w" fact="0.1425"/>
          <dgm:constr type="h" for="ch" forName="text12" refType="h" fact="0.2049"/>
          <dgm:constr type="l" for="ch" forName="image12" refType="w" fact="0.8575"/>
          <dgm:constr type="t" for="ch" forName="image12" refType="h" fact="0.5718"/>
          <dgm:constr type="w" for="ch" forName="image12" refType="w" fact="0.1425"/>
          <dgm:constr type="h" for="ch" forName="image12" refType="h" fact="0.2049"/>
          <dgm:constr type="l" for="ch" forName="textaccent12" refType="w" fact="0.8594"/>
          <dgm:constr type="t" for="ch" forName="textaccent12" refType="h" fact="0.7739"/>
          <dgm:constr type="w" for="ch" forName="textaccent12" refType="w" fact="0.0166"/>
          <dgm:constr type="h" for="ch" forName="textaccent12" refType="h" fact="0.024"/>
          <dgm:constr type="l" for="ch" forName="imageaccent12" refType="w" fact="0.8858"/>
          <dgm:constr type="t" for="ch" forName="imageaccent12" refType="h" fact="0.7513"/>
          <dgm:constr type="w" for="ch" forName="imageaccent12" refType="w" fact="0.0166"/>
          <dgm:constr type="h" for="ch" forName="imageaccent12" refType="h" fact="0.024"/>
        </dgm:constrLst>
      </dgm:else>
    </dgm:choose>
    <dgm:forEach name="wrapper" axis="self" ptType="parTrans">
      <dgm:forEach name="wrapper2" axis="self" ptType="sibTrans" st="2">
        <dgm:forEach name="textRepeat" axis="self">
          <dgm:layoutNode name="textRepeatNode" styleLbl="alignNode1">
            <dgm:varLst>
              <dgm:chMax val="0"/>
              <dgm:chPref val="0"/>
              <dgm:bulletEnabled val="1"/>
            </dgm:varLst>
            <dgm:alg type="tx"/>
            <dgm:shape xmlns:r="http://schemas.openxmlformats.org/officeDocument/2006/relationships" type="hexagon" r:blip="">
              <dgm:adjLst>
                <dgm:adj idx="1" val="0.25"/>
                <dgm:adj idx="2" val="1.1547"/>
              </dgm:adjLst>
            </dgm:shape>
            <dgm:presOf axis="desOrSelf" ptType="node"/>
            <dgm:constrLst>
              <dgm:constr type="lMarg" refType="primFontSz" fact="0"/>
              <dgm:constr type="rMarg" refType="primFontSz" fact="0"/>
              <dgm:constr type="tMarg" refType="primFontSz" fact="0.1"/>
              <dgm:constr type="bMarg" refType="primFontSz" fact="0.1"/>
            </dgm:constrLst>
            <dgm:ruleLst>
              <dgm:rule type="primFontSz" val="5" fact="NaN" max="NaN"/>
            </dgm:ruleLst>
          </dgm:layoutNode>
        </dgm:forEach>
        <dgm:forEach name="accentRepeat" axis="self">
          <dgm:layoutNode name="accentRepeatNode" styleLbl="solidAlignAcc1">
            <dgm:alg type="sp"/>
            <dgm:shape xmlns:r="http://schemas.openxmlformats.org/officeDocument/2006/relationships" type="hexagon" r:blip="">
              <dgm:adjLst>
                <dgm:adj idx="1" val="0.25"/>
                <dgm:adj idx="2" val="1.1547"/>
              </dgm:adjLst>
            </dgm:shape>
            <dgm:presOf/>
          </dgm:layoutNode>
        </dgm:forEach>
        <dgm:forEach name="imageRepeat" axis="self">
          <dgm:layoutNode name="imageRepeatNode" styleLbl="alignAcc1">
            <dgm:alg type="sp"/>
            <dgm:shape xmlns:r="http://schemas.openxmlformats.org/officeDocument/2006/relationships" type="hexagon" r:blip="" blipPhldr="1">
              <dgm:adjLst>
                <dgm:adj idx="1" val="0.25"/>
                <dgm:adj idx="2" val="1.1547"/>
              </dgm:adjLst>
            </dgm:shape>
            <dgm:presOf axis="self"/>
          </dgm:layoutNode>
        </dgm:forEach>
      </dgm:forEach>
    </dgm:forEach>
    <dgm:forEach name="Name14" axis="ch" ptType="node" cnt="1">
      <dgm:layoutNode name="text1">
        <dgm:alg type="sp"/>
        <dgm:shape xmlns:r="http://schemas.openxmlformats.org/officeDocument/2006/relationships" r:blip="">
          <dgm:adjLst/>
        </dgm:shape>
        <dgm:presOf/>
        <dgm:constrLst/>
        <dgm:forEach name="Name15" ref="textRepeat"/>
      </dgm:layoutNode>
      <dgm:layoutNode name="textaccent1">
        <dgm:alg type="sp"/>
        <dgm:shape xmlns:r="http://schemas.openxmlformats.org/officeDocument/2006/relationships" r:blip="">
          <dgm:adjLst/>
        </dgm:shape>
        <dgm:presOf/>
        <dgm:constrLst/>
        <dgm:forEach name="Name16" ref="accentRepeat"/>
      </dgm:layoutNode>
    </dgm:forEach>
    <dgm:forEach name="Name17" axis="ch" ptType="sibTrans" hideLastTrans="0" cnt="1">
      <dgm:layoutNode name="image1">
        <dgm:alg type="sp"/>
        <dgm:shape xmlns:r="http://schemas.openxmlformats.org/officeDocument/2006/relationships" r:blip="">
          <dgm:adjLst/>
        </dgm:shape>
        <dgm:presOf/>
        <dgm:constrLst/>
        <dgm:forEach name="Name18" ref="imageRepeat"/>
      </dgm:layoutNode>
      <dgm:layoutNode name="imageaccent1">
        <dgm:alg type="sp"/>
        <dgm:shape xmlns:r="http://schemas.openxmlformats.org/officeDocument/2006/relationships" r:blip="">
          <dgm:adjLst/>
        </dgm:shape>
        <dgm:presOf/>
        <dgm:constrLst/>
        <dgm:forEach name="Name19" ref="accentRepeat"/>
      </dgm:layoutNode>
    </dgm:forEach>
    <dgm:forEach name="Name20" axis="ch" ptType="node" st="2" cnt="1">
      <dgm:layoutNode name="text2">
        <dgm:alg type="sp"/>
        <dgm:shape xmlns:r="http://schemas.openxmlformats.org/officeDocument/2006/relationships" r:blip="">
          <dgm:adjLst/>
        </dgm:shape>
        <dgm:presOf/>
        <dgm:constrLst/>
        <dgm:forEach name="Name21" ref="textRepeat"/>
      </dgm:layoutNode>
      <dgm:layoutNode name="textaccent2">
        <dgm:alg type="sp"/>
        <dgm:shape xmlns:r="http://schemas.openxmlformats.org/officeDocument/2006/relationships" r:blip="">
          <dgm:adjLst/>
        </dgm:shape>
        <dgm:presOf/>
        <dgm:constrLst/>
        <dgm:forEach name="Name22" ref="accentRepeat"/>
      </dgm:layoutNode>
    </dgm:forEach>
    <dgm:forEach name="Name23" axis="ch" ptType="sibTrans" hideLastTrans="0" st="2" cnt="1">
      <dgm:layoutNode name="image2">
        <dgm:alg type="sp"/>
        <dgm:shape xmlns:r="http://schemas.openxmlformats.org/officeDocument/2006/relationships" r:blip="">
          <dgm:adjLst/>
        </dgm:shape>
        <dgm:presOf/>
        <dgm:constrLst/>
        <dgm:forEach name="Name24" ref="imageRepeat"/>
      </dgm:layoutNode>
      <dgm:layoutNode name="imageaccent2">
        <dgm:alg type="sp"/>
        <dgm:shape xmlns:r="http://schemas.openxmlformats.org/officeDocument/2006/relationships" r:blip="">
          <dgm:adjLst/>
        </dgm:shape>
        <dgm:presOf/>
        <dgm:constrLst/>
        <dgm:forEach name="Name25" ref="accentRepeat"/>
      </dgm:layoutNode>
    </dgm:forEach>
    <dgm:forEach name="Name26" axis="ch" ptType="node" st="3" cnt="1">
      <dgm:layoutNode name="text3">
        <dgm:alg type="sp"/>
        <dgm:shape xmlns:r="http://schemas.openxmlformats.org/officeDocument/2006/relationships" r:blip="">
          <dgm:adjLst/>
        </dgm:shape>
        <dgm:presOf/>
        <dgm:constrLst/>
        <dgm:forEach name="Name27" ref="textRepeat"/>
      </dgm:layoutNode>
      <dgm:layoutNode name="textaccent3">
        <dgm:alg type="sp"/>
        <dgm:shape xmlns:r="http://schemas.openxmlformats.org/officeDocument/2006/relationships" r:blip="">
          <dgm:adjLst/>
        </dgm:shape>
        <dgm:presOf/>
        <dgm:constrLst/>
        <dgm:forEach name="Name28" ref="accentRepeat"/>
      </dgm:layoutNode>
    </dgm:forEach>
    <dgm:forEach name="Name29" axis="ch" ptType="sibTrans" hideLastTrans="0" st="3" cnt="1">
      <dgm:layoutNode name="image3">
        <dgm:alg type="sp"/>
        <dgm:shape xmlns:r="http://schemas.openxmlformats.org/officeDocument/2006/relationships" r:blip="">
          <dgm:adjLst/>
        </dgm:shape>
        <dgm:presOf/>
        <dgm:constrLst/>
        <dgm:forEach name="Name30" ref="imageRepeat"/>
      </dgm:layoutNode>
      <dgm:layoutNode name="imageaccent3">
        <dgm:alg type="sp"/>
        <dgm:shape xmlns:r="http://schemas.openxmlformats.org/officeDocument/2006/relationships" r:blip="">
          <dgm:adjLst/>
        </dgm:shape>
        <dgm:presOf/>
        <dgm:constrLst/>
        <dgm:forEach name="Name31" ref="accentRepeat"/>
      </dgm:layoutNode>
    </dgm:forEach>
    <dgm:forEach name="Name32" axis="ch" ptType="node" st="4" cnt="1">
      <dgm:layoutNode name="text4">
        <dgm:alg type="sp"/>
        <dgm:shape xmlns:r="http://schemas.openxmlformats.org/officeDocument/2006/relationships" r:blip="">
          <dgm:adjLst/>
        </dgm:shape>
        <dgm:presOf/>
        <dgm:constrLst/>
        <dgm:forEach name="Name33" ref="textRepeat"/>
      </dgm:layoutNode>
      <dgm:layoutNode name="textaccent4">
        <dgm:alg type="sp"/>
        <dgm:shape xmlns:r="http://schemas.openxmlformats.org/officeDocument/2006/relationships" r:blip="">
          <dgm:adjLst/>
        </dgm:shape>
        <dgm:presOf/>
        <dgm:constrLst/>
        <dgm:forEach name="Name34" ref="accentRepeat"/>
      </dgm:layoutNode>
    </dgm:forEach>
    <dgm:forEach name="Name35" axis="ch" ptType="sibTrans" hideLastTrans="0" st="4" cnt="1">
      <dgm:layoutNode name="image4">
        <dgm:alg type="sp"/>
        <dgm:shape xmlns:r="http://schemas.openxmlformats.org/officeDocument/2006/relationships" r:blip="">
          <dgm:adjLst/>
        </dgm:shape>
        <dgm:presOf/>
        <dgm:constrLst/>
        <dgm:forEach name="Name36" ref="imageRepeat"/>
      </dgm:layoutNode>
      <dgm:layoutNode name="imageaccent4">
        <dgm:alg type="sp"/>
        <dgm:shape xmlns:r="http://schemas.openxmlformats.org/officeDocument/2006/relationships" r:blip="">
          <dgm:adjLst/>
        </dgm:shape>
        <dgm:presOf/>
        <dgm:constrLst/>
        <dgm:forEach name="Name37" ref="accentRepeat"/>
      </dgm:layoutNode>
    </dgm:forEach>
    <dgm:forEach name="Name38" axis="ch" ptType="node" st="5" cnt="1">
      <dgm:layoutNode name="text5">
        <dgm:alg type="sp"/>
        <dgm:shape xmlns:r="http://schemas.openxmlformats.org/officeDocument/2006/relationships" r:blip="">
          <dgm:adjLst/>
        </dgm:shape>
        <dgm:presOf/>
        <dgm:constrLst/>
        <dgm:forEach name="Name39" ref="textRepeat"/>
      </dgm:layoutNode>
      <dgm:layoutNode name="textaccent5">
        <dgm:alg type="sp"/>
        <dgm:shape xmlns:r="http://schemas.openxmlformats.org/officeDocument/2006/relationships" r:blip="">
          <dgm:adjLst/>
        </dgm:shape>
        <dgm:presOf/>
        <dgm:constrLst/>
        <dgm:forEach name="Name40" ref="accentRepeat"/>
      </dgm:layoutNode>
    </dgm:forEach>
    <dgm:forEach name="Name41" axis="ch" ptType="sibTrans" hideLastTrans="0" st="5" cnt="1">
      <dgm:layoutNode name="image5">
        <dgm:alg type="sp"/>
        <dgm:shape xmlns:r="http://schemas.openxmlformats.org/officeDocument/2006/relationships" r:blip="">
          <dgm:adjLst/>
        </dgm:shape>
        <dgm:presOf/>
        <dgm:constrLst/>
        <dgm:forEach name="Name42" ref="imageRepeat"/>
      </dgm:layoutNode>
      <dgm:layoutNode name="imageaccent5">
        <dgm:alg type="sp"/>
        <dgm:shape xmlns:r="http://schemas.openxmlformats.org/officeDocument/2006/relationships" r:blip="">
          <dgm:adjLst/>
        </dgm:shape>
        <dgm:presOf/>
        <dgm:constrLst/>
        <dgm:forEach name="Name43" ref="accentRepeat"/>
      </dgm:layoutNode>
    </dgm:forEach>
    <dgm:forEach name="Name44" axis="ch" ptType="node" st="6" cnt="1">
      <dgm:layoutNode name="text6">
        <dgm:alg type="sp"/>
        <dgm:shape xmlns:r="http://schemas.openxmlformats.org/officeDocument/2006/relationships" r:blip="">
          <dgm:adjLst/>
        </dgm:shape>
        <dgm:presOf/>
        <dgm:constrLst/>
        <dgm:forEach name="Name45" ref="textRepeat"/>
      </dgm:layoutNode>
      <dgm:layoutNode name="textaccent6">
        <dgm:alg type="sp"/>
        <dgm:shape xmlns:r="http://schemas.openxmlformats.org/officeDocument/2006/relationships" r:blip="">
          <dgm:adjLst/>
        </dgm:shape>
        <dgm:presOf/>
        <dgm:constrLst/>
        <dgm:forEach name="Name46" ref="accentRepeat"/>
      </dgm:layoutNode>
    </dgm:forEach>
    <dgm:forEach name="Name47" axis="ch" ptType="sibTrans" hideLastTrans="0" st="6" cnt="1">
      <dgm:layoutNode name="image6">
        <dgm:alg type="sp"/>
        <dgm:shape xmlns:r="http://schemas.openxmlformats.org/officeDocument/2006/relationships" r:blip="">
          <dgm:adjLst/>
        </dgm:shape>
        <dgm:presOf/>
        <dgm:constrLst/>
        <dgm:forEach name="Name48" ref="imageRepeat"/>
      </dgm:layoutNode>
      <dgm:layoutNode name="imageaccent6">
        <dgm:alg type="sp"/>
        <dgm:shape xmlns:r="http://schemas.openxmlformats.org/officeDocument/2006/relationships" r:blip="">
          <dgm:adjLst/>
        </dgm:shape>
        <dgm:presOf/>
        <dgm:constrLst/>
        <dgm:forEach name="Name49" ref="accentRepeat"/>
      </dgm:layoutNode>
    </dgm:forEach>
    <dgm:forEach name="Name50" axis="ch" ptType="node" st="7" cnt="1">
      <dgm:layoutNode name="text7">
        <dgm:alg type="sp"/>
        <dgm:shape xmlns:r="http://schemas.openxmlformats.org/officeDocument/2006/relationships" r:blip="">
          <dgm:adjLst/>
        </dgm:shape>
        <dgm:presOf/>
        <dgm:constrLst/>
        <dgm:forEach name="Name51" ref="textRepeat"/>
      </dgm:layoutNode>
      <dgm:layoutNode name="textaccent7">
        <dgm:alg type="sp"/>
        <dgm:shape xmlns:r="http://schemas.openxmlformats.org/officeDocument/2006/relationships" r:blip="">
          <dgm:adjLst/>
        </dgm:shape>
        <dgm:presOf/>
        <dgm:constrLst/>
        <dgm:forEach name="Name52" ref="accentRepeat"/>
      </dgm:layoutNode>
    </dgm:forEach>
    <dgm:forEach name="Name53" axis="ch" ptType="sibTrans" hideLastTrans="0" st="7" cnt="1">
      <dgm:layoutNode name="image7">
        <dgm:alg type="sp"/>
        <dgm:shape xmlns:r="http://schemas.openxmlformats.org/officeDocument/2006/relationships" r:blip="">
          <dgm:adjLst/>
        </dgm:shape>
        <dgm:presOf/>
        <dgm:constrLst/>
        <dgm:forEach name="Name54" ref="imageRepeat"/>
      </dgm:layoutNode>
      <dgm:layoutNode name="imageaccent7">
        <dgm:alg type="sp"/>
        <dgm:shape xmlns:r="http://schemas.openxmlformats.org/officeDocument/2006/relationships" r:blip="">
          <dgm:adjLst/>
        </dgm:shape>
        <dgm:presOf/>
        <dgm:constrLst/>
        <dgm:forEach name="Name55" ref="accentRepeat"/>
      </dgm:layoutNode>
    </dgm:forEach>
    <dgm:forEach name="Name56" axis="ch" ptType="node" st="8" cnt="1">
      <dgm:layoutNode name="text8">
        <dgm:alg type="sp"/>
        <dgm:shape xmlns:r="http://schemas.openxmlformats.org/officeDocument/2006/relationships" r:blip="">
          <dgm:adjLst/>
        </dgm:shape>
        <dgm:presOf/>
        <dgm:constrLst/>
        <dgm:forEach name="Name57" ref="textRepeat"/>
      </dgm:layoutNode>
      <dgm:layoutNode name="textaccent8">
        <dgm:alg type="sp"/>
        <dgm:shape xmlns:r="http://schemas.openxmlformats.org/officeDocument/2006/relationships" r:blip="">
          <dgm:adjLst/>
        </dgm:shape>
        <dgm:presOf/>
        <dgm:constrLst/>
        <dgm:forEach name="Name58" ref="accentRepeat"/>
      </dgm:layoutNode>
    </dgm:forEach>
    <dgm:forEach name="Name59" axis="ch" ptType="sibTrans" hideLastTrans="0" st="8" cnt="1">
      <dgm:layoutNode name="image8">
        <dgm:alg type="sp"/>
        <dgm:shape xmlns:r="http://schemas.openxmlformats.org/officeDocument/2006/relationships" r:blip="">
          <dgm:adjLst/>
        </dgm:shape>
        <dgm:presOf/>
        <dgm:constrLst/>
        <dgm:forEach name="Name60" ref="imageRepeat"/>
      </dgm:layoutNode>
      <dgm:layoutNode name="imageaccent8">
        <dgm:alg type="sp"/>
        <dgm:shape xmlns:r="http://schemas.openxmlformats.org/officeDocument/2006/relationships" r:blip="">
          <dgm:adjLst/>
        </dgm:shape>
        <dgm:presOf/>
        <dgm:constrLst/>
        <dgm:forEach name="Name61" ref="accentRepeat"/>
      </dgm:layoutNode>
    </dgm:forEach>
    <dgm:forEach name="Name62" axis="ch" ptType="node" st="9" cnt="1">
      <dgm:layoutNode name="text9">
        <dgm:alg type="sp"/>
        <dgm:shape xmlns:r="http://schemas.openxmlformats.org/officeDocument/2006/relationships" r:blip="">
          <dgm:adjLst/>
        </dgm:shape>
        <dgm:presOf/>
        <dgm:constrLst/>
        <dgm:forEach name="Name63" ref="textRepeat"/>
      </dgm:layoutNode>
      <dgm:layoutNode name="textaccent9">
        <dgm:alg type="sp"/>
        <dgm:shape xmlns:r="http://schemas.openxmlformats.org/officeDocument/2006/relationships" r:blip="">
          <dgm:adjLst/>
        </dgm:shape>
        <dgm:presOf/>
        <dgm:constrLst/>
        <dgm:forEach name="Name64" ref="accentRepeat"/>
      </dgm:layoutNode>
    </dgm:forEach>
    <dgm:forEach name="Name65" axis="ch" ptType="sibTrans" hideLastTrans="0" st="9" cnt="1">
      <dgm:layoutNode name="image9">
        <dgm:alg type="sp"/>
        <dgm:shape xmlns:r="http://schemas.openxmlformats.org/officeDocument/2006/relationships" r:blip="">
          <dgm:adjLst/>
        </dgm:shape>
        <dgm:presOf/>
        <dgm:constrLst/>
        <dgm:forEach name="Name66" ref="imageRepeat"/>
      </dgm:layoutNode>
      <dgm:layoutNode name="imageaccent9">
        <dgm:alg type="sp"/>
        <dgm:shape xmlns:r="http://schemas.openxmlformats.org/officeDocument/2006/relationships" r:blip="">
          <dgm:adjLst/>
        </dgm:shape>
        <dgm:presOf/>
        <dgm:constrLst/>
        <dgm:forEach name="Name67" ref="accentRepeat"/>
      </dgm:layoutNode>
    </dgm:forEach>
    <dgm:forEach name="Name68" axis="ch" ptType="node" st="10" cnt="1">
      <dgm:layoutNode name="text10">
        <dgm:alg type="sp"/>
        <dgm:shape xmlns:r="http://schemas.openxmlformats.org/officeDocument/2006/relationships" r:blip="">
          <dgm:adjLst/>
        </dgm:shape>
        <dgm:presOf/>
        <dgm:constrLst/>
        <dgm:forEach name="Name69" ref="textRepeat"/>
      </dgm:layoutNode>
      <dgm:layoutNode name="textaccent10">
        <dgm:alg type="sp"/>
        <dgm:shape xmlns:r="http://schemas.openxmlformats.org/officeDocument/2006/relationships" r:blip="">
          <dgm:adjLst/>
        </dgm:shape>
        <dgm:presOf/>
        <dgm:constrLst/>
        <dgm:forEach name="Name70" ref="accentRepeat"/>
      </dgm:layoutNode>
    </dgm:forEach>
    <dgm:forEach name="Name71" axis="ch" ptType="sibTrans" hideLastTrans="0" st="10" cnt="1">
      <dgm:layoutNode name="image10">
        <dgm:alg type="sp"/>
        <dgm:shape xmlns:r="http://schemas.openxmlformats.org/officeDocument/2006/relationships" r:blip="">
          <dgm:adjLst/>
        </dgm:shape>
        <dgm:presOf/>
        <dgm:constrLst/>
        <dgm:forEach name="Name72" ref="imageRepeat"/>
      </dgm:layoutNode>
      <dgm:layoutNode name="imageaccent10">
        <dgm:alg type="sp"/>
        <dgm:shape xmlns:r="http://schemas.openxmlformats.org/officeDocument/2006/relationships" r:blip="">
          <dgm:adjLst/>
        </dgm:shape>
        <dgm:presOf/>
        <dgm:constrLst/>
        <dgm:forEach name="Name73" ref="accentRepeat"/>
      </dgm:layoutNode>
    </dgm:forEach>
    <dgm:forEach name="Name74" axis="ch" ptType="node" st="11" cnt="1">
      <dgm:layoutNode name="text11">
        <dgm:alg type="sp"/>
        <dgm:shape xmlns:r="http://schemas.openxmlformats.org/officeDocument/2006/relationships" r:blip="">
          <dgm:adjLst/>
        </dgm:shape>
        <dgm:presOf/>
        <dgm:constrLst/>
        <dgm:forEach name="Name75" ref="textRepeat"/>
      </dgm:layoutNode>
      <dgm:layoutNode name="textaccent11">
        <dgm:alg type="sp"/>
        <dgm:shape xmlns:r="http://schemas.openxmlformats.org/officeDocument/2006/relationships" r:blip="">
          <dgm:adjLst/>
        </dgm:shape>
        <dgm:presOf/>
        <dgm:constrLst/>
        <dgm:forEach name="Name76" ref="accentRepeat"/>
      </dgm:layoutNode>
    </dgm:forEach>
    <dgm:forEach name="Name77" axis="ch" ptType="sibTrans" hideLastTrans="0" st="11" cnt="1">
      <dgm:layoutNode name="image11">
        <dgm:alg type="sp"/>
        <dgm:shape xmlns:r="http://schemas.openxmlformats.org/officeDocument/2006/relationships" r:blip="">
          <dgm:adjLst/>
        </dgm:shape>
        <dgm:presOf/>
        <dgm:constrLst/>
        <dgm:forEach name="Name78" ref="imageRepeat"/>
      </dgm:layoutNode>
      <dgm:layoutNode name="imageaccent11">
        <dgm:alg type="sp"/>
        <dgm:shape xmlns:r="http://schemas.openxmlformats.org/officeDocument/2006/relationships" r:blip="">
          <dgm:adjLst/>
        </dgm:shape>
        <dgm:presOf/>
        <dgm:constrLst/>
        <dgm:forEach name="Name79" ref="accentRepeat"/>
      </dgm:layoutNode>
    </dgm:forEach>
    <dgm:forEach name="Name80" axis="ch" ptType="node" st="12" cnt="1">
      <dgm:layoutNode name="text12">
        <dgm:alg type="sp"/>
        <dgm:shape xmlns:r="http://schemas.openxmlformats.org/officeDocument/2006/relationships" r:blip="">
          <dgm:adjLst/>
        </dgm:shape>
        <dgm:presOf/>
        <dgm:constrLst/>
        <dgm:forEach name="Name81" ref="textRepeat"/>
      </dgm:layoutNode>
      <dgm:layoutNode name="textaccent12">
        <dgm:alg type="sp"/>
        <dgm:shape xmlns:r="http://schemas.openxmlformats.org/officeDocument/2006/relationships" r:blip="">
          <dgm:adjLst/>
        </dgm:shape>
        <dgm:presOf/>
        <dgm:constrLst/>
        <dgm:forEach name="Name82" ref="accentRepeat"/>
      </dgm:layoutNode>
    </dgm:forEach>
    <dgm:forEach name="Name83" axis="ch" ptType="sibTrans" hideLastTrans="0" st="12" cnt="1">
      <dgm:layoutNode name="image12">
        <dgm:alg type="sp"/>
        <dgm:shape xmlns:r="http://schemas.openxmlformats.org/officeDocument/2006/relationships" r:blip="">
          <dgm:adjLst/>
        </dgm:shape>
        <dgm:presOf/>
        <dgm:constrLst/>
        <dgm:forEach name="Name84" ref="imageRepeat"/>
      </dgm:layoutNode>
      <dgm:layoutNode name="imageaccent12">
        <dgm:alg type="sp"/>
        <dgm:shape xmlns:r="http://schemas.openxmlformats.org/officeDocument/2006/relationships" r:blip="">
          <dgm:adjLst/>
        </dgm:shape>
        <dgm:presOf/>
        <dgm:constrLst/>
        <dgm:forEach name="Name85" ref="accentRepeat"/>
      </dgm:layoutNode>
    </dgm:forEach>
  </dgm:layoutNode>
</dgm:layoutDef>
</file>

<file path=ppt/diagrams/layout36.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37.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6.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7.xml><?xml version="1.0" encoding="utf-8"?>
<dgm:styleDef xmlns:dgm="http://schemas.openxmlformats.org/drawingml/2006/diagram" xmlns:a="http://schemas.openxmlformats.org/drawingml/2006/main" uniqueId="urn:microsoft.com/office/officeart/2005/8/quickstyle/3d4">
  <dgm:title val=""/>
  <dgm:desc val=""/>
  <dgm:catLst>
    <dgm:cat type="3D" pri="11400"/>
  </dgm:catLst>
  <dgm:scene3d>
    <a:camera prst="orthographicFront"/>
    <a:lightRig rig="threePt" dir="t"/>
  </dgm:scene3d>
  <dgm:styleLbl name="node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chilly" dir="t"/>
    </dgm:scene3d>
    <dgm:sp3d prstMaterial="translucentPowder">
      <a:bevelT w="127000" h="25400" prst="softRound"/>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chilly" dir="t"/>
    </dgm:scene3d>
    <dgm:sp3d z="12700" extrusionH="12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alignImgPlac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bgImgPlace1">
    <dgm:scene3d>
      <a:camera prst="orthographicFront"/>
      <a:lightRig rig="chilly" dir="t"/>
    </dgm:scene3d>
    <dgm:sp3d z="-257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chilly" dir="t"/>
    </dgm:scene3d>
    <dgm:sp3d z="-70000" extrusionH="1700" prstMaterial="translucentPowder">
      <a:bevelT w="25400" h="6350" prst="softRound"/>
      <a:bevelB w="0" h="0" prst="convex"/>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bgSibTrans2D1">
    <dgm:scene3d>
      <a:camera prst="orthographicFront"/>
      <a:lightRig rig="chilly" dir="t"/>
    </dgm:scene3d>
    <dgm:sp3d z="-25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sibTrans1D1">
    <dgm:scene3d>
      <a:camera prst="orthographicFront"/>
      <a:lightRig rig="chilly"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chilly"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2">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3">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4">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1D1">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con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1">
    <dgm:scene3d>
      <a:camera prst="orthographicFront"/>
      <a:lightRig rig="chilly" dir="t"/>
    </dgm:scene3d>
    <dgm:sp3d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trAlignAcc1">
    <dgm:scene3d>
      <a:camera prst="orthographicFront"/>
      <a:lightRig rig="chilly" dir="t"/>
    </dgm:scene3d>
    <dgm:sp3d prstMaterial="dkEdge">
      <a:bevelT w="127000" h="25400"/>
    </dgm:sp3d>
    <dgm:txPr/>
    <dgm:style>
      <a:lnRef idx="1">
        <a:scrgbClr r="0" g="0" b="0"/>
      </a:lnRef>
      <a:fillRef idx="1">
        <a:scrgbClr r="0" g="0" b="0"/>
      </a:fillRef>
      <a:effectRef idx="0">
        <a:scrgbClr r="0" g="0" b="0"/>
      </a:effectRef>
      <a:fontRef idx="minor">
        <a:schemeClr val="lt1"/>
      </a:fontRef>
    </dgm:style>
  </dgm:styleLbl>
  <dgm:styleLbl name="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AlignAcc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0">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2">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3">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4">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dkBgShp">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trBgShp">
    <dgm:scene3d>
      <a:camera prst="orthographicFront"/>
      <a:lightRig rig="chilly"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8.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9.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0.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1.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3.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4.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5.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6.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7.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801467C-E6FD-4141-91F5-0341F0FBD0F1}" type="datetimeFigureOut">
              <a:rPr lang="en-US" smtClean="0"/>
              <a:t>10/16/2026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14D8D07-C2B4-493A-88AE-A19B6AF31A82}" type="slidenum">
              <a:rPr lang="en-US" smtClean="0"/>
              <a:t>‹#›</a:t>
            </a:fld>
            <a:endParaRPr lang="en-US"/>
          </a:p>
        </p:txBody>
      </p:sp>
    </p:spTree>
    <p:extLst>
      <p:ext uri="{BB962C8B-B14F-4D97-AF65-F5344CB8AC3E}">
        <p14:creationId xmlns:p14="http://schemas.microsoft.com/office/powerpoint/2010/main" val="20623545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14D8D07-C2B4-493A-88AE-A19B6AF31A82}" type="slidenum">
              <a:rPr lang="en-US" smtClean="0"/>
              <a:t>31</a:t>
            </a:fld>
            <a:endParaRPr lang="en-US"/>
          </a:p>
        </p:txBody>
      </p:sp>
    </p:spTree>
    <p:extLst>
      <p:ext uri="{BB962C8B-B14F-4D97-AF65-F5344CB8AC3E}">
        <p14:creationId xmlns:p14="http://schemas.microsoft.com/office/powerpoint/2010/main" val="30007088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prstGeom prst="rect">
            <a:avLst/>
          </a:prstGeo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1D8BD707-D9CF-40AE-B4C6-C98DA3205C09}" type="datetimeFigureOut">
              <a:rPr lang="en-US" smtClean="0"/>
              <a:pPr/>
              <a:t>10/16/2026</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400800" y="6356349"/>
            <a:ext cx="2133600"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457200" y="1600200"/>
            <a:ext cx="8229600" cy="45259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1D8BD707-D9CF-40AE-B4C6-C98DA3205C09}" type="datetimeFigureOut">
              <a:rPr lang="en-US" smtClean="0"/>
              <a:pPr/>
              <a:t>10/16/2026</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400800" y="6356349"/>
            <a:ext cx="2133600"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1D8BD707-D9CF-40AE-B4C6-C98DA3205C09}" type="datetimeFigureOut">
              <a:rPr lang="en-US" smtClean="0"/>
              <a:pPr/>
              <a:t>10/16/2026</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400800" y="6356349"/>
            <a:ext cx="2133600"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fld id="{1D8BD707-D9CF-40AE-B4C6-C98DA3205C09}" type="datetimeFigureOut">
              <a:rPr lang="en-US" smtClean="0"/>
              <a:pPr/>
              <a:t>10/16/2026</a:t>
            </a:fld>
            <a:endParaRPr lang="en-US"/>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6400800" y="6356349"/>
            <a:ext cx="2133600"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457200" y="6356350"/>
            <a:ext cx="2133600" cy="365125"/>
          </a:xfrm>
          <a:prstGeom prst="rect">
            <a:avLst/>
          </a:prstGeom>
        </p:spPr>
        <p:txBody>
          <a:bodyPr/>
          <a:lstStyle/>
          <a:p>
            <a:fld id="{1D8BD707-D9CF-40AE-B4C6-C98DA3205C09}" type="datetimeFigureOut">
              <a:rPr lang="en-US" smtClean="0"/>
              <a:pPr/>
              <a:t>10/16/2026</a:t>
            </a:fld>
            <a:endParaRPr lang="en-US"/>
          </a:p>
        </p:txBody>
      </p:sp>
      <p:sp>
        <p:nvSpPr>
          <p:cNvPr id="8" name="Footer Placeholder 7"/>
          <p:cNvSpPr>
            <a:spLocks noGrp="1"/>
          </p:cNvSpPr>
          <p:nvPr>
            <p:ph type="ftr" sz="quarter" idx="11"/>
          </p:nvPr>
        </p:nvSpPr>
        <p:spPr>
          <a:xfrm>
            <a:off x="3124200" y="6356350"/>
            <a:ext cx="28956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6400800" y="6356349"/>
            <a:ext cx="2133600"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457200" y="6356350"/>
            <a:ext cx="2133600" cy="365125"/>
          </a:xfrm>
          <a:prstGeom prst="rect">
            <a:avLst/>
          </a:prstGeom>
        </p:spPr>
        <p:txBody>
          <a:bodyPr/>
          <a:lstStyle/>
          <a:p>
            <a:fld id="{1D8BD707-D9CF-40AE-B4C6-C98DA3205C09}" type="datetimeFigureOut">
              <a:rPr lang="en-US" smtClean="0"/>
              <a:pPr/>
              <a:t>10/16/2026</a:t>
            </a:fld>
            <a:endParaRPr lang="en-US"/>
          </a:p>
        </p:txBody>
      </p:sp>
      <p:sp>
        <p:nvSpPr>
          <p:cNvPr id="4" name="Footer Placeholder 3"/>
          <p:cNvSpPr>
            <a:spLocks noGrp="1"/>
          </p:cNvSpPr>
          <p:nvPr>
            <p:ph type="ftr" sz="quarter" idx="11"/>
          </p:nvPr>
        </p:nvSpPr>
        <p:spPr>
          <a:xfrm>
            <a:off x="3124200" y="6356350"/>
            <a:ext cx="28956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6400800" y="6356349"/>
            <a:ext cx="2133600" cy="365125"/>
          </a:xfrm>
          <a:prstGeom prst="rect">
            <a:avLst/>
          </a:prstGeom>
        </p:spPr>
        <p:txBody>
          <a:bodyPr/>
          <a:lstStyle/>
          <a:p>
            <a:fld id="{B6F15528-21DE-4FAA-801E-634DDDAF4B2B}" type="slidenum">
              <a:rPr lang="en-US" smtClean="0"/>
              <a:pPr/>
              <a:t>‹#›</a:t>
            </a:fld>
            <a:endParaRPr lang="en-US"/>
          </a:p>
        </p:txBody>
      </p:sp>
      <p:sp>
        <p:nvSpPr>
          <p:cNvPr id="7" name="Picture Placeholder 6">
            <a:extLst>
              <a:ext uri="{FF2B5EF4-FFF2-40B4-BE49-F238E27FC236}">
                <a16:creationId xmlns:a16="http://schemas.microsoft.com/office/drawing/2014/main" id="{88EBF0A3-4EDD-20C1-CF1D-38F6C02CD462}"/>
              </a:ext>
            </a:extLst>
          </p:cNvPr>
          <p:cNvSpPr>
            <a:spLocks noGrp="1"/>
          </p:cNvSpPr>
          <p:nvPr>
            <p:ph type="pic" sz="quarter" idx="13"/>
          </p:nvPr>
        </p:nvSpPr>
        <p:spPr>
          <a:xfrm>
            <a:off x="11430000" y="2552700"/>
            <a:ext cx="5181600" cy="2743200"/>
          </a:xfrm>
          <a:prstGeom prst="rect">
            <a:avLst/>
          </a:prstGeom>
        </p:spPr>
        <p:txBody>
          <a:bodyPr/>
          <a:lstStyle/>
          <a:p>
            <a:r>
              <a:rPr lang="en-US"/>
              <a:t>Click icon to add picture</a:t>
            </a:r>
          </a:p>
        </p:txBody>
      </p:sp>
      <p:sp>
        <p:nvSpPr>
          <p:cNvPr id="9" name="Picture Placeholder 8">
            <a:extLst>
              <a:ext uri="{FF2B5EF4-FFF2-40B4-BE49-F238E27FC236}">
                <a16:creationId xmlns:a16="http://schemas.microsoft.com/office/drawing/2014/main" id="{DDE20664-0446-C262-0671-AD8EB3EF085A}"/>
              </a:ext>
            </a:extLst>
          </p:cNvPr>
          <p:cNvSpPr>
            <a:spLocks noGrp="1"/>
          </p:cNvSpPr>
          <p:nvPr>
            <p:ph type="pic" sz="quarter" idx="14"/>
          </p:nvPr>
        </p:nvSpPr>
        <p:spPr>
          <a:xfrm>
            <a:off x="1752600" y="2324100"/>
            <a:ext cx="4267200" cy="3124200"/>
          </a:xfrm>
          <a:prstGeom prst="rect">
            <a:avLst/>
          </a:prstGeom>
        </p:spPr>
        <p:txBody>
          <a:bodyPr/>
          <a:lstStyle/>
          <a:p>
            <a:r>
              <a:rPr lang="en-US"/>
              <a:t>Click icon to add picture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2133600" cy="365125"/>
          </a:xfrm>
          <a:prstGeom prst="rect">
            <a:avLst/>
          </a:prstGeom>
        </p:spPr>
        <p:txBody>
          <a:bodyPr/>
          <a:lstStyle/>
          <a:p>
            <a:fld id="{1D8BD707-D9CF-40AE-B4C6-C98DA3205C09}" type="datetimeFigureOut">
              <a:rPr lang="en-US" smtClean="0"/>
              <a:pPr/>
              <a:t>10/16/2026</a:t>
            </a:fld>
            <a:endParaRPr lang="en-US"/>
          </a:p>
        </p:txBody>
      </p:sp>
      <p:sp>
        <p:nvSpPr>
          <p:cNvPr id="3" name="Footer Placeholder 2"/>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4" name="Slide Number Placeholder 3"/>
          <p:cNvSpPr>
            <a:spLocks noGrp="1"/>
          </p:cNvSpPr>
          <p:nvPr>
            <p:ph type="sldNum" sz="quarter" idx="12"/>
          </p:nvPr>
        </p:nvSpPr>
        <p:spPr>
          <a:xfrm>
            <a:off x="6400800" y="6356349"/>
            <a:ext cx="2133600" cy="365125"/>
          </a:xfrm>
          <a:prstGeom prst="rect">
            <a:avLst/>
          </a:prstGeom>
        </p:spPr>
        <p:txBody>
          <a:bodyPr/>
          <a:lstStyle/>
          <a:p>
            <a:endParaRPr lang="en-US" dirty="0"/>
          </a:p>
        </p:txBody>
      </p:sp>
      <p:sp>
        <p:nvSpPr>
          <p:cNvPr id="6" name="Media Placeholder 5">
            <a:extLst>
              <a:ext uri="{FF2B5EF4-FFF2-40B4-BE49-F238E27FC236}">
                <a16:creationId xmlns:a16="http://schemas.microsoft.com/office/drawing/2014/main" id="{BAA89482-D72B-60A1-7BDD-AF40FC073DD5}"/>
              </a:ext>
            </a:extLst>
          </p:cNvPr>
          <p:cNvSpPr>
            <a:spLocks noGrp="1"/>
          </p:cNvSpPr>
          <p:nvPr>
            <p:ph type="media" sz="quarter" idx="13"/>
          </p:nvPr>
        </p:nvSpPr>
        <p:spPr>
          <a:xfrm>
            <a:off x="0" y="-23110"/>
            <a:ext cx="6324600" cy="5867400"/>
          </a:xfrm>
          <a:prstGeom prst="rect">
            <a:avLst/>
          </a:prstGeom>
        </p:spPr>
        <p:txBody>
          <a:bodyPr/>
          <a:lstStyle/>
          <a:p>
            <a:r>
              <a:rPr lang="en-US"/>
              <a:t>Click icon to add media</a:t>
            </a:r>
          </a:p>
        </p:txBody>
      </p:sp>
      <p:sp>
        <p:nvSpPr>
          <p:cNvPr id="8" name="Picture Placeholder 7">
            <a:extLst>
              <a:ext uri="{FF2B5EF4-FFF2-40B4-BE49-F238E27FC236}">
                <a16:creationId xmlns:a16="http://schemas.microsoft.com/office/drawing/2014/main" id="{91E72CF9-754A-C6B3-A866-438B82D44A9B}"/>
              </a:ext>
            </a:extLst>
          </p:cNvPr>
          <p:cNvSpPr>
            <a:spLocks noGrp="1"/>
          </p:cNvSpPr>
          <p:nvPr>
            <p:ph type="pic" sz="quarter" idx="14"/>
          </p:nvPr>
        </p:nvSpPr>
        <p:spPr>
          <a:xfrm>
            <a:off x="11582400" y="3390900"/>
            <a:ext cx="6705600" cy="6896100"/>
          </a:xfrm>
          <a:prstGeom prst="rect">
            <a:avLst/>
          </a:prstGeom>
        </p:spPr>
        <p:txBody>
          <a:bodyPr/>
          <a:lstStyle/>
          <a:p>
            <a:r>
              <a:rPr lang="en-US"/>
              <a:t>Click icon to add picture</a:t>
            </a:r>
          </a:p>
        </p:txBody>
      </p:sp>
      <p:sp>
        <p:nvSpPr>
          <p:cNvPr id="9" name="Picture Placeholder 7">
            <a:extLst>
              <a:ext uri="{FF2B5EF4-FFF2-40B4-BE49-F238E27FC236}">
                <a16:creationId xmlns:a16="http://schemas.microsoft.com/office/drawing/2014/main" id="{B264F41B-AF28-D235-56EF-F619956A74EA}"/>
              </a:ext>
            </a:extLst>
          </p:cNvPr>
          <p:cNvSpPr>
            <a:spLocks noGrp="1"/>
          </p:cNvSpPr>
          <p:nvPr>
            <p:ph type="pic" sz="quarter" idx="15"/>
          </p:nvPr>
        </p:nvSpPr>
        <p:spPr>
          <a:xfrm>
            <a:off x="7239000" y="952500"/>
            <a:ext cx="5486400" cy="2438400"/>
          </a:xfrm>
          <a:prstGeom prst="rect">
            <a:avLst/>
          </a:prstGeom>
        </p:spPr>
        <p:txBody>
          <a:bodyPr/>
          <a:lstStyle/>
          <a:p>
            <a:r>
              <a:rPr lang="en-US"/>
              <a:t>Click icon to add picture</a:t>
            </a:r>
          </a:p>
        </p:txBody>
      </p:sp>
      <p:sp>
        <p:nvSpPr>
          <p:cNvPr id="11" name="Picture Placeholder 10">
            <a:extLst>
              <a:ext uri="{FF2B5EF4-FFF2-40B4-BE49-F238E27FC236}">
                <a16:creationId xmlns:a16="http://schemas.microsoft.com/office/drawing/2014/main" id="{4E14EE8E-AA62-7C99-F2CB-63F01A2B141E}"/>
              </a:ext>
            </a:extLst>
          </p:cNvPr>
          <p:cNvSpPr>
            <a:spLocks noGrp="1"/>
          </p:cNvSpPr>
          <p:nvPr>
            <p:ph type="pic" sz="quarter" idx="16"/>
          </p:nvPr>
        </p:nvSpPr>
        <p:spPr>
          <a:xfrm>
            <a:off x="1676400" y="7353300"/>
            <a:ext cx="3962400" cy="2024062"/>
          </a:xfrm>
          <a:prstGeom prst="rect">
            <a:avLst/>
          </a:prstGeom>
        </p:spPr>
        <p:txBody>
          <a:bodyPr/>
          <a:lstStyle/>
          <a:p>
            <a:r>
              <a:rPr lang="en-US"/>
              <a:t>Click icon to add picture</a:t>
            </a:r>
          </a:p>
        </p:txBody>
      </p:sp>
      <p:sp>
        <p:nvSpPr>
          <p:cNvPr id="13" name="Picture Placeholder 12">
            <a:extLst>
              <a:ext uri="{FF2B5EF4-FFF2-40B4-BE49-F238E27FC236}">
                <a16:creationId xmlns:a16="http://schemas.microsoft.com/office/drawing/2014/main" id="{4FA4D1E8-8E2E-5E37-0BDA-08ACD70005AC}"/>
              </a:ext>
            </a:extLst>
          </p:cNvPr>
          <p:cNvSpPr>
            <a:spLocks noGrp="1"/>
          </p:cNvSpPr>
          <p:nvPr>
            <p:ph type="pic" sz="quarter" idx="17"/>
          </p:nvPr>
        </p:nvSpPr>
        <p:spPr>
          <a:xfrm>
            <a:off x="7239000" y="3924300"/>
            <a:ext cx="3276600" cy="2133600"/>
          </a:xfrm>
          <a:prstGeom prst="rect">
            <a:avLst/>
          </a:prstGeom>
        </p:spPr>
        <p:txBody>
          <a:bodyPr/>
          <a:lstStyle/>
          <a:p>
            <a:r>
              <a:rPr lang="en-US"/>
              <a:t>Click icon to add picture</a:t>
            </a:r>
          </a:p>
        </p:txBody>
      </p:sp>
    </p:spTree>
  </p:cSld>
  <p:clrMapOvr>
    <a:masterClrMapping/>
  </p:clrMapOvr>
  <p:extLst>
    <p:ext uri="{DCECCB84-F9BA-43D5-87BE-67443E8EF086}">
      <p15:sldGuideLst xmlns:p15="http://schemas.microsoft.com/office/powerpoint/2012/main">
        <p15:guide id="1" orient="horz" pos="3240" userDrawn="1">
          <p15:clr>
            <a:srgbClr val="FBAE40"/>
          </p15:clr>
        </p15:guide>
        <p15:guide id="2" pos="576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a:prstGeom prst="rect">
            <a:avLst/>
          </a:prstGeo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fld id="{1D8BD707-D9CF-40AE-B4C6-C98DA3205C09}" type="datetimeFigureOut">
              <a:rPr lang="en-US" smtClean="0"/>
              <a:pPr/>
              <a:t>10/16/2026</a:t>
            </a:fld>
            <a:endParaRPr lang="en-US"/>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6400800" y="6356349"/>
            <a:ext cx="2133600"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fld id="{1D8BD707-D9CF-40AE-B4C6-C98DA3205C09}" type="datetimeFigureOut">
              <a:rPr lang="en-US" smtClean="0"/>
              <a:pPr/>
              <a:t>10/16/2026</a:t>
            </a:fld>
            <a:endParaRPr lang="en-US"/>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6400800" y="6356349"/>
            <a:ext cx="2133600"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1D8BD707-D9CF-40AE-B4C6-C98DA3205C09}" type="datetimeFigureOut">
              <a:rPr lang="en-US" smtClean="0"/>
              <a:pPr/>
              <a:t>10/16/2026</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400800" y="6356349"/>
            <a:ext cx="2133600"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1D8BD707-D9CF-40AE-B4C6-C98DA3205C09}" type="datetimeFigureOut">
              <a:rPr lang="en-US" smtClean="0"/>
              <a:pPr/>
              <a:t>10/16/2026</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400800" y="6356349"/>
            <a:ext cx="2133600"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A349299E-E65A-3043-8A3B-2B91894D1B90}"/>
              </a:ext>
            </a:extLst>
          </p:cNvPr>
          <p:cNvPicPr>
            <a:picLocks noChangeAspect="1"/>
          </p:cNvPicPr>
          <p:nvPr userDrawn="1"/>
        </p:nvPicPr>
        <p:blipFill>
          <a:blip r:embed="rId13"/>
          <a:stretch>
            <a:fillRect/>
          </a:stretch>
        </p:blipFill>
        <p:spPr>
          <a:xfrm>
            <a:off x="0" y="9262631"/>
            <a:ext cx="18288000" cy="1042416"/>
          </a:xfrm>
          <a:prstGeom prst="rect">
            <a:avLst/>
          </a:prstGeom>
        </p:spPr>
      </p:pic>
      <p:sp>
        <p:nvSpPr>
          <p:cNvPr id="10" name="Freeform 4">
            <a:extLst>
              <a:ext uri="{FF2B5EF4-FFF2-40B4-BE49-F238E27FC236}">
                <a16:creationId xmlns:a16="http://schemas.microsoft.com/office/drawing/2014/main" id="{7F2FD8BD-A474-9D4C-D34A-251862634AD6}"/>
              </a:ext>
            </a:extLst>
          </p:cNvPr>
          <p:cNvSpPr/>
          <p:nvPr userDrawn="1"/>
        </p:nvSpPr>
        <p:spPr>
          <a:xfrm>
            <a:off x="6096000" y="2024700"/>
            <a:ext cx="5970665" cy="7233600"/>
          </a:xfrm>
          <a:custGeom>
            <a:avLst/>
            <a:gdLst/>
            <a:ahLst/>
            <a:cxnLst/>
            <a:rect l="l" t="t" r="r" b="b"/>
            <a:pathLst>
              <a:path w="5970665" h="7233600">
                <a:moveTo>
                  <a:pt x="0" y="0"/>
                </a:moveTo>
                <a:lnTo>
                  <a:pt x="5970665" y="0"/>
                </a:lnTo>
                <a:lnTo>
                  <a:pt x="5970665" y="7233600"/>
                </a:lnTo>
                <a:lnTo>
                  <a:pt x="0" y="7233600"/>
                </a:lnTo>
                <a:lnTo>
                  <a:pt x="0" y="0"/>
                </a:lnTo>
                <a:close/>
              </a:path>
            </a:pathLst>
          </a:custGeom>
          <a:blipFill>
            <a:blip r:embed="rId14">
              <a:alphaModFix amt="3000"/>
            </a:blip>
            <a:stretch>
              <a:fillRect r="-166268"/>
            </a:stretch>
          </a:blipFill>
        </p:spPr>
        <p:txBody>
          <a:bodyPr/>
          <a:lstStyle/>
          <a:p>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40" userDrawn="1">
          <p15:clr>
            <a:srgbClr val="F26B43"/>
          </p15:clr>
        </p15:guide>
        <p15:guide id="2" pos="576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5.jpg"/><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7.jpg"/><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2.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2.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13.xml"/><Relationship Id="rId2" Type="http://schemas.openxmlformats.org/officeDocument/2006/relationships/diagramData" Target="../diagrams/data13.xml"/><Relationship Id="rId1" Type="http://schemas.openxmlformats.org/officeDocument/2006/relationships/slideLayout" Target="../slideLayouts/slideLayout2.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14.xml"/><Relationship Id="rId2" Type="http://schemas.openxmlformats.org/officeDocument/2006/relationships/diagramData" Target="../diagrams/data14.xml"/><Relationship Id="rId1" Type="http://schemas.openxmlformats.org/officeDocument/2006/relationships/slideLayout" Target="../slideLayouts/slideLayout2.xml"/><Relationship Id="rId6" Type="http://schemas.microsoft.com/office/2007/relationships/diagramDrawing" Target="../diagrams/drawing14.xml"/><Relationship Id="rId5" Type="http://schemas.openxmlformats.org/officeDocument/2006/relationships/diagramColors" Target="../diagrams/colors14.xml"/><Relationship Id="rId4" Type="http://schemas.openxmlformats.org/officeDocument/2006/relationships/diagramQuickStyle" Target="../diagrams/quickStyle14.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15.xml"/><Relationship Id="rId2" Type="http://schemas.openxmlformats.org/officeDocument/2006/relationships/diagramData" Target="../diagrams/data15.xml"/><Relationship Id="rId1" Type="http://schemas.openxmlformats.org/officeDocument/2006/relationships/slideLayout" Target="../slideLayouts/slideLayout2.xml"/><Relationship Id="rId6" Type="http://schemas.microsoft.com/office/2007/relationships/diagramDrawing" Target="../diagrams/drawing15.xml"/><Relationship Id="rId5" Type="http://schemas.openxmlformats.org/officeDocument/2006/relationships/diagramColors" Target="../diagrams/colors15.xml"/><Relationship Id="rId4" Type="http://schemas.openxmlformats.org/officeDocument/2006/relationships/diagramQuickStyle" Target="../diagrams/quickStyle15.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16.xml"/><Relationship Id="rId2" Type="http://schemas.openxmlformats.org/officeDocument/2006/relationships/diagramData" Target="../diagrams/data16.xml"/><Relationship Id="rId1" Type="http://schemas.openxmlformats.org/officeDocument/2006/relationships/slideLayout" Target="../slideLayouts/slideLayout2.xml"/><Relationship Id="rId6" Type="http://schemas.microsoft.com/office/2007/relationships/diagramDrawing" Target="../diagrams/drawing16.xml"/><Relationship Id="rId5" Type="http://schemas.openxmlformats.org/officeDocument/2006/relationships/diagramColors" Target="../diagrams/colors16.xml"/><Relationship Id="rId4" Type="http://schemas.openxmlformats.org/officeDocument/2006/relationships/diagramQuickStyle" Target="../diagrams/quickStyle16.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17.xml"/><Relationship Id="rId2" Type="http://schemas.openxmlformats.org/officeDocument/2006/relationships/diagramData" Target="../diagrams/data17.xml"/><Relationship Id="rId1" Type="http://schemas.openxmlformats.org/officeDocument/2006/relationships/slideLayout" Target="../slideLayouts/slideLayout2.xml"/><Relationship Id="rId6" Type="http://schemas.microsoft.com/office/2007/relationships/diagramDrawing" Target="../diagrams/drawing17.xml"/><Relationship Id="rId5" Type="http://schemas.openxmlformats.org/officeDocument/2006/relationships/diagramColors" Target="../diagrams/colors17.xml"/><Relationship Id="rId4" Type="http://schemas.openxmlformats.org/officeDocument/2006/relationships/diagramQuickStyle" Target="../diagrams/quickStyle17.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18.xml"/><Relationship Id="rId2" Type="http://schemas.openxmlformats.org/officeDocument/2006/relationships/diagramData" Target="../diagrams/data18.xml"/><Relationship Id="rId1" Type="http://schemas.openxmlformats.org/officeDocument/2006/relationships/slideLayout" Target="../slideLayouts/slideLayout2.xml"/><Relationship Id="rId6" Type="http://schemas.microsoft.com/office/2007/relationships/diagramDrawing" Target="../diagrams/drawing18.xml"/><Relationship Id="rId5" Type="http://schemas.openxmlformats.org/officeDocument/2006/relationships/diagramColors" Target="../diagrams/colors18.xml"/><Relationship Id="rId4" Type="http://schemas.openxmlformats.org/officeDocument/2006/relationships/diagramQuickStyle" Target="../diagrams/quickStyle18.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19.xml"/><Relationship Id="rId2" Type="http://schemas.openxmlformats.org/officeDocument/2006/relationships/diagramData" Target="../diagrams/data19.xml"/><Relationship Id="rId1" Type="http://schemas.openxmlformats.org/officeDocument/2006/relationships/slideLayout" Target="../slideLayouts/slideLayout2.xml"/><Relationship Id="rId6" Type="http://schemas.microsoft.com/office/2007/relationships/diagramDrawing" Target="../diagrams/drawing19.xml"/><Relationship Id="rId5" Type="http://schemas.openxmlformats.org/officeDocument/2006/relationships/diagramColors" Target="../diagrams/colors19.xml"/><Relationship Id="rId4" Type="http://schemas.openxmlformats.org/officeDocument/2006/relationships/diagramQuickStyle" Target="../diagrams/quickStyle19.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20.xml"/><Relationship Id="rId2" Type="http://schemas.openxmlformats.org/officeDocument/2006/relationships/diagramData" Target="../diagrams/data20.xml"/><Relationship Id="rId1" Type="http://schemas.openxmlformats.org/officeDocument/2006/relationships/slideLayout" Target="../slideLayouts/slideLayout2.xml"/><Relationship Id="rId6" Type="http://schemas.microsoft.com/office/2007/relationships/diagramDrawing" Target="../diagrams/drawing20.xml"/><Relationship Id="rId5" Type="http://schemas.openxmlformats.org/officeDocument/2006/relationships/diagramColors" Target="../diagrams/colors20.xml"/><Relationship Id="rId4" Type="http://schemas.openxmlformats.org/officeDocument/2006/relationships/diagramQuickStyle" Target="../diagrams/quickStyle20.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21.xml"/><Relationship Id="rId7" Type="http://schemas.openxmlformats.org/officeDocument/2006/relationships/image" Target="../media/image9.png"/><Relationship Id="rId2" Type="http://schemas.openxmlformats.org/officeDocument/2006/relationships/diagramData" Target="../diagrams/data21.xml"/><Relationship Id="rId1" Type="http://schemas.openxmlformats.org/officeDocument/2006/relationships/slideLayout" Target="../slideLayouts/slideLayout2.xml"/><Relationship Id="rId6" Type="http://schemas.microsoft.com/office/2007/relationships/diagramDrawing" Target="../diagrams/drawing21.xml"/><Relationship Id="rId5" Type="http://schemas.openxmlformats.org/officeDocument/2006/relationships/diagramColors" Target="../diagrams/colors21.xml"/><Relationship Id="rId4" Type="http://schemas.openxmlformats.org/officeDocument/2006/relationships/diagramQuickStyle" Target="../diagrams/quickStyle21.xml"/></Relationships>
</file>

<file path=ppt/slides/_rels/slide24.xml.rels><?xml version="1.0" encoding="UTF-8" standalone="yes"?>
<Relationships xmlns="http://schemas.openxmlformats.org/package/2006/relationships"><Relationship Id="rId3" Type="http://schemas.openxmlformats.org/officeDocument/2006/relationships/diagramLayout" Target="../diagrams/layout22.xml"/><Relationship Id="rId2" Type="http://schemas.openxmlformats.org/officeDocument/2006/relationships/diagramData" Target="../diagrams/data22.xml"/><Relationship Id="rId1" Type="http://schemas.openxmlformats.org/officeDocument/2006/relationships/slideLayout" Target="../slideLayouts/slideLayout2.xml"/><Relationship Id="rId6" Type="http://schemas.microsoft.com/office/2007/relationships/diagramDrawing" Target="../diagrams/drawing22.xml"/><Relationship Id="rId5" Type="http://schemas.openxmlformats.org/officeDocument/2006/relationships/diagramColors" Target="../diagrams/colors22.xml"/><Relationship Id="rId4" Type="http://schemas.openxmlformats.org/officeDocument/2006/relationships/diagramQuickStyle" Target="../diagrams/quickStyle22.xml"/></Relationships>
</file>

<file path=ppt/slides/_rels/slide25.xml.rels><?xml version="1.0" encoding="UTF-8" standalone="yes"?>
<Relationships xmlns="http://schemas.openxmlformats.org/package/2006/relationships"><Relationship Id="rId3" Type="http://schemas.openxmlformats.org/officeDocument/2006/relationships/diagramLayout" Target="../diagrams/layout23.xml"/><Relationship Id="rId7" Type="http://schemas.openxmlformats.org/officeDocument/2006/relationships/image" Target="../media/image11.jpg"/><Relationship Id="rId2" Type="http://schemas.openxmlformats.org/officeDocument/2006/relationships/diagramData" Target="../diagrams/data23.xml"/><Relationship Id="rId1" Type="http://schemas.openxmlformats.org/officeDocument/2006/relationships/slideLayout" Target="../slideLayouts/slideLayout2.xml"/><Relationship Id="rId6" Type="http://schemas.microsoft.com/office/2007/relationships/diagramDrawing" Target="../diagrams/drawing23.xml"/><Relationship Id="rId5" Type="http://schemas.openxmlformats.org/officeDocument/2006/relationships/diagramColors" Target="../diagrams/colors23.xml"/><Relationship Id="rId4" Type="http://schemas.openxmlformats.org/officeDocument/2006/relationships/diagramQuickStyle" Target="../diagrams/quickStyle23.xml"/></Relationships>
</file>

<file path=ppt/slides/_rels/slide26.xml.rels><?xml version="1.0" encoding="UTF-8" standalone="yes"?>
<Relationships xmlns="http://schemas.openxmlformats.org/package/2006/relationships"><Relationship Id="rId3" Type="http://schemas.openxmlformats.org/officeDocument/2006/relationships/diagramLayout" Target="../diagrams/layout24.xml"/><Relationship Id="rId2" Type="http://schemas.openxmlformats.org/officeDocument/2006/relationships/diagramData" Target="../diagrams/data24.xml"/><Relationship Id="rId1" Type="http://schemas.openxmlformats.org/officeDocument/2006/relationships/slideLayout" Target="../slideLayouts/slideLayout2.xml"/><Relationship Id="rId6" Type="http://schemas.microsoft.com/office/2007/relationships/diagramDrawing" Target="../diagrams/drawing24.xml"/><Relationship Id="rId5" Type="http://schemas.openxmlformats.org/officeDocument/2006/relationships/diagramColors" Target="../diagrams/colors24.xml"/><Relationship Id="rId4" Type="http://schemas.openxmlformats.org/officeDocument/2006/relationships/diagramQuickStyle" Target="../diagrams/quickStyle24.xml"/></Relationships>
</file>

<file path=ppt/slides/_rels/slide27.xml.rels><?xml version="1.0" encoding="UTF-8" standalone="yes"?>
<Relationships xmlns="http://schemas.openxmlformats.org/package/2006/relationships"><Relationship Id="rId3" Type="http://schemas.openxmlformats.org/officeDocument/2006/relationships/diagramLayout" Target="../diagrams/layout25.xml"/><Relationship Id="rId2" Type="http://schemas.openxmlformats.org/officeDocument/2006/relationships/diagramData" Target="../diagrams/data25.xml"/><Relationship Id="rId1" Type="http://schemas.openxmlformats.org/officeDocument/2006/relationships/slideLayout" Target="../slideLayouts/slideLayout2.xml"/><Relationship Id="rId6" Type="http://schemas.microsoft.com/office/2007/relationships/diagramDrawing" Target="../diagrams/drawing25.xml"/><Relationship Id="rId5" Type="http://schemas.openxmlformats.org/officeDocument/2006/relationships/diagramColors" Target="../diagrams/colors25.xml"/><Relationship Id="rId4" Type="http://schemas.openxmlformats.org/officeDocument/2006/relationships/diagramQuickStyle" Target="../diagrams/quickStyle25.xml"/></Relationships>
</file>

<file path=ppt/slides/_rels/slide28.xml.rels><?xml version="1.0" encoding="UTF-8" standalone="yes"?>
<Relationships xmlns="http://schemas.openxmlformats.org/package/2006/relationships"><Relationship Id="rId3" Type="http://schemas.openxmlformats.org/officeDocument/2006/relationships/diagramLayout" Target="../diagrams/layout26.xml"/><Relationship Id="rId2" Type="http://schemas.openxmlformats.org/officeDocument/2006/relationships/diagramData" Target="../diagrams/data26.xml"/><Relationship Id="rId1" Type="http://schemas.openxmlformats.org/officeDocument/2006/relationships/slideLayout" Target="../slideLayouts/slideLayout2.xml"/><Relationship Id="rId6" Type="http://schemas.microsoft.com/office/2007/relationships/diagramDrawing" Target="../diagrams/drawing26.xml"/><Relationship Id="rId5" Type="http://schemas.openxmlformats.org/officeDocument/2006/relationships/diagramColors" Target="../diagrams/colors26.xml"/><Relationship Id="rId4" Type="http://schemas.openxmlformats.org/officeDocument/2006/relationships/diagramQuickStyle" Target="../diagrams/quickStyle26.xml"/></Relationships>
</file>

<file path=ppt/slides/_rels/slide29.xml.rels><?xml version="1.0" encoding="UTF-8" standalone="yes"?>
<Relationships xmlns="http://schemas.openxmlformats.org/package/2006/relationships"><Relationship Id="rId3" Type="http://schemas.openxmlformats.org/officeDocument/2006/relationships/diagramLayout" Target="../diagrams/layout27.xml"/><Relationship Id="rId2" Type="http://schemas.openxmlformats.org/officeDocument/2006/relationships/diagramData" Target="../diagrams/data27.xml"/><Relationship Id="rId1" Type="http://schemas.openxmlformats.org/officeDocument/2006/relationships/slideLayout" Target="../slideLayouts/slideLayout2.xml"/><Relationship Id="rId6" Type="http://schemas.microsoft.com/office/2007/relationships/diagramDrawing" Target="../diagrams/drawing27.xml"/><Relationship Id="rId5" Type="http://schemas.openxmlformats.org/officeDocument/2006/relationships/diagramColors" Target="../diagrams/colors27.xml"/><Relationship Id="rId4" Type="http://schemas.openxmlformats.org/officeDocument/2006/relationships/diagramQuickStyle" Target="../diagrams/quickStyle27.xml"/></Relationships>
</file>

<file path=ppt/slides/_rels/slide30.xml.rels><?xml version="1.0" encoding="UTF-8" standalone="yes"?>
<Relationships xmlns="http://schemas.openxmlformats.org/package/2006/relationships"><Relationship Id="rId3" Type="http://schemas.openxmlformats.org/officeDocument/2006/relationships/diagramLayout" Target="../diagrams/layout28.xml"/><Relationship Id="rId2" Type="http://schemas.openxmlformats.org/officeDocument/2006/relationships/diagramData" Target="../diagrams/data28.xml"/><Relationship Id="rId1" Type="http://schemas.openxmlformats.org/officeDocument/2006/relationships/slideLayout" Target="../slideLayouts/slideLayout2.xml"/><Relationship Id="rId6" Type="http://schemas.microsoft.com/office/2007/relationships/diagramDrawing" Target="../diagrams/drawing28.xml"/><Relationship Id="rId5" Type="http://schemas.openxmlformats.org/officeDocument/2006/relationships/diagramColors" Target="../diagrams/colors28.xml"/><Relationship Id="rId4" Type="http://schemas.openxmlformats.org/officeDocument/2006/relationships/diagramQuickStyle" Target="../diagrams/quickStyle28.xml"/></Relationships>
</file>

<file path=ppt/slides/_rels/slide31.xml.rels><?xml version="1.0" encoding="UTF-8" standalone="yes"?>
<Relationships xmlns="http://schemas.openxmlformats.org/package/2006/relationships"><Relationship Id="rId8" Type="http://schemas.microsoft.com/office/2007/relationships/diagramDrawing" Target="../diagrams/drawing29.xml"/><Relationship Id="rId3" Type="http://schemas.openxmlformats.org/officeDocument/2006/relationships/image" Target="../media/image17.png"/><Relationship Id="rId7" Type="http://schemas.openxmlformats.org/officeDocument/2006/relationships/diagramColors" Target="../diagrams/colors29.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QuickStyle" Target="../diagrams/quickStyle29.xml"/><Relationship Id="rId5" Type="http://schemas.openxmlformats.org/officeDocument/2006/relationships/diagramLayout" Target="../diagrams/layout29.xml"/><Relationship Id="rId4" Type="http://schemas.openxmlformats.org/officeDocument/2006/relationships/diagramData" Target="../diagrams/data29.xml"/><Relationship Id="rId9" Type="http://schemas.openxmlformats.org/officeDocument/2006/relationships/image" Target="../media/image18.jpg"/></Relationships>
</file>

<file path=ppt/slides/_rels/slide32.xml.rels><?xml version="1.0" encoding="UTF-8" standalone="yes"?>
<Relationships xmlns="http://schemas.openxmlformats.org/package/2006/relationships"><Relationship Id="rId3" Type="http://schemas.openxmlformats.org/officeDocument/2006/relationships/diagramLayout" Target="../diagrams/layout30.xml"/><Relationship Id="rId2" Type="http://schemas.openxmlformats.org/officeDocument/2006/relationships/diagramData" Target="../diagrams/data30.xml"/><Relationship Id="rId1" Type="http://schemas.openxmlformats.org/officeDocument/2006/relationships/slideLayout" Target="../slideLayouts/slideLayout2.xml"/><Relationship Id="rId6" Type="http://schemas.microsoft.com/office/2007/relationships/diagramDrawing" Target="../diagrams/drawing30.xml"/><Relationship Id="rId5" Type="http://schemas.openxmlformats.org/officeDocument/2006/relationships/diagramColors" Target="../diagrams/colors30.xml"/><Relationship Id="rId4" Type="http://schemas.openxmlformats.org/officeDocument/2006/relationships/diagramQuickStyle" Target="../diagrams/quickStyle30.xml"/></Relationships>
</file>

<file path=ppt/slides/_rels/slide33.xml.rels><?xml version="1.0" encoding="UTF-8" standalone="yes"?>
<Relationships xmlns="http://schemas.openxmlformats.org/package/2006/relationships"><Relationship Id="rId3" Type="http://schemas.openxmlformats.org/officeDocument/2006/relationships/diagramLayout" Target="../diagrams/layout31.xml"/><Relationship Id="rId7" Type="http://schemas.openxmlformats.org/officeDocument/2006/relationships/image" Target="../media/image9.png"/><Relationship Id="rId2" Type="http://schemas.openxmlformats.org/officeDocument/2006/relationships/diagramData" Target="../diagrams/data31.xml"/><Relationship Id="rId1" Type="http://schemas.openxmlformats.org/officeDocument/2006/relationships/slideLayout" Target="../slideLayouts/slideLayout2.xml"/><Relationship Id="rId6" Type="http://schemas.microsoft.com/office/2007/relationships/diagramDrawing" Target="../diagrams/drawing31.xml"/><Relationship Id="rId5" Type="http://schemas.openxmlformats.org/officeDocument/2006/relationships/diagramColors" Target="../diagrams/colors31.xml"/><Relationship Id="rId4" Type="http://schemas.openxmlformats.org/officeDocument/2006/relationships/diagramQuickStyle" Target="../diagrams/quickStyle31.xml"/></Relationships>
</file>

<file path=ppt/slides/_rels/slide34.xml.rels><?xml version="1.0" encoding="UTF-8" standalone="yes"?>
<Relationships xmlns="http://schemas.openxmlformats.org/package/2006/relationships"><Relationship Id="rId3" Type="http://schemas.openxmlformats.org/officeDocument/2006/relationships/diagramLayout" Target="../diagrams/layout32.xml"/><Relationship Id="rId2" Type="http://schemas.openxmlformats.org/officeDocument/2006/relationships/diagramData" Target="../diagrams/data32.xml"/><Relationship Id="rId1" Type="http://schemas.openxmlformats.org/officeDocument/2006/relationships/slideLayout" Target="../slideLayouts/slideLayout2.xml"/><Relationship Id="rId6" Type="http://schemas.microsoft.com/office/2007/relationships/diagramDrawing" Target="../diagrams/drawing32.xml"/><Relationship Id="rId5" Type="http://schemas.openxmlformats.org/officeDocument/2006/relationships/diagramColors" Target="../diagrams/colors32.xml"/><Relationship Id="rId4" Type="http://schemas.openxmlformats.org/officeDocument/2006/relationships/diagramQuickStyle" Target="../diagrams/quickStyle32.xml"/></Relationships>
</file>

<file path=ppt/slides/_rels/slide35.xml.rels><?xml version="1.0" encoding="UTF-8" standalone="yes"?>
<Relationships xmlns="http://schemas.openxmlformats.org/package/2006/relationships"><Relationship Id="rId3" Type="http://schemas.openxmlformats.org/officeDocument/2006/relationships/diagramLayout" Target="../diagrams/layout33.xml"/><Relationship Id="rId2" Type="http://schemas.openxmlformats.org/officeDocument/2006/relationships/diagramData" Target="../diagrams/data33.xml"/><Relationship Id="rId1" Type="http://schemas.openxmlformats.org/officeDocument/2006/relationships/slideLayout" Target="../slideLayouts/slideLayout2.xml"/><Relationship Id="rId6" Type="http://schemas.microsoft.com/office/2007/relationships/diagramDrawing" Target="../diagrams/drawing33.xml"/><Relationship Id="rId5" Type="http://schemas.openxmlformats.org/officeDocument/2006/relationships/diagramColors" Target="../diagrams/colors33.xml"/><Relationship Id="rId4" Type="http://schemas.openxmlformats.org/officeDocument/2006/relationships/diagramQuickStyle" Target="../diagrams/quickStyle33.xml"/></Relationships>
</file>

<file path=ppt/slides/_rels/slide36.xml.rels><?xml version="1.0" encoding="UTF-8" standalone="yes"?>
<Relationships xmlns="http://schemas.openxmlformats.org/package/2006/relationships"><Relationship Id="rId3" Type="http://schemas.openxmlformats.org/officeDocument/2006/relationships/diagramLayout" Target="../diagrams/layout34.xml"/><Relationship Id="rId2" Type="http://schemas.openxmlformats.org/officeDocument/2006/relationships/diagramData" Target="../diagrams/data34.xml"/><Relationship Id="rId1" Type="http://schemas.openxmlformats.org/officeDocument/2006/relationships/slideLayout" Target="../slideLayouts/slideLayout2.xml"/><Relationship Id="rId6" Type="http://schemas.microsoft.com/office/2007/relationships/diagramDrawing" Target="../diagrams/drawing34.xml"/><Relationship Id="rId5" Type="http://schemas.openxmlformats.org/officeDocument/2006/relationships/diagramColors" Target="../diagrams/colors34.xml"/><Relationship Id="rId4" Type="http://schemas.openxmlformats.org/officeDocument/2006/relationships/diagramQuickStyle" Target="../diagrams/quickStyle34.xml"/></Relationships>
</file>

<file path=ppt/slides/_rels/slide37.xml.rels><?xml version="1.0" encoding="UTF-8" standalone="yes"?>
<Relationships xmlns="http://schemas.openxmlformats.org/package/2006/relationships"><Relationship Id="rId3" Type="http://schemas.openxmlformats.org/officeDocument/2006/relationships/diagramLayout" Target="../diagrams/layout35.xml"/><Relationship Id="rId7" Type="http://schemas.openxmlformats.org/officeDocument/2006/relationships/image" Target="../media/image9.png"/><Relationship Id="rId2" Type="http://schemas.openxmlformats.org/officeDocument/2006/relationships/diagramData" Target="../diagrams/data35.xml"/><Relationship Id="rId1" Type="http://schemas.openxmlformats.org/officeDocument/2006/relationships/slideLayout" Target="../slideLayouts/slideLayout2.xml"/><Relationship Id="rId6" Type="http://schemas.microsoft.com/office/2007/relationships/diagramDrawing" Target="../diagrams/drawing35.xml"/><Relationship Id="rId5" Type="http://schemas.openxmlformats.org/officeDocument/2006/relationships/diagramColors" Target="../diagrams/colors35.xml"/><Relationship Id="rId4" Type="http://schemas.openxmlformats.org/officeDocument/2006/relationships/diagramQuickStyle" Target="../diagrams/quickStyle35.xml"/></Relationships>
</file>

<file path=ppt/slides/_rels/slide38.xml.rels><?xml version="1.0" encoding="UTF-8" standalone="yes"?>
<Relationships xmlns="http://schemas.openxmlformats.org/package/2006/relationships"><Relationship Id="rId3" Type="http://schemas.openxmlformats.org/officeDocument/2006/relationships/diagramLayout" Target="../diagrams/layout36.xml"/><Relationship Id="rId2" Type="http://schemas.openxmlformats.org/officeDocument/2006/relationships/diagramData" Target="../diagrams/data36.xml"/><Relationship Id="rId1" Type="http://schemas.openxmlformats.org/officeDocument/2006/relationships/slideLayout" Target="../slideLayouts/slideLayout2.xml"/><Relationship Id="rId6" Type="http://schemas.microsoft.com/office/2007/relationships/diagramDrawing" Target="../diagrams/drawing36.xml"/><Relationship Id="rId5" Type="http://schemas.openxmlformats.org/officeDocument/2006/relationships/diagramColors" Target="../diagrams/colors36.xml"/><Relationship Id="rId4" Type="http://schemas.openxmlformats.org/officeDocument/2006/relationships/diagramQuickStyle" Target="../diagrams/quickStyle36.xml"/></Relationships>
</file>

<file path=ppt/slides/_rels/slide39.xml.rels><?xml version="1.0" encoding="UTF-8" standalone="yes"?>
<Relationships xmlns="http://schemas.openxmlformats.org/package/2006/relationships"><Relationship Id="rId3" Type="http://schemas.openxmlformats.org/officeDocument/2006/relationships/diagramLayout" Target="../diagrams/layout37.xml"/><Relationship Id="rId2" Type="http://schemas.openxmlformats.org/officeDocument/2006/relationships/diagramData" Target="../diagrams/data37.xml"/><Relationship Id="rId1" Type="http://schemas.openxmlformats.org/officeDocument/2006/relationships/slideLayout" Target="../slideLayouts/slideLayout2.xml"/><Relationship Id="rId6" Type="http://schemas.microsoft.com/office/2007/relationships/diagramDrawing" Target="../diagrams/drawing37.xml"/><Relationship Id="rId5" Type="http://schemas.openxmlformats.org/officeDocument/2006/relationships/diagramColors" Target="../diagrams/colors37.xml"/><Relationship Id="rId4" Type="http://schemas.openxmlformats.org/officeDocument/2006/relationships/diagramQuickStyle" Target="../diagrams/quickStyle3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4.png"/><Relationship Id="rId7" Type="http://schemas.openxmlformats.org/officeDocument/2006/relationships/image" Target="../media/image21.svg"/><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20.svg"/><Relationship Id="rId5" Type="http://schemas.openxmlformats.org/officeDocument/2006/relationships/image" Target="../media/image19.sv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2E3A6E">
                <a:alpha val="100000"/>
              </a:srgbClr>
            </a:gs>
            <a:gs pos="100000">
              <a:srgbClr val="262091">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0" y="0"/>
            <a:ext cx="18317150" cy="10285320"/>
          </a:xfrm>
          <a:custGeom>
            <a:avLst/>
            <a:gdLst/>
            <a:ahLst/>
            <a:cxnLst/>
            <a:rect l="l" t="t" r="r" b="b"/>
            <a:pathLst>
              <a:path w="18317150" h="12502574">
                <a:moveTo>
                  <a:pt x="0" y="0"/>
                </a:moveTo>
                <a:lnTo>
                  <a:pt x="18317150" y="0"/>
                </a:lnTo>
                <a:lnTo>
                  <a:pt x="18317150" y="12502574"/>
                </a:lnTo>
                <a:lnTo>
                  <a:pt x="0" y="12502574"/>
                </a:lnTo>
                <a:lnTo>
                  <a:pt x="0" y="0"/>
                </a:lnTo>
                <a:close/>
              </a:path>
            </a:pathLst>
          </a:custGeom>
          <a:blipFill>
            <a:blip r:embed="rId2">
              <a:alphaModFix amt="6000"/>
            </a:blip>
            <a:stretch>
              <a:fillRect l="-1192" r="-1192"/>
            </a:stretch>
          </a:blipFill>
        </p:spPr>
        <p:txBody>
          <a:bodyPr/>
          <a:lstStyle/>
          <a:p>
            <a:endParaRPr lang="en-US"/>
          </a:p>
        </p:txBody>
      </p:sp>
      <p:sp>
        <p:nvSpPr>
          <p:cNvPr id="3" name="Freeform 3"/>
          <p:cNvSpPr/>
          <p:nvPr/>
        </p:nvSpPr>
        <p:spPr>
          <a:xfrm>
            <a:off x="14595563" y="1015051"/>
            <a:ext cx="2663737" cy="1152180"/>
          </a:xfrm>
          <a:custGeom>
            <a:avLst/>
            <a:gdLst/>
            <a:ahLst/>
            <a:cxnLst/>
            <a:rect l="l" t="t" r="r" b="b"/>
            <a:pathLst>
              <a:path w="2663737" h="1152180">
                <a:moveTo>
                  <a:pt x="0" y="0"/>
                </a:moveTo>
                <a:lnTo>
                  <a:pt x="2663737" y="0"/>
                </a:lnTo>
                <a:lnTo>
                  <a:pt x="2663737" y="1152180"/>
                </a:lnTo>
                <a:lnTo>
                  <a:pt x="0" y="1152180"/>
                </a:lnTo>
                <a:lnTo>
                  <a:pt x="0" y="0"/>
                </a:lnTo>
                <a:close/>
              </a:path>
            </a:pathLst>
          </a:custGeom>
          <a:blipFill>
            <a:blip r:embed="rId3"/>
            <a:stretch>
              <a:fillRect t="-1900" b="-1900"/>
            </a:stretch>
          </a:blipFill>
        </p:spPr>
        <p:txBody>
          <a:bodyPr/>
          <a:lstStyle/>
          <a:p>
            <a:endParaRPr lang="en-US"/>
          </a:p>
        </p:txBody>
      </p:sp>
      <p:sp>
        <p:nvSpPr>
          <p:cNvPr id="4" name="TextBox 4"/>
          <p:cNvSpPr txBox="1"/>
          <p:nvPr/>
        </p:nvSpPr>
        <p:spPr>
          <a:xfrm>
            <a:off x="1696672" y="2930561"/>
            <a:ext cx="14631650" cy="2745816"/>
          </a:xfrm>
          <a:prstGeom prst="rect">
            <a:avLst/>
          </a:prstGeom>
        </p:spPr>
        <p:txBody>
          <a:bodyPr lIns="0" tIns="0" rIns="0" bIns="0" rtlCol="0" anchor="t">
            <a:spAutoFit/>
          </a:bodyPr>
          <a:lstStyle/>
          <a:p>
            <a:pPr algn="ctr">
              <a:lnSpc>
                <a:spcPts val="11200"/>
              </a:lnSpc>
            </a:pPr>
            <a:r>
              <a:rPr lang="en-US" sz="8000" b="1" dirty="0">
                <a:solidFill>
                  <a:schemeClr val="bg1"/>
                </a:solidFill>
                <a:latin typeface="Segoe UI 1" panose="020B0802040204020203" charset="0"/>
                <a:cs typeface="Segoe UI 1" panose="020B0802040204020203" charset="0"/>
              </a:rPr>
              <a:t>Robotics &amp; </a:t>
            </a:r>
          </a:p>
          <a:p>
            <a:pPr algn="ctr">
              <a:lnSpc>
                <a:spcPts val="11200"/>
              </a:lnSpc>
            </a:pPr>
            <a:r>
              <a:rPr lang="en-US" sz="8000" b="1" dirty="0">
                <a:solidFill>
                  <a:schemeClr val="bg1"/>
                </a:solidFill>
                <a:latin typeface="Segoe UI 1" panose="020B0802040204020203" charset="0"/>
                <a:cs typeface="Segoe UI 1" panose="020B0802040204020203" charset="0"/>
              </a:rPr>
              <a:t>Artificial Intelligence {AI}</a:t>
            </a:r>
            <a:endParaRPr lang="en-US" sz="8000" dirty="0">
              <a:solidFill>
                <a:schemeClr val="bg1"/>
              </a:solidFill>
              <a:latin typeface="Segoe UI 1"/>
              <a:ea typeface="Segoe UI 1"/>
              <a:cs typeface="Segoe UI 1"/>
              <a:sym typeface="Segoe UI 1"/>
            </a:endParaRPr>
          </a:p>
        </p:txBody>
      </p:sp>
      <p:sp>
        <p:nvSpPr>
          <p:cNvPr id="9" name="TextBox 9"/>
          <p:cNvSpPr txBox="1"/>
          <p:nvPr/>
        </p:nvSpPr>
        <p:spPr>
          <a:xfrm>
            <a:off x="4343399" y="6553430"/>
            <a:ext cx="9338195" cy="547714"/>
          </a:xfrm>
          <a:prstGeom prst="rect">
            <a:avLst/>
          </a:prstGeom>
        </p:spPr>
        <p:txBody>
          <a:bodyPr wrap="square" lIns="0" tIns="0" rIns="0" bIns="0" rtlCol="0" anchor="t">
            <a:spAutoFit/>
          </a:bodyPr>
          <a:lstStyle/>
          <a:p>
            <a:pPr algn="ctr">
              <a:lnSpc>
                <a:spcPts val="4480"/>
              </a:lnSpc>
            </a:pPr>
            <a:r>
              <a:rPr lang="en-US" sz="3200" dirty="0">
                <a:solidFill>
                  <a:srgbClr val="FFFFFF"/>
                </a:solidFill>
                <a:latin typeface="Poppins"/>
                <a:ea typeface="Poppins"/>
                <a:cs typeface="Poppins"/>
                <a:sym typeface="Poppins"/>
              </a:rPr>
              <a:t>Week 6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idx="12"/>
          </p:nvPr>
        </p:nvSpPr>
        <p:spPr/>
        <p:txBody>
          <a:bodyPr/>
          <a:lstStyle/>
          <a:p>
            <a:pPr algn="ctr"/>
            <a:fld id="{00000000-1234-1234-1234-123412341234}" type="slidenum">
              <a:rPr lang="en-US" smtClean="0"/>
              <a:pPr algn="ctr"/>
              <a:t>2</a:t>
            </a:fld>
            <a:endParaRPr lang="en-US"/>
          </a:p>
        </p:txBody>
      </p:sp>
      <p:sp>
        <p:nvSpPr>
          <p:cNvPr id="5" name="Title 1"/>
          <p:cNvSpPr txBox="1">
            <a:spLocks/>
          </p:cNvSpPr>
          <p:nvPr/>
        </p:nvSpPr>
        <p:spPr>
          <a:xfrm>
            <a:off x="1280623" y="948916"/>
            <a:ext cx="6356780" cy="1021773"/>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GB" sz="4800">
                <a:solidFill>
                  <a:schemeClr val="tx2">
                    <a:lumMod val="75000"/>
                  </a:schemeClr>
                </a:solidFill>
                <a:latin typeface="Segoe UI 1" panose="020B0802040204020203" charset="0"/>
                <a:cs typeface="Segoe UI 1" panose="020B0802040204020203" charset="0"/>
              </a:rPr>
              <a:t>Learning Objectives</a:t>
            </a:r>
            <a:endParaRPr lang="en-US" sz="4800" dirty="0">
              <a:solidFill>
                <a:schemeClr val="tx2">
                  <a:lumMod val="75000"/>
                </a:schemeClr>
              </a:solidFill>
              <a:latin typeface="Segoe UI 1" panose="020B0802040204020203" charset="0"/>
              <a:cs typeface="Segoe UI 1" panose="020B0802040204020203" charset="0"/>
            </a:endParaRPr>
          </a:p>
        </p:txBody>
      </p:sp>
      <p:grpSp>
        <p:nvGrpSpPr>
          <p:cNvPr id="7" name="Group 3">
            <a:extLst>
              <a:ext uri="{FF2B5EF4-FFF2-40B4-BE49-F238E27FC236}">
                <a16:creationId xmlns:a16="http://schemas.microsoft.com/office/drawing/2014/main" id="{3D418609-2F76-130E-14AE-86DEC5FB4D02}"/>
              </a:ext>
            </a:extLst>
          </p:cNvPr>
          <p:cNvGrpSpPr/>
          <p:nvPr/>
        </p:nvGrpSpPr>
        <p:grpSpPr>
          <a:xfrm>
            <a:off x="816554" y="1179444"/>
            <a:ext cx="424292" cy="424292"/>
            <a:chOff x="0" y="0"/>
            <a:chExt cx="812800" cy="812800"/>
          </a:xfrm>
        </p:grpSpPr>
        <p:sp>
          <p:nvSpPr>
            <p:cNvPr id="8" name="Freeform 4">
              <a:extLst>
                <a:ext uri="{FF2B5EF4-FFF2-40B4-BE49-F238E27FC236}">
                  <a16:creationId xmlns:a16="http://schemas.microsoft.com/office/drawing/2014/main" id="{542FE6D8-3CEA-4B3E-018E-CBC17A8C735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E3A6E"/>
            </a:solidFill>
          </p:spPr>
          <p:txBody>
            <a:bodyPr/>
            <a:lstStyle/>
            <a:p>
              <a:endParaRPr lang="en-US"/>
            </a:p>
          </p:txBody>
        </p:sp>
        <p:sp>
          <p:nvSpPr>
            <p:cNvPr id="9" name="TextBox 5">
              <a:extLst>
                <a:ext uri="{FF2B5EF4-FFF2-40B4-BE49-F238E27FC236}">
                  <a16:creationId xmlns:a16="http://schemas.microsoft.com/office/drawing/2014/main" id="{07CC5BB2-91A0-F498-3F38-46BAD0524608}"/>
                </a:ext>
              </a:extLst>
            </p:cNvPr>
            <p:cNvSpPr txBox="1"/>
            <p:nvPr/>
          </p:nvSpPr>
          <p:spPr>
            <a:xfrm>
              <a:off x="76200" y="28575"/>
              <a:ext cx="660400" cy="708025"/>
            </a:xfrm>
            <a:prstGeom prst="rect">
              <a:avLst/>
            </a:prstGeom>
          </p:spPr>
          <p:txBody>
            <a:bodyPr lIns="50800" tIns="50800" rIns="50800" bIns="50800" rtlCol="0" anchor="ctr"/>
            <a:lstStyle/>
            <a:p>
              <a:pPr algn="ctr">
                <a:lnSpc>
                  <a:spcPts val="2239"/>
                </a:lnSpc>
              </a:pPr>
              <a:endParaRPr/>
            </a:p>
          </p:txBody>
        </p:sp>
      </p:grpSp>
      <p:grpSp>
        <p:nvGrpSpPr>
          <p:cNvPr id="10" name="Group 10">
            <a:extLst>
              <a:ext uri="{FF2B5EF4-FFF2-40B4-BE49-F238E27FC236}">
                <a16:creationId xmlns:a16="http://schemas.microsoft.com/office/drawing/2014/main" id="{12ECD03B-7FE0-09A0-A9E8-9B809A5232D2}"/>
              </a:ext>
            </a:extLst>
          </p:cNvPr>
          <p:cNvGrpSpPr/>
          <p:nvPr/>
        </p:nvGrpSpPr>
        <p:grpSpPr>
          <a:xfrm>
            <a:off x="13730009" y="0"/>
            <a:ext cx="4557991" cy="9563100"/>
            <a:chOff x="0" y="0"/>
            <a:chExt cx="1200458" cy="2709333"/>
          </a:xfrm>
        </p:grpSpPr>
        <p:sp>
          <p:nvSpPr>
            <p:cNvPr id="11" name="Freeform 11">
              <a:extLst>
                <a:ext uri="{FF2B5EF4-FFF2-40B4-BE49-F238E27FC236}">
                  <a16:creationId xmlns:a16="http://schemas.microsoft.com/office/drawing/2014/main" id="{CC21631A-2C43-756C-2521-C5376CBDB058}"/>
                </a:ext>
              </a:extLst>
            </p:cNvPr>
            <p:cNvSpPr/>
            <p:nvPr/>
          </p:nvSpPr>
          <p:spPr>
            <a:xfrm>
              <a:off x="0" y="0"/>
              <a:ext cx="1200458" cy="2709333"/>
            </a:xfrm>
            <a:custGeom>
              <a:avLst/>
              <a:gdLst/>
              <a:ahLst/>
              <a:cxnLst/>
              <a:rect l="l" t="t" r="r" b="b"/>
              <a:pathLst>
                <a:path w="1200458" h="2709333">
                  <a:moveTo>
                    <a:pt x="0" y="0"/>
                  </a:moveTo>
                  <a:lnTo>
                    <a:pt x="1200458" y="0"/>
                  </a:lnTo>
                  <a:lnTo>
                    <a:pt x="1200458" y="2709333"/>
                  </a:lnTo>
                  <a:lnTo>
                    <a:pt x="0" y="2709333"/>
                  </a:lnTo>
                  <a:close/>
                </a:path>
              </a:pathLst>
            </a:custGeom>
            <a:solidFill>
              <a:srgbClr val="2E3A6E"/>
            </a:solidFill>
          </p:spPr>
          <p:txBody>
            <a:bodyPr/>
            <a:lstStyle/>
            <a:p>
              <a:endParaRPr lang="en-US"/>
            </a:p>
          </p:txBody>
        </p:sp>
        <p:sp>
          <p:nvSpPr>
            <p:cNvPr id="12" name="TextBox 12">
              <a:extLst>
                <a:ext uri="{FF2B5EF4-FFF2-40B4-BE49-F238E27FC236}">
                  <a16:creationId xmlns:a16="http://schemas.microsoft.com/office/drawing/2014/main" id="{79C894A6-F690-FF57-84DA-B99D0F5EBDAB}"/>
                </a:ext>
              </a:extLst>
            </p:cNvPr>
            <p:cNvSpPr txBox="1"/>
            <p:nvPr/>
          </p:nvSpPr>
          <p:spPr>
            <a:xfrm>
              <a:off x="0" y="-47625"/>
              <a:ext cx="1200458" cy="2756958"/>
            </a:xfrm>
            <a:prstGeom prst="rect">
              <a:avLst/>
            </a:prstGeom>
          </p:spPr>
          <p:txBody>
            <a:bodyPr lIns="50800" tIns="50800" rIns="50800" bIns="50800" rtlCol="0" anchor="ctr"/>
            <a:lstStyle/>
            <a:p>
              <a:pPr algn="ctr">
                <a:lnSpc>
                  <a:spcPts val="2239"/>
                </a:lnSpc>
              </a:pPr>
              <a:endParaRPr/>
            </a:p>
          </p:txBody>
        </p:sp>
      </p:grpSp>
      <p:graphicFrame>
        <p:nvGraphicFramePr>
          <p:cNvPr id="6" name="Diagram 5">
            <a:extLst>
              <a:ext uri="{FF2B5EF4-FFF2-40B4-BE49-F238E27FC236}">
                <a16:creationId xmlns:a16="http://schemas.microsoft.com/office/drawing/2014/main" id="{1942A5FC-4687-73B1-DF61-E730A2790F1E}"/>
              </a:ext>
            </a:extLst>
          </p:cNvPr>
          <p:cNvGraphicFramePr/>
          <p:nvPr>
            <p:extLst>
              <p:ext uri="{D42A27DB-BD31-4B8C-83A1-F6EECF244321}">
                <p14:modId xmlns:p14="http://schemas.microsoft.com/office/powerpoint/2010/main" val="2306590254"/>
              </p:ext>
            </p:extLst>
          </p:nvPr>
        </p:nvGraphicFramePr>
        <p:xfrm>
          <a:off x="1280623" y="1967566"/>
          <a:ext cx="14853272" cy="72957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04520302"/>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graphicEl>
                                              <a:dgm id="{AB9CF2EC-DE56-4486-88CF-F822C04079C6}"/>
                                            </p:graphicEl>
                                          </p:spTgt>
                                        </p:tgtEl>
                                        <p:attrNameLst>
                                          <p:attrName>style.visibility</p:attrName>
                                        </p:attrNameLst>
                                      </p:cBhvr>
                                      <p:to>
                                        <p:strVal val="visible"/>
                                      </p:to>
                                    </p:set>
                                    <p:anim calcmode="lin" valueType="num">
                                      <p:cBhvr additive="base">
                                        <p:cTn id="7" dur="500" fill="hold"/>
                                        <p:tgtEl>
                                          <p:spTgt spid="6">
                                            <p:graphicEl>
                                              <a:dgm id="{AB9CF2EC-DE56-4486-88CF-F822C04079C6}"/>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graphicEl>
                                              <a:dgm id="{AB9CF2EC-DE56-4486-88CF-F822C04079C6}"/>
                                            </p:graphic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6">
                                            <p:graphicEl>
                                              <a:dgm id="{922FC9EF-B023-4307-9E77-2C84FDAF41B0}"/>
                                            </p:graphicEl>
                                          </p:spTgt>
                                        </p:tgtEl>
                                        <p:attrNameLst>
                                          <p:attrName>style.visibility</p:attrName>
                                        </p:attrNameLst>
                                      </p:cBhvr>
                                      <p:to>
                                        <p:strVal val="visible"/>
                                      </p:to>
                                    </p:set>
                                    <p:anim calcmode="lin" valueType="num">
                                      <p:cBhvr additive="base">
                                        <p:cTn id="11" dur="500" fill="hold"/>
                                        <p:tgtEl>
                                          <p:spTgt spid="6">
                                            <p:graphicEl>
                                              <a:dgm id="{922FC9EF-B023-4307-9E77-2C84FDAF41B0}"/>
                                            </p:graphicEl>
                                          </p:spTgt>
                                        </p:tgtEl>
                                        <p:attrNameLst>
                                          <p:attrName>ppt_x</p:attrName>
                                        </p:attrNameLst>
                                      </p:cBhvr>
                                      <p:tavLst>
                                        <p:tav tm="0">
                                          <p:val>
                                            <p:strVal val="#ppt_x"/>
                                          </p:val>
                                        </p:tav>
                                        <p:tav tm="100000">
                                          <p:val>
                                            <p:strVal val="#ppt_x"/>
                                          </p:val>
                                        </p:tav>
                                      </p:tavLst>
                                    </p:anim>
                                    <p:anim calcmode="lin" valueType="num">
                                      <p:cBhvr additive="base">
                                        <p:cTn id="12" dur="500" fill="hold"/>
                                        <p:tgtEl>
                                          <p:spTgt spid="6">
                                            <p:graphicEl>
                                              <a:dgm id="{922FC9EF-B023-4307-9E77-2C84FDAF41B0}"/>
                                            </p:graphic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6">
                                            <p:graphicEl>
                                              <a:dgm id="{C5989254-D04A-468D-A74B-B90E947C2DE2}"/>
                                            </p:graphicEl>
                                          </p:spTgt>
                                        </p:tgtEl>
                                        <p:attrNameLst>
                                          <p:attrName>style.visibility</p:attrName>
                                        </p:attrNameLst>
                                      </p:cBhvr>
                                      <p:to>
                                        <p:strVal val="visible"/>
                                      </p:to>
                                    </p:set>
                                    <p:anim calcmode="lin" valueType="num">
                                      <p:cBhvr additive="base">
                                        <p:cTn id="17" dur="500" fill="hold"/>
                                        <p:tgtEl>
                                          <p:spTgt spid="6">
                                            <p:graphicEl>
                                              <a:dgm id="{C5989254-D04A-468D-A74B-B90E947C2DE2}"/>
                                            </p:graphicEl>
                                          </p:spTgt>
                                        </p:tgtEl>
                                        <p:attrNameLst>
                                          <p:attrName>ppt_x</p:attrName>
                                        </p:attrNameLst>
                                      </p:cBhvr>
                                      <p:tavLst>
                                        <p:tav tm="0">
                                          <p:val>
                                            <p:strVal val="#ppt_x"/>
                                          </p:val>
                                        </p:tav>
                                        <p:tav tm="100000">
                                          <p:val>
                                            <p:strVal val="#ppt_x"/>
                                          </p:val>
                                        </p:tav>
                                      </p:tavLst>
                                    </p:anim>
                                    <p:anim calcmode="lin" valueType="num">
                                      <p:cBhvr additive="base">
                                        <p:cTn id="18" dur="500" fill="hold"/>
                                        <p:tgtEl>
                                          <p:spTgt spid="6">
                                            <p:graphicEl>
                                              <a:dgm id="{C5989254-D04A-468D-A74B-B90E947C2DE2}"/>
                                            </p:graphic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6">
                                            <p:graphicEl>
                                              <a:dgm id="{BD14C60A-9726-4413-A809-C557EB91AE6C}"/>
                                            </p:graphicEl>
                                          </p:spTgt>
                                        </p:tgtEl>
                                        <p:attrNameLst>
                                          <p:attrName>style.visibility</p:attrName>
                                        </p:attrNameLst>
                                      </p:cBhvr>
                                      <p:to>
                                        <p:strVal val="visible"/>
                                      </p:to>
                                    </p:set>
                                    <p:anim calcmode="lin" valueType="num">
                                      <p:cBhvr additive="base">
                                        <p:cTn id="21" dur="500" fill="hold"/>
                                        <p:tgtEl>
                                          <p:spTgt spid="6">
                                            <p:graphicEl>
                                              <a:dgm id="{BD14C60A-9726-4413-A809-C557EB91AE6C}"/>
                                            </p:graphicEl>
                                          </p:spTgt>
                                        </p:tgtEl>
                                        <p:attrNameLst>
                                          <p:attrName>ppt_x</p:attrName>
                                        </p:attrNameLst>
                                      </p:cBhvr>
                                      <p:tavLst>
                                        <p:tav tm="0">
                                          <p:val>
                                            <p:strVal val="#ppt_x"/>
                                          </p:val>
                                        </p:tav>
                                        <p:tav tm="100000">
                                          <p:val>
                                            <p:strVal val="#ppt_x"/>
                                          </p:val>
                                        </p:tav>
                                      </p:tavLst>
                                    </p:anim>
                                    <p:anim calcmode="lin" valueType="num">
                                      <p:cBhvr additive="base">
                                        <p:cTn id="22" dur="500" fill="hold"/>
                                        <p:tgtEl>
                                          <p:spTgt spid="6">
                                            <p:graphicEl>
                                              <a:dgm id="{BD14C60A-9726-4413-A809-C557EB91AE6C}"/>
                                            </p:graphic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6">
                                            <p:graphicEl>
                                              <a:dgm id="{983D1BDF-07D7-4136-99BD-9591D59172CA}"/>
                                            </p:graphicEl>
                                          </p:spTgt>
                                        </p:tgtEl>
                                        <p:attrNameLst>
                                          <p:attrName>style.visibility</p:attrName>
                                        </p:attrNameLst>
                                      </p:cBhvr>
                                      <p:to>
                                        <p:strVal val="visible"/>
                                      </p:to>
                                    </p:set>
                                    <p:anim calcmode="lin" valueType="num">
                                      <p:cBhvr additive="base">
                                        <p:cTn id="27" dur="500" fill="hold"/>
                                        <p:tgtEl>
                                          <p:spTgt spid="6">
                                            <p:graphicEl>
                                              <a:dgm id="{983D1BDF-07D7-4136-99BD-9591D59172CA}"/>
                                            </p:graphicEl>
                                          </p:spTgt>
                                        </p:tgtEl>
                                        <p:attrNameLst>
                                          <p:attrName>ppt_x</p:attrName>
                                        </p:attrNameLst>
                                      </p:cBhvr>
                                      <p:tavLst>
                                        <p:tav tm="0">
                                          <p:val>
                                            <p:strVal val="#ppt_x"/>
                                          </p:val>
                                        </p:tav>
                                        <p:tav tm="100000">
                                          <p:val>
                                            <p:strVal val="#ppt_x"/>
                                          </p:val>
                                        </p:tav>
                                      </p:tavLst>
                                    </p:anim>
                                    <p:anim calcmode="lin" valueType="num">
                                      <p:cBhvr additive="base">
                                        <p:cTn id="28" dur="500" fill="hold"/>
                                        <p:tgtEl>
                                          <p:spTgt spid="6">
                                            <p:graphicEl>
                                              <a:dgm id="{983D1BDF-07D7-4136-99BD-9591D59172CA}"/>
                                            </p:graphic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6">
                                            <p:graphicEl>
                                              <a:dgm id="{21D06E2A-9253-4E35-8DBE-129192A7FB1B}"/>
                                            </p:graphicEl>
                                          </p:spTgt>
                                        </p:tgtEl>
                                        <p:attrNameLst>
                                          <p:attrName>style.visibility</p:attrName>
                                        </p:attrNameLst>
                                      </p:cBhvr>
                                      <p:to>
                                        <p:strVal val="visible"/>
                                      </p:to>
                                    </p:set>
                                    <p:anim calcmode="lin" valueType="num">
                                      <p:cBhvr additive="base">
                                        <p:cTn id="31" dur="500" fill="hold"/>
                                        <p:tgtEl>
                                          <p:spTgt spid="6">
                                            <p:graphicEl>
                                              <a:dgm id="{21D06E2A-9253-4E35-8DBE-129192A7FB1B}"/>
                                            </p:graphicEl>
                                          </p:spTgt>
                                        </p:tgtEl>
                                        <p:attrNameLst>
                                          <p:attrName>ppt_x</p:attrName>
                                        </p:attrNameLst>
                                      </p:cBhvr>
                                      <p:tavLst>
                                        <p:tav tm="0">
                                          <p:val>
                                            <p:strVal val="#ppt_x"/>
                                          </p:val>
                                        </p:tav>
                                        <p:tav tm="100000">
                                          <p:val>
                                            <p:strVal val="#ppt_x"/>
                                          </p:val>
                                        </p:tav>
                                      </p:tavLst>
                                    </p:anim>
                                    <p:anim calcmode="lin" valueType="num">
                                      <p:cBhvr additive="base">
                                        <p:cTn id="32" dur="500" fill="hold"/>
                                        <p:tgtEl>
                                          <p:spTgt spid="6">
                                            <p:graphicEl>
                                              <a:dgm id="{21D06E2A-9253-4E35-8DBE-129192A7FB1B}"/>
                                            </p:graphic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6">
                                            <p:graphicEl>
                                              <a:dgm id="{9F5A84DE-12B9-4939-A413-93C3CF18266C}"/>
                                            </p:graphicEl>
                                          </p:spTgt>
                                        </p:tgtEl>
                                        <p:attrNameLst>
                                          <p:attrName>style.visibility</p:attrName>
                                        </p:attrNameLst>
                                      </p:cBhvr>
                                      <p:to>
                                        <p:strVal val="visible"/>
                                      </p:to>
                                    </p:set>
                                    <p:anim calcmode="lin" valueType="num">
                                      <p:cBhvr additive="base">
                                        <p:cTn id="37" dur="500" fill="hold"/>
                                        <p:tgtEl>
                                          <p:spTgt spid="6">
                                            <p:graphicEl>
                                              <a:dgm id="{9F5A84DE-12B9-4939-A413-93C3CF18266C}"/>
                                            </p:graphicEl>
                                          </p:spTgt>
                                        </p:tgtEl>
                                        <p:attrNameLst>
                                          <p:attrName>ppt_x</p:attrName>
                                        </p:attrNameLst>
                                      </p:cBhvr>
                                      <p:tavLst>
                                        <p:tav tm="0">
                                          <p:val>
                                            <p:strVal val="#ppt_x"/>
                                          </p:val>
                                        </p:tav>
                                        <p:tav tm="100000">
                                          <p:val>
                                            <p:strVal val="#ppt_x"/>
                                          </p:val>
                                        </p:tav>
                                      </p:tavLst>
                                    </p:anim>
                                    <p:anim calcmode="lin" valueType="num">
                                      <p:cBhvr additive="base">
                                        <p:cTn id="38" dur="500" fill="hold"/>
                                        <p:tgtEl>
                                          <p:spTgt spid="6">
                                            <p:graphicEl>
                                              <a:dgm id="{9F5A84DE-12B9-4939-A413-93C3CF18266C}"/>
                                            </p:graphicEl>
                                          </p:spTgt>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6">
                                            <p:graphicEl>
                                              <a:dgm id="{D8DAFE9C-15A0-4D94-A3D9-A4649F0BD1C4}"/>
                                            </p:graphicEl>
                                          </p:spTgt>
                                        </p:tgtEl>
                                        <p:attrNameLst>
                                          <p:attrName>style.visibility</p:attrName>
                                        </p:attrNameLst>
                                      </p:cBhvr>
                                      <p:to>
                                        <p:strVal val="visible"/>
                                      </p:to>
                                    </p:set>
                                    <p:anim calcmode="lin" valueType="num">
                                      <p:cBhvr additive="base">
                                        <p:cTn id="41" dur="500" fill="hold"/>
                                        <p:tgtEl>
                                          <p:spTgt spid="6">
                                            <p:graphicEl>
                                              <a:dgm id="{D8DAFE9C-15A0-4D94-A3D9-A4649F0BD1C4}"/>
                                            </p:graphicEl>
                                          </p:spTgt>
                                        </p:tgtEl>
                                        <p:attrNameLst>
                                          <p:attrName>ppt_x</p:attrName>
                                        </p:attrNameLst>
                                      </p:cBhvr>
                                      <p:tavLst>
                                        <p:tav tm="0">
                                          <p:val>
                                            <p:strVal val="#ppt_x"/>
                                          </p:val>
                                        </p:tav>
                                        <p:tav tm="100000">
                                          <p:val>
                                            <p:strVal val="#ppt_x"/>
                                          </p:val>
                                        </p:tav>
                                      </p:tavLst>
                                    </p:anim>
                                    <p:anim calcmode="lin" valueType="num">
                                      <p:cBhvr additive="base">
                                        <p:cTn id="42" dur="500" fill="hold"/>
                                        <p:tgtEl>
                                          <p:spTgt spid="6">
                                            <p:graphicEl>
                                              <a:dgm id="{D8DAFE9C-15A0-4D94-A3D9-A4649F0BD1C4}"/>
                                            </p:graphicEl>
                                          </p:spTgt>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6">
                                            <p:graphicEl>
                                              <a:dgm id="{AD5FA2B5-C85C-409A-847D-149FC6A8AC71}"/>
                                            </p:graphicEl>
                                          </p:spTgt>
                                        </p:tgtEl>
                                        <p:attrNameLst>
                                          <p:attrName>style.visibility</p:attrName>
                                        </p:attrNameLst>
                                      </p:cBhvr>
                                      <p:to>
                                        <p:strVal val="visible"/>
                                      </p:to>
                                    </p:set>
                                    <p:anim calcmode="lin" valueType="num">
                                      <p:cBhvr additive="base">
                                        <p:cTn id="47" dur="500" fill="hold"/>
                                        <p:tgtEl>
                                          <p:spTgt spid="6">
                                            <p:graphicEl>
                                              <a:dgm id="{AD5FA2B5-C85C-409A-847D-149FC6A8AC71}"/>
                                            </p:graphicEl>
                                          </p:spTgt>
                                        </p:tgtEl>
                                        <p:attrNameLst>
                                          <p:attrName>ppt_x</p:attrName>
                                        </p:attrNameLst>
                                      </p:cBhvr>
                                      <p:tavLst>
                                        <p:tav tm="0">
                                          <p:val>
                                            <p:strVal val="#ppt_x"/>
                                          </p:val>
                                        </p:tav>
                                        <p:tav tm="100000">
                                          <p:val>
                                            <p:strVal val="#ppt_x"/>
                                          </p:val>
                                        </p:tav>
                                      </p:tavLst>
                                    </p:anim>
                                    <p:anim calcmode="lin" valueType="num">
                                      <p:cBhvr additive="base">
                                        <p:cTn id="48" dur="500" fill="hold"/>
                                        <p:tgtEl>
                                          <p:spTgt spid="6">
                                            <p:graphicEl>
                                              <a:dgm id="{AD5FA2B5-C85C-409A-847D-149FC6A8AC71}"/>
                                            </p:graphicEl>
                                          </p:spTgt>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6">
                                            <p:graphicEl>
                                              <a:dgm id="{26190A07-F088-401D-BC52-5D37DFAA05E5}"/>
                                            </p:graphicEl>
                                          </p:spTgt>
                                        </p:tgtEl>
                                        <p:attrNameLst>
                                          <p:attrName>style.visibility</p:attrName>
                                        </p:attrNameLst>
                                      </p:cBhvr>
                                      <p:to>
                                        <p:strVal val="visible"/>
                                      </p:to>
                                    </p:set>
                                    <p:anim calcmode="lin" valueType="num">
                                      <p:cBhvr additive="base">
                                        <p:cTn id="51" dur="500" fill="hold"/>
                                        <p:tgtEl>
                                          <p:spTgt spid="6">
                                            <p:graphicEl>
                                              <a:dgm id="{26190A07-F088-401D-BC52-5D37DFAA05E5}"/>
                                            </p:graphicEl>
                                          </p:spTgt>
                                        </p:tgtEl>
                                        <p:attrNameLst>
                                          <p:attrName>ppt_x</p:attrName>
                                        </p:attrNameLst>
                                      </p:cBhvr>
                                      <p:tavLst>
                                        <p:tav tm="0">
                                          <p:val>
                                            <p:strVal val="#ppt_x"/>
                                          </p:val>
                                        </p:tav>
                                        <p:tav tm="100000">
                                          <p:val>
                                            <p:strVal val="#ppt_x"/>
                                          </p:val>
                                        </p:tav>
                                      </p:tavLst>
                                    </p:anim>
                                    <p:anim calcmode="lin" valueType="num">
                                      <p:cBhvr additive="base">
                                        <p:cTn id="52" dur="500" fill="hold"/>
                                        <p:tgtEl>
                                          <p:spTgt spid="6">
                                            <p:graphicEl>
                                              <a:dgm id="{26190A07-F088-401D-BC52-5D37DFAA05E5}"/>
                                            </p:graphicEl>
                                          </p:spTgt>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grpId="0" nodeType="clickEffect">
                                  <p:stCondLst>
                                    <p:cond delay="0"/>
                                  </p:stCondLst>
                                  <p:childTnLst>
                                    <p:set>
                                      <p:cBhvr>
                                        <p:cTn id="56" dur="1" fill="hold">
                                          <p:stCondLst>
                                            <p:cond delay="0"/>
                                          </p:stCondLst>
                                        </p:cTn>
                                        <p:tgtEl>
                                          <p:spTgt spid="6">
                                            <p:graphicEl>
                                              <a:dgm id="{D6AE4E53-DAF7-4177-9ECF-31838ABC7EF6}"/>
                                            </p:graphicEl>
                                          </p:spTgt>
                                        </p:tgtEl>
                                        <p:attrNameLst>
                                          <p:attrName>style.visibility</p:attrName>
                                        </p:attrNameLst>
                                      </p:cBhvr>
                                      <p:to>
                                        <p:strVal val="visible"/>
                                      </p:to>
                                    </p:set>
                                    <p:anim calcmode="lin" valueType="num">
                                      <p:cBhvr additive="base">
                                        <p:cTn id="57" dur="500" fill="hold"/>
                                        <p:tgtEl>
                                          <p:spTgt spid="6">
                                            <p:graphicEl>
                                              <a:dgm id="{D6AE4E53-DAF7-4177-9ECF-31838ABC7EF6}"/>
                                            </p:graphicEl>
                                          </p:spTgt>
                                        </p:tgtEl>
                                        <p:attrNameLst>
                                          <p:attrName>ppt_x</p:attrName>
                                        </p:attrNameLst>
                                      </p:cBhvr>
                                      <p:tavLst>
                                        <p:tav tm="0">
                                          <p:val>
                                            <p:strVal val="#ppt_x"/>
                                          </p:val>
                                        </p:tav>
                                        <p:tav tm="100000">
                                          <p:val>
                                            <p:strVal val="#ppt_x"/>
                                          </p:val>
                                        </p:tav>
                                      </p:tavLst>
                                    </p:anim>
                                    <p:anim calcmode="lin" valueType="num">
                                      <p:cBhvr additive="base">
                                        <p:cTn id="58" dur="500" fill="hold"/>
                                        <p:tgtEl>
                                          <p:spTgt spid="6">
                                            <p:graphicEl>
                                              <a:dgm id="{D6AE4E53-DAF7-4177-9ECF-31838ABC7EF6}"/>
                                            </p:graphicEl>
                                          </p:spTgt>
                                        </p:tgtEl>
                                        <p:attrNameLst>
                                          <p:attrName>ppt_y</p:attrName>
                                        </p:attrNameLst>
                                      </p:cBhvr>
                                      <p:tavLst>
                                        <p:tav tm="0">
                                          <p:val>
                                            <p:strVal val="1+#ppt_h/2"/>
                                          </p:val>
                                        </p:tav>
                                        <p:tav tm="100000">
                                          <p:val>
                                            <p:strVal val="#ppt_y"/>
                                          </p:val>
                                        </p:tav>
                                      </p:tavLst>
                                    </p:anim>
                                  </p:childTnLst>
                                </p:cTn>
                              </p:par>
                              <p:par>
                                <p:cTn id="59" presetID="2" presetClass="entr" presetSubtype="4" fill="hold" grpId="0" nodeType="withEffect">
                                  <p:stCondLst>
                                    <p:cond delay="0"/>
                                  </p:stCondLst>
                                  <p:childTnLst>
                                    <p:set>
                                      <p:cBhvr>
                                        <p:cTn id="60" dur="1" fill="hold">
                                          <p:stCondLst>
                                            <p:cond delay="0"/>
                                          </p:stCondLst>
                                        </p:cTn>
                                        <p:tgtEl>
                                          <p:spTgt spid="6">
                                            <p:graphicEl>
                                              <a:dgm id="{01F7364D-6F9E-4B21-AC58-D94CC31B077D}"/>
                                            </p:graphicEl>
                                          </p:spTgt>
                                        </p:tgtEl>
                                        <p:attrNameLst>
                                          <p:attrName>style.visibility</p:attrName>
                                        </p:attrNameLst>
                                      </p:cBhvr>
                                      <p:to>
                                        <p:strVal val="visible"/>
                                      </p:to>
                                    </p:set>
                                    <p:anim calcmode="lin" valueType="num">
                                      <p:cBhvr additive="base">
                                        <p:cTn id="61" dur="500" fill="hold"/>
                                        <p:tgtEl>
                                          <p:spTgt spid="6">
                                            <p:graphicEl>
                                              <a:dgm id="{01F7364D-6F9E-4B21-AC58-D94CC31B077D}"/>
                                            </p:graphicEl>
                                          </p:spTgt>
                                        </p:tgtEl>
                                        <p:attrNameLst>
                                          <p:attrName>ppt_x</p:attrName>
                                        </p:attrNameLst>
                                      </p:cBhvr>
                                      <p:tavLst>
                                        <p:tav tm="0">
                                          <p:val>
                                            <p:strVal val="#ppt_x"/>
                                          </p:val>
                                        </p:tav>
                                        <p:tav tm="100000">
                                          <p:val>
                                            <p:strVal val="#ppt_x"/>
                                          </p:val>
                                        </p:tav>
                                      </p:tavLst>
                                    </p:anim>
                                    <p:anim calcmode="lin" valueType="num">
                                      <p:cBhvr additive="base">
                                        <p:cTn id="62" dur="500" fill="hold"/>
                                        <p:tgtEl>
                                          <p:spTgt spid="6">
                                            <p:graphicEl>
                                              <a:dgm id="{01F7364D-6F9E-4B21-AC58-D94CC31B077D}"/>
                                            </p:graphic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6">
                                            <p:graphicEl>
                                              <a:dgm id="{ABF51FFE-B106-4D2B-BF39-77A6C00037D4}"/>
                                            </p:graphicEl>
                                          </p:spTgt>
                                        </p:tgtEl>
                                        <p:attrNameLst>
                                          <p:attrName>style.visibility</p:attrName>
                                        </p:attrNameLst>
                                      </p:cBhvr>
                                      <p:to>
                                        <p:strVal val="visible"/>
                                      </p:to>
                                    </p:set>
                                    <p:anim calcmode="lin" valueType="num">
                                      <p:cBhvr additive="base">
                                        <p:cTn id="67" dur="500" fill="hold"/>
                                        <p:tgtEl>
                                          <p:spTgt spid="6">
                                            <p:graphicEl>
                                              <a:dgm id="{ABF51FFE-B106-4D2B-BF39-77A6C00037D4}"/>
                                            </p:graphicEl>
                                          </p:spTgt>
                                        </p:tgtEl>
                                        <p:attrNameLst>
                                          <p:attrName>ppt_x</p:attrName>
                                        </p:attrNameLst>
                                      </p:cBhvr>
                                      <p:tavLst>
                                        <p:tav tm="0">
                                          <p:val>
                                            <p:strVal val="#ppt_x"/>
                                          </p:val>
                                        </p:tav>
                                        <p:tav tm="100000">
                                          <p:val>
                                            <p:strVal val="#ppt_x"/>
                                          </p:val>
                                        </p:tav>
                                      </p:tavLst>
                                    </p:anim>
                                    <p:anim calcmode="lin" valueType="num">
                                      <p:cBhvr additive="base">
                                        <p:cTn id="68" dur="500" fill="hold"/>
                                        <p:tgtEl>
                                          <p:spTgt spid="6">
                                            <p:graphicEl>
                                              <a:dgm id="{ABF51FFE-B106-4D2B-BF39-77A6C00037D4}"/>
                                            </p:graphicEl>
                                          </p:spTgt>
                                        </p:tgtEl>
                                        <p:attrNameLst>
                                          <p:attrName>ppt_y</p:attrName>
                                        </p:attrNameLst>
                                      </p:cBhvr>
                                      <p:tavLst>
                                        <p:tav tm="0">
                                          <p:val>
                                            <p:strVal val="1+#ppt_h/2"/>
                                          </p:val>
                                        </p:tav>
                                        <p:tav tm="100000">
                                          <p:val>
                                            <p:strVal val="#ppt_y"/>
                                          </p:val>
                                        </p:tav>
                                      </p:tavLst>
                                    </p:anim>
                                  </p:childTnLst>
                                </p:cTn>
                              </p:par>
                              <p:par>
                                <p:cTn id="69" presetID="2" presetClass="entr" presetSubtype="4" fill="hold" grpId="0" nodeType="withEffect">
                                  <p:stCondLst>
                                    <p:cond delay="0"/>
                                  </p:stCondLst>
                                  <p:childTnLst>
                                    <p:set>
                                      <p:cBhvr>
                                        <p:cTn id="70" dur="1" fill="hold">
                                          <p:stCondLst>
                                            <p:cond delay="0"/>
                                          </p:stCondLst>
                                        </p:cTn>
                                        <p:tgtEl>
                                          <p:spTgt spid="6">
                                            <p:graphicEl>
                                              <a:dgm id="{F5B38B27-210B-4673-9993-38E1C63E11FB}"/>
                                            </p:graphicEl>
                                          </p:spTgt>
                                        </p:tgtEl>
                                        <p:attrNameLst>
                                          <p:attrName>style.visibility</p:attrName>
                                        </p:attrNameLst>
                                      </p:cBhvr>
                                      <p:to>
                                        <p:strVal val="visible"/>
                                      </p:to>
                                    </p:set>
                                    <p:anim calcmode="lin" valueType="num">
                                      <p:cBhvr additive="base">
                                        <p:cTn id="71" dur="500" fill="hold"/>
                                        <p:tgtEl>
                                          <p:spTgt spid="6">
                                            <p:graphicEl>
                                              <a:dgm id="{F5B38B27-210B-4673-9993-38E1C63E11FB}"/>
                                            </p:graphicEl>
                                          </p:spTgt>
                                        </p:tgtEl>
                                        <p:attrNameLst>
                                          <p:attrName>ppt_x</p:attrName>
                                        </p:attrNameLst>
                                      </p:cBhvr>
                                      <p:tavLst>
                                        <p:tav tm="0">
                                          <p:val>
                                            <p:strVal val="#ppt_x"/>
                                          </p:val>
                                        </p:tav>
                                        <p:tav tm="100000">
                                          <p:val>
                                            <p:strVal val="#ppt_x"/>
                                          </p:val>
                                        </p:tav>
                                      </p:tavLst>
                                    </p:anim>
                                    <p:anim calcmode="lin" valueType="num">
                                      <p:cBhvr additive="base">
                                        <p:cTn id="72" dur="500" fill="hold"/>
                                        <p:tgtEl>
                                          <p:spTgt spid="6">
                                            <p:graphicEl>
                                              <a:dgm id="{F5B38B27-210B-4673-9993-38E1C63E11FB}"/>
                                            </p:graphicEl>
                                          </p:spTgt>
                                        </p:tgtEl>
                                        <p:attrNameLst>
                                          <p:attrName>ppt_y</p:attrName>
                                        </p:attrNameLst>
                                      </p:cBhvr>
                                      <p:tavLst>
                                        <p:tav tm="0">
                                          <p:val>
                                            <p:strVal val="1+#ppt_h/2"/>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2" presetClass="entr" presetSubtype="4" fill="hold" grpId="0" nodeType="clickEffect">
                                  <p:stCondLst>
                                    <p:cond delay="0"/>
                                  </p:stCondLst>
                                  <p:childTnLst>
                                    <p:set>
                                      <p:cBhvr>
                                        <p:cTn id="76" dur="1" fill="hold">
                                          <p:stCondLst>
                                            <p:cond delay="0"/>
                                          </p:stCondLst>
                                        </p:cTn>
                                        <p:tgtEl>
                                          <p:spTgt spid="6">
                                            <p:graphicEl>
                                              <a:dgm id="{DC8B4E40-B570-4E0F-8448-2DA42D06970D}"/>
                                            </p:graphicEl>
                                          </p:spTgt>
                                        </p:tgtEl>
                                        <p:attrNameLst>
                                          <p:attrName>style.visibility</p:attrName>
                                        </p:attrNameLst>
                                      </p:cBhvr>
                                      <p:to>
                                        <p:strVal val="visible"/>
                                      </p:to>
                                    </p:set>
                                    <p:anim calcmode="lin" valueType="num">
                                      <p:cBhvr additive="base">
                                        <p:cTn id="77" dur="500" fill="hold"/>
                                        <p:tgtEl>
                                          <p:spTgt spid="6">
                                            <p:graphicEl>
                                              <a:dgm id="{DC8B4E40-B570-4E0F-8448-2DA42D06970D}"/>
                                            </p:graphicEl>
                                          </p:spTgt>
                                        </p:tgtEl>
                                        <p:attrNameLst>
                                          <p:attrName>ppt_x</p:attrName>
                                        </p:attrNameLst>
                                      </p:cBhvr>
                                      <p:tavLst>
                                        <p:tav tm="0">
                                          <p:val>
                                            <p:strVal val="#ppt_x"/>
                                          </p:val>
                                        </p:tav>
                                        <p:tav tm="100000">
                                          <p:val>
                                            <p:strVal val="#ppt_x"/>
                                          </p:val>
                                        </p:tav>
                                      </p:tavLst>
                                    </p:anim>
                                    <p:anim calcmode="lin" valueType="num">
                                      <p:cBhvr additive="base">
                                        <p:cTn id="78" dur="500" fill="hold"/>
                                        <p:tgtEl>
                                          <p:spTgt spid="6">
                                            <p:graphicEl>
                                              <a:dgm id="{DC8B4E40-B570-4E0F-8448-2DA42D06970D}"/>
                                            </p:graphicEl>
                                          </p:spTgt>
                                        </p:tgtEl>
                                        <p:attrNameLst>
                                          <p:attrName>ppt_y</p:attrName>
                                        </p:attrNameLst>
                                      </p:cBhvr>
                                      <p:tavLst>
                                        <p:tav tm="0">
                                          <p:val>
                                            <p:strVal val="1+#ppt_h/2"/>
                                          </p:val>
                                        </p:tav>
                                        <p:tav tm="100000">
                                          <p:val>
                                            <p:strVal val="#ppt_y"/>
                                          </p:val>
                                        </p:tav>
                                      </p:tavLst>
                                    </p:anim>
                                  </p:childTnLst>
                                </p:cTn>
                              </p:par>
                              <p:par>
                                <p:cTn id="79" presetID="2" presetClass="entr" presetSubtype="4" fill="hold" grpId="0" nodeType="withEffect">
                                  <p:stCondLst>
                                    <p:cond delay="0"/>
                                  </p:stCondLst>
                                  <p:childTnLst>
                                    <p:set>
                                      <p:cBhvr>
                                        <p:cTn id="80" dur="1" fill="hold">
                                          <p:stCondLst>
                                            <p:cond delay="0"/>
                                          </p:stCondLst>
                                        </p:cTn>
                                        <p:tgtEl>
                                          <p:spTgt spid="6">
                                            <p:graphicEl>
                                              <a:dgm id="{59CC8713-E32E-4454-9A07-A5C8012137D1}"/>
                                            </p:graphicEl>
                                          </p:spTgt>
                                        </p:tgtEl>
                                        <p:attrNameLst>
                                          <p:attrName>style.visibility</p:attrName>
                                        </p:attrNameLst>
                                      </p:cBhvr>
                                      <p:to>
                                        <p:strVal val="visible"/>
                                      </p:to>
                                    </p:set>
                                    <p:anim calcmode="lin" valueType="num">
                                      <p:cBhvr additive="base">
                                        <p:cTn id="81" dur="500" fill="hold"/>
                                        <p:tgtEl>
                                          <p:spTgt spid="6">
                                            <p:graphicEl>
                                              <a:dgm id="{59CC8713-E32E-4454-9A07-A5C8012137D1}"/>
                                            </p:graphicEl>
                                          </p:spTgt>
                                        </p:tgtEl>
                                        <p:attrNameLst>
                                          <p:attrName>ppt_x</p:attrName>
                                        </p:attrNameLst>
                                      </p:cBhvr>
                                      <p:tavLst>
                                        <p:tav tm="0">
                                          <p:val>
                                            <p:strVal val="#ppt_x"/>
                                          </p:val>
                                        </p:tav>
                                        <p:tav tm="100000">
                                          <p:val>
                                            <p:strVal val="#ppt_x"/>
                                          </p:val>
                                        </p:tav>
                                      </p:tavLst>
                                    </p:anim>
                                    <p:anim calcmode="lin" valueType="num">
                                      <p:cBhvr additive="base">
                                        <p:cTn id="82" dur="500" fill="hold"/>
                                        <p:tgtEl>
                                          <p:spTgt spid="6">
                                            <p:graphicEl>
                                              <a:dgm id="{59CC8713-E32E-4454-9A07-A5C8012137D1}"/>
                                            </p:graphicEl>
                                          </p:spTgt>
                                        </p:tgtEl>
                                        <p:attrNameLst>
                                          <p:attrName>ppt_y</p:attrName>
                                        </p:attrNameLst>
                                      </p:cBhvr>
                                      <p:tavLst>
                                        <p:tav tm="0">
                                          <p:val>
                                            <p:strVal val="1+#ppt_h/2"/>
                                          </p:val>
                                        </p:tav>
                                        <p:tav tm="100000">
                                          <p:val>
                                            <p:strVal val="#ppt_y"/>
                                          </p:val>
                                        </p:tav>
                                      </p:tavLst>
                                    </p:anim>
                                  </p:childTnLst>
                                </p:cTn>
                              </p:par>
                            </p:childTnLst>
                          </p:cTn>
                        </p:par>
                      </p:childTnLst>
                    </p:cTn>
                  </p:par>
                  <p:par>
                    <p:cTn id="83" fill="hold">
                      <p:stCondLst>
                        <p:cond delay="indefinite"/>
                      </p:stCondLst>
                      <p:childTnLst>
                        <p:par>
                          <p:cTn id="84" fill="hold">
                            <p:stCondLst>
                              <p:cond delay="0"/>
                            </p:stCondLst>
                            <p:childTnLst>
                              <p:par>
                                <p:cTn id="85" presetID="2" presetClass="entr" presetSubtype="4" fill="hold" grpId="0" nodeType="clickEffect">
                                  <p:stCondLst>
                                    <p:cond delay="0"/>
                                  </p:stCondLst>
                                  <p:childTnLst>
                                    <p:set>
                                      <p:cBhvr>
                                        <p:cTn id="86" dur="1" fill="hold">
                                          <p:stCondLst>
                                            <p:cond delay="0"/>
                                          </p:stCondLst>
                                        </p:cTn>
                                        <p:tgtEl>
                                          <p:spTgt spid="6">
                                            <p:graphicEl>
                                              <a:dgm id="{9BEECFAC-712F-43D8-B349-858DE632F8D6}"/>
                                            </p:graphicEl>
                                          </p:spTgt>
                                        </p:tgtEl>
                                        <p:attrNameLst>
                                          <p:attrName>style.visibility</p:attrName>
                                        </p:attrNameLst>
                                      </p:cBhvr>
                                      <p:to>
                                        <p:strVal val="visible"/>
                                      </p:to>
                                    </p:set>
                                    <p:anim calcmode="lin" valueType="num">
                                      <p:cBhvr additive="base">
                                        <p:cTn id="87" dur="500" fill="hold"/>
                                        <p:tgtEl>
                                          <p:spTgt spid="6">
                                            <p:graphicEl>
                                              <a:dgm id="{9BEECFAC-712F-43D8-B349-858DE632F8D6}"/>
                                            </p:graphicEl>
                                          </p:spTgt>
                                        </p:tgtEl>
                                        <p:attrNameLst>
                                          <p:attrName>ppt_x</p:attrName>
                                        </p:attrNameLst>
                                      </p:cBhvr>
                                      <p:tavLst>
                                        <p:tav tm="0">
                                          <p:val>
                                            <p:strVal val="#ppt_x"/>
                                          </p:val>
                                        </p:tav>
                                        <p:tav tm="100000">
                                          <p:val>
                                            <p:strVal val="#ppt_x"/>
                                          </p:val>
                                        </p:tav>
                                      </p:tavLst>
                                    </p:anim>
                                    <p:anim calcmode="lin" valueType="num">
                                      <p:cBhvr additive="base">
                                        <p:cTn id="88" dur="500" fill="hold"/>
                                        <p:tgtEl>
                                          <p:spTgt spid="6">
                                            <p:graphicEl>
                                              <a:dgm id="{9BEECFAC-712F-43D8-B349-858DE632F8D6}"/>
                                            </p:graphicEl>
                                          </p:spTgt>
                                        </p:tgtEl>
                                        <p:attrNameLst>
                                          <p:attrName>ppt_y</p:attrName>
                                        </p:attrNameLst>
                                      </p:cBhvr>
                                      <p:tavLst>
                                        <p:tav tm="0">
                                          <p:val>
                                            <p:strVal val="1+#ppt_h/2"/>
                                          </p:val>
                                        </p:tav>
                                        <p:tav tm="100000">
                                          <p:val>
                                            <p:strVal val="#ppt_y"/>
                                          </p:val>
                                        </p:tav>
                                      </p:tavLst>
                                    </p:anim>
                                  </p:childTnLst>
                                </p:cTn>
                              </p:par>
                              <p:par>
                                <p:cTn id="89" presetID="2" presetClass="entr" presetSubtype="4" fill="hold" grpId="0" nodeType="withEffect">
                                  <p:stCondLst>
                                    <p:cond delay="0"/>
                                  </p:stCondLst>
                                  <p:childTnLst>
                                    <p:set>
                                      <p:cBhvr>
                                        <p:cTn id="90" dur="1" fill="hold">
                                          <p:stCondLst>
                                            <p:cond delay="0"/>
                                          </p:stCondLst>
                                        </p:cTn>
                                        <p:tgtEl>
                                          <p:spTgt spid="6">
                                            <p:graphicEl>
                                              <a:dgm id="{8ED90168-8FC0-403A-87BD-461C1B84FC04}"/>
                                            </p:graphicEl>
                                          </p:spTgt>
                                        </p:tgtEl>
                                        <p:attrNameLst>
                                          <p:attrName>style.visibility</p:attrName>
                                        </p:attrNameLst>
                                      </p:cBhvr>
                                      <p:to>
                                        <p:strVal val="visible"/>
                                      </p:to>
                                    </p:set>
                                    <p:anim calcmode="lin" valueType="num">
                                      <p:cBhvr additive="base">
                                        <p:cTn id="91" dur="500" fill="hold"/>
                                        <p:tgtEl>
                                          <p:spTgt spid="6">
                                            <p:graphicEl>
                                              <a:dgm id="{8ED90168-8FC0-403A-87BD-461C1B84FC04}"/>
                                            </p:graphicEl>
                                          </p:spTgt>
                                        </p:tgtEl>
                                        <p:attrNameLst>
                                          <p:attrName>ppt_x</p:attrName>
                                        </p:attrNameLst>
                                      </p:cBhvr>
                                      <p:tavLst>
                                        <p:tav tm="0">
                                          <p:val>
                                            <p:strVal val="#ppt_x"/>
                                          </p:val>
                                        </p:tav>
                                        <p:tav tm="100000">
                                          <p:val>
                                            <p:strVal val="#ppt_x"/>
                                          </p:val>
                                        </p:tav>
                                      </p:tavLst>
                                    </p:anim>
                                    <p:anim calcmode="lin" valueType="num">
                                      <p:cBhvr additive="base">
                                        <p:cTn id="92" dur="500" fill="hold"/>
                                        <p:tgtEl>
                                          <p:spTgt spid="6">
                                            <p:graphicEl>
                                              <a:dgm id="{8ED90168-8FC0-403A-87BD-461C1B84FC04}"/>
                                            </p:graphicEl>
                                          </p:spTgt>
                                        </p:tgtEl>
                                        <p:attrNameLst>
                                          <p:attrName>ppt_y</p:attrName>
                                        </p:attrNameLst>
                                      </p:cBhvr>
                                      <p:tavLst>
                                        <p:tav tm="0">
                                          <p:val>
                                            <p:strVal val="1+#ppt_h/2"/>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2" presetClass="entr" presetSubtype="4" fill="hold" grpId="0" nodeType="clickEffect">
                                  <p:stCondLst>
                                    <p:cond delay="0"/>
                                  </p:stCondLst>
                                  <p:childTnLst>
                                    <p:set>
                                      <p:cBhvr>
                                        <p:cTn id="96" dur="1" fill="hold">
                                          <p:stCondLst>
                                            <p:cond delay="0"/>
                                          </p:stCondLst>
                                        </p:cTn>
                                        <p:tgtEl>
                                          <p:spTgt spid="6">
                                            <p:graphicEl>
                                              <a:dgm id="{917620F4-2D28-4E7D-9900-3B131EDF4043}"/>
                                            </p:graphicEl>
                                          </p:spTgt>
                                        </p:tgtEl>
                                        <p:attrNameLst>
                                          <p:attrName>style.visibility</p:attrName>
                                        </p:attrNameLst>
                                      </p:cBhvr>
                                      <p:to>
                                        <p:strVal val="visible"/>
                                      </p:to>
                                    </p:set>
                                    <p:anim calcmode="lin" valueType="num">
                                      <p:cBhvr additive="base">
                                        <p:cTn id="97" dur="500" fill="hold"/>
                                        <p:tgtEl>
                                          <p:spTgt spid="6">
                                            <p:graphicEl>
                                              <a:dgm id="{917620F4-2D28-4E7D-9900-3B131EDF4043}"/>
                                            </p:graphicEl>
                                          </p:spTgt>
                                        </p:tgtEl>
                                        <p:attrNameLst>
                                          <p:attrName>ppt_x</p:attrName>
                                        </p:attrNameLst>
                                      </p:cBhvr>
                                      <p:tavLst>
                                        <p:tav tm="0">
                                          <p:val>
                                            <p:strVal val="#ppt_x"/>
                                          </p:val>
                                        </p:tav>
                                        <p:tav tm="100000">
                                          <p:val>
                                            <p:strVal val="#ppt_x"/>
                                          </p:val>
                                        </p:tav>
                                      </p:tavLst>
                                    </p:anim>
                                    <p:anim calcmode="lin" valueType="num">
                                      <p:cBhvr additive="base">
                                        <p:cTn id="98" dur="500" fill="hold"/>
                                        <p:tgtEl>
                                          <p:spTgt spid="6">
                                            <p:graphicEl>
                                              <a:dgm id="{917620F4-2D28-4E7D-9900-3B131EDF4043}"/>
                                            </p:graphicEl>
                                          </p:spTgt>
                                        </p:tgtEl>
                                        <p:attrNameLst>
                                          <p:attrName>ppt_y</p:attrName>
                                        </p:attrNameLst>
                                      </p:cBhvr>
                                      <p:tavLst>
                                        <p:tav tm="0">
                                          <p:val>
                                            <p:strVal val="1+#ppt_h/2"/>
                                          </p:val>
                                        </p:tav>
                                        <p:tav tm="100000">
                                          <p:val>
                                            <p:strVal val="#ppt_y"/>
                                          </p:val>
                                        </p:tav>
                                      </p:tavLst>
                                    </p:anim>
                                  </p:childTnLst>
                                </p:cTn>
                              </p:par>
                              <p:par>
                                <p:cTn id="99" presetID="2" presetClass="entr" presetSubtype="4" fill="hold" grpId="0" nodeType="withEffect">
                                  <p:stCondLst>
                                    <p:cond delay="0"/>
                                  </p:stCondLst>
                                  <p:childTnLst>
                                    <p:set>
                                      <p:cBhvr>
                                        <p:cTn id="100" dur="1" fill="hold">
                                          <p:stCondLst>
                                            <p:cond delay="0"/>
                                          </p:stCondLst>
                                        </p:cTn>
                                        <p:tgtEl>
                                          <p:spTgt spid="6">
                                            <p:graphicEl>
                                              <a:dgm id="{B6F320F8-A0BA-4EC8-A789-77EB6FE5390D}"/>
                                            </p:graphicEl>
                                          </p:spTgt>
                                        </p:tgtEl>
                                        <p:attrNameLst>
                                          <p:attrName>style.visibility</p:attrName>
                                        </p:attrNameLst>
                                      </p:cBhvr>
                                      <p:to>
                                        <p:strVal val="visible"/>
                                      </p:to>
                                    </p:set>
                                    <p:anim calcmode="lin" valueType="num">
                                      <p:cBhvr additive="base">
                                        <p:cTn id="101" dur="500" fill="hold"/>
                                        <p:tgtEl>
                                          <p:spTgt spid="6">
                                            <p:graphicEl>
                                              <a:dgm id="{B6F320F8-A0BA-4EC8-A789-77EB6FE5390D}"/>
                                            </p:graphicEl>
                                          </p:spTgt>
                                        </p:tgtEl>
                                        <p:attrNameLst>
                                          <p:attrName>ppt_x</p:attrName>
                                        </p:attrNameLst>
                                      </p:cBhvr>
                                      <p:tavLst>
                                        <p:tav tm="0">
                                          <p:val>
                                            <p:strVal val="#ppt_x"/>
                                          </p:val>
                                        </p:tav>
                                        <p:tav tm="100000">
                                          <p:val>
                                            <p:strVal val="#ppt_x"/>
                                          </p:val>
                                        </p:tav>
                                      </p:tavLst>
                                    </p:anim>
                                    <p:anim calcmode="lin" valueType="num">
                                      <p:cBhvr additive="base">
                                        <p:cTn id="102" dur="500" fill="hold"/>
                                        <p:tgtEl>
                                          <p:spTgt spid="6">
                                            <p:graphicEl>
                                              <a:dgm id="{B6F320F8-A0BA-4EC8-A789-77EB6FE5390D}"/>
                                            </p:graphicEl>
                                          </p:spTgt>
                                        </p:tgtEl>
                                        <p:attrNameLst>
                                          <p:attrName>ppt_y</p:attrName>
                                        </p:attrNameLst>
                                      </p:cBhvr>
                                      <p:tavLst>
                                        <p:tav tm="0">
                                          <p:val>
                                            <p:strVal val="1+#ppt_h/2"/>
                                          </p:val>
                                        </p:tav>
                                        <p:tav tm="100000">
                                          <p:val>
                                            <p:strVal val="#ppt_y"/>
                                          </p:val>
                                        </p:tav>
                                      </p:tavLst>
                                    </p:anim>
                                  </p:childTnLst>
                                </p:cTn>
                              </p:par>
                            </p:childTnLst>
                          </p:cTn>
                        </p:par>
                      </p:childTnLst>
                    </p:cTn>
                  </p:par>
                  <p:par>
                    <p:cTn id="103" fill="hold">
                      <p:stCondLst>
                        <p:cond delay="indefinite"/>
                      </p:stCondLst>
                      <p:childTnLst>
                        <p:par>
                          <p:cTn id="104" fill="hold">
                            <p:stCondLst>
                              <p:cond delay="0"/>
                            </p:stCondLst>
                            <p:childTnLst>
                              <p:par>
                                <p:cTn id="105" presetID="2" presetClass="entr" presetSubtype="4" fill="hold" grpId="0" nodeType="clickEffect">
                                  <p:stCondLst>
                                    <p:cond delay="0"/>
                                  </p:stCondLst>
                                  <p:childTnLst>
                                    <p:set>
                                      <p:cBhvr>
                                        <p:cTn id="106" dur="1" fill="hold">
                                          <p:stCondLst>
                                            <p:cond delay="0"/>
                                          </p:stCondLst>
                                        </p:cTn>
                                        <p:tgtEl>
                                          <p:spTgt spid="6">
                                            <p:graphicEl>
                                              <a:dgm id="{E0ABF455-9DE6-46BF-BBA1-EFAB4F0956B4}"/>
                                            </p:graphicEl>
                                          </p:spTgt>
                                        </p:tgtEl>
                                        <p:attrNameLst>
                                          <p:attrName>style.visibility</p:attrName>
                                        </p:attrNameLst>
                                      </p:cBhvr>
                                      <p:to>
                                        <p:strVal val="visible"/>
                                      </p:to>
                                    </p:set>
                                    <p:anim calcmode="lin" valueType="num">
                                      <p:cBhvr additive="base">
                                        <p:cTn id="107" dur="500" fill="hold"/>
                                        <p:tgtEl>
                                          <p:spTgt spid="6">
                                            <p:graphicEl>
                                              <a:dgm id="{E0ABF455-9DE6-46BF-BBA1-EFAB4F0956B4}"/>
                                            </p:graphicEl>
                                          </p:spTgt>
                                        </p:tgtEl>
                                        <p:attrNameLst>
                                          <p:attrName>ppt_x</p:attrName>
                                        </p:attrNameLst>
                                      </p:cBhvr>
                                      <p:tavLst>
                                        <p:tav tm="0">
                                          <p:val>
                                            <p:strVal val="#ppt_x"/>
                                          </p:val>
                                        </p:tav>
                                        <p:tav tm="100000">
                                          <p:val>
                                            <p:strVal val="#ppt_x"/>
                                          </p:val>
                                        </p:tav>
                                      </p:tavLst>
                                    </p:anim>
                                    <p:anim calcmode="lin" valueType="num">
                                      <p:cBhvr additive="base">
                                        <p:cTn id="108" dur="500" fill="hold"/>
                                        <p:tgtEl>
                                          <p:spTgt spid="6">
                                            <p:graphicEl>
                                              <a:dgm id="{E0ABF455-9DE6-46BF-BBA1-EFAB4F0956B4}"/>
                                            </p:graphicEl>
                                          </p:spTgt>
                                        </p:tgtEl>
                                        <p:attrNameLst>
                                          <p:attrName>ppt_y</p:attrName>
                                        </p:attrNameLst>
                                      </p:cBhvr>
                                      <p:tavLst>
                                        <p:tav tm="0">
                                          <p:val>
                                            <p:strVal val="1+#ppt_h/2"/>
                                          </p:val>
                                        </p:tav>
                                        <p:tav tm="100000">
                                          <p:val>
                                            <p:strVal val="#ppt_y"/>
                                          </p:val>
                                        </p:tav>
                                      </p:tavLst>
                                    </p:anim>
                                  </p:childTnLst>
                                </p:cTn>
                              </p:par>
                              <p:par>
                                <p:cTn id="109" presetID="2" presetClass="entr" presetSubtype="4" fill="hold" grpId="0" nodeType="withEffect">
                                  <p:stCondLst>
                                    <p:cond delay="0"/>
                                  </p:stCondLst>
                                  <p:childTnLst>
                                    <p:set>
                                      <p:cBhvr>
                                        <p:cTn id="110" dur="1" fill="hold">
                                          <p:stCondLst>
                                            <p:cond delay="0"/>
                                          </p:stCondLst>
                                        </p:cTn>
                                        <p:tgtEl>
                                          <p:spTgt spid="6">
                                            <p:graphicEl>
                                              <a:dgm id="{9C4A9F10-718A-4334-8FCB-B906CB57202D}"/>
                                            </p:graphicEl>
                                          </p:spTgt>
                                        </p:tgtEl>
                                        <p:attrNameLst>
                                          <p:attrName>style.visibility</p:attrName>
                                        </p:attrNameLst>
                                      </p:cBhvr>
                                      <p:to>
                                        <p:strVal val="visible"/>
                                      </p:to>
                                    </p:set>
                                    <p:anim calcmode="lin" valueType="num">
                                      <p:cBhvr additive="base">
                                        <p:cTn id="111" dur="500" fill="hold"/>
                                        <p:tgtEl>
                                          <p:spTgt spid="6">
                                            <p:graphicEl>
                                              <a:dgm id="{9C4A9F10-718A-4334-8FCB-B906CB57202D}"/>
                                            </p:graphicEl>
                                          </p:spTgt>
                                        </p:tgtEl>
                                        <p:attrNameLst>
                                          <p:attrName>ppt_x</p:attrName>
                                        </p:attrNameLst>
                                      </p:cBhvr>
                                      <p:tavLst>
                                        <p:tav tm="0">
                                          <p:val>
                                            <p:strVal val="#ppt_x"/>
                                          </p:val>
                                        </p:tav>
                                        <p:tav tm="100000">
                                          <p:val>
                                            <p:strVal val="#ppt_x"/>
                                          </p:val>
                                        </p:tav>
                                      </p:tavLst>
                                    </p:anim>
                                    <p:anim calcmode="lin" valueType="num">
                                      <p:cBhvr additive="base">
                                        <p:cTn id="112" dur="500" fill="hold"/>
                                        <p:tgtEl>
                                          <p:spTgt spid="6">
                                            <p:graphicEl>
                                              <a:dgm id="{9C4A9F10-718A-4334-8FCB-B906CB57202D}"/>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Sub>
          <a:bldDgm bld="one"/>
        </p:bldSub>
      </p:bldGraphic>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a:extLst>
              <a:ext uri="{28A0092B-C50C-407E-A947-70E740481C1C}">
                <a14:useLocalDpi xmlns:a14="http://schemas.microsoft.com/office/drawing/2010/main" val="0"/>
              </a:ext>
            </a:extLst>
          </a:blip>
          <a:srcRect r="66181"/>
          <a:stretch/>
        </p:blipFill>
        <p:spPr>
          <a:xfrm>
            <a:off x="11617377" y="1970689"/>
            <a:ext cx="3352800" cy="3881438"/>
          </a:xfrm>
          <a:prstGeom prst="rect">
            <a:avLst/>
          </a:prstGeom>
          <a:ln>
            <a:noFill/>
          </a:ln>
        </p:spPr>
      </p:pic>
      <p:sp>
        <p:nvSpPr>
          <p:cNvPr id="3" name="Slide Number Placeholder 2"/>
          <p:cNvSpPr>
            <a:spLocks noGrp="1"/>
          </p:cNvSpPr>
          <p:nvPr>
            <p:ph type="sldNum" idx="12"/>
          </p:nvPr>
        </p:nvSpPr>
        <p:spPr/>
        <p:txBody>
          <a:bodyPr/>
          <a:lstStyle/>
          <a:p>
            <a:pPr algn="ctr"/>
            <a:fld id="{00000000-1234-1234-1234-123412341234}" type="slidenum">
              <a:rPr lang="en-US" smtClean="0"/>
              <a:pPr algn="ctr"/>
              <a:t>3</a:t>
            </a:fld>
            <a:endParaRPr lang="en-US"/>
          </a:p>
        </p:txBody>
      </p:sp>
      <p:sp>
        <p:nvSpPr>
          <p:cNvPr id="6" name="Title 1"/>
          <p:cNvSpPr txBox="1">
            <a:spLocks/>
          </p:cNvSpPr>
          <p:nvPr/>
        </p:nvSpPr>
        <p:spPr>
          <a:xfrm>
            <a:off x="1280623" y="948916"/>
            <a:ext cx="6356780" cy="1021773"/>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GB" sz="4800" dirty="0">
                <a:solidFill>
                  <a:schemeClr val="tx2">
                    <a:lumMod val="75000"/>
                  </a:schemeClr>
                </a:solidFill>
                <a:latin typeface="Segoe UI 1" panose="020B0802040204020203" charset="0"/>
                <a:cs typeface="Segoe UI 1" panose="020B0802040204020203" charset="0"/>
              </a:rPr>
              <a:t>Computer Hardware</a:t>
            </a:r>
            <a:endParaRPr lang="en-US" sz="4800" dirty="0">
              <a:solidFill>
                <a:schemeClr val="tx2">
                  <a:lumMod val="75000"/>
                </a:schemeClr>
              </a:solidFill>
              <a:latin typeface="Segoe UI 1" panose="020B0802040204020203" charset="0"/>
              <a:cs typeface="Segoe UI 1" panose="020B0802040204020203" charset="0"/>
            </a:endParaRPr>
          </a:p>
        </p:txBody>
      </p:sp>
      <p:grpSp>
        <p:nvGrpSpPr>
          <p:cNvPr id="7" name="Group 3">
            <a:extLst>
              <a:ext uri="{FF2B5EF4-FFF2-40B4-BE49-F238E27FC236}">
                <a16:creationId xmlns:a16="http://schemas.microsoft.com/office/drawing/2014/main" id="{3D418609-2F76-130E-14AE-86DEC5FB4D02}"/>
              </a:ext>
            </a:extLst>
          </p:cNvPr>
          <p:cNvGrpSpPr/>
          <p:nvPr/>
        </p:nvGrpSpPr>
        <p:grpSpPr>
          <a:xfrm>
            <a:off x="816554" y="1179444"/>
            <a:ext cx="424292" cy="424292"/>
            <a:chOff x="0" y="0"/>
            <a:chExt cx="812800" cy="812800"/>
          </a:xfrm>
        </p:grpSpPr>
        <p:sp>
          <p:nvSpPr>
            <p:cNvPr id="8" name="Freeform 4">
              <a:extLst>
                <a:ext uri="{FF2B5EF4-FFF2-40B4-BE49-F238E27FC236}">
                  <a16:creationId xmlns:a16="http://schemas.microsoft.com/office/drawing/2014/main" id="{542FE6D8-3CEA-4B3E-018E-CBC17A8C735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E3A6E"/>
            </a:solidFill>
          </p:spPr>
          <p:txBody>
            <a:bodyPr/>
            <a:lstStyle/>
            <a:p>
              <a:endParaRPr lang="en-US"/>
            </a:p>
          </p:txBody>
        </p:sp>
        <p:sp>
          <p:nvSpPr>
            <p:cNvPr id="9" name="TextBox 5">
              <a:extLst>
                <a:ext uri="{FF2B5EF4-FFF2-40B4-BE49-F238E27FC236}">
                  <a16:creationId xmlns:a16="http://schemas.microsoft.com/office/drawing/2014/main" id="{07CC5BB2-91A0-F498-3F38-46BAD0524608}"/>
                </a:ext>
              </a:extLst>
            </p:cNvPr>
            <p:cNvSpPr txBox="1"/>
            <p:nvPr/>
          </p:nvSpPr>
          <p:spPr>
            <a:xfrm>
              <a:off x="76200" y="28575"/>
              <a:ext cx="660400" cy="708025"/>
            </a:xfrm>
            <a:prstGeom prst="rect">
              <a:avLst/>
            </a:prstGeom>
          </p:spPr>
          <p:txBody>
            <a:bodyPr lIns="50800" tIns="50800" rIns="50800" bIns="50800" rtlCol="0" anchor="ctr"/>
            <a:lstStyle/>
            <a:p>
              <a:pPr algn="ctr">
                <a:lnSpc>
                  <a:spcPts val="2239"/>
                </a:lnSpc>
              </a:pPr>
              <a:endParaRPr/>
            </a:p>
          </p:txBody>
        </p:sp>
      </p:grpSp>
      <p:pic>
        <p:nvPicPr>
          <p:cNvPr id="11" name="Picture 10"/>
          <p:cNvPicPr>
            <a:picLocks noChangeAspect="1"/>
          </p:cNvPicPr>
          <p:nvPr/>
        </p:nvPicPr>
        <p:blipFill rotWithShape="1">
          <a:blip r:embed="rId2">
            <a:extLst>
              <a:ext uri="{28A0092B-C50C-407E-A947-70E740481C1C}">
                <a14:useLocalDpi xmlns:a14="http://schemas.microsoft.com/office/drawing/2010/main" val="0"/>
              </a:ext>
            </a:extLst>
          </a:blip>
          <a:srcRect l="33133"/>
          <a:stretch/>
        </p:blipFill>
        <p:spPr>
          <a:xfrm>
            <a:off x="11582400" y="5520151"/>
            <a:ext cx="6629220" cy="3881438"/>
          </a:xfrm>
          <a:prstGeom prst="rect">
            <a:avLst/>
          </a:prstGeom>
        </p:spPr>
      </p:pic>
      <p:graphicFrame>
        <p:nvGraphicFramePr>
          <p:cNvPr id="12" name="Diagram 11"/>
          <p:cNvGraphicFramePr/>
          <p:nvPr>
            <p:extLst>
              <p:ext uri="{D42A27DB-BD31-4B8C-83A1-F6EECF244321}">
                <p14:modId xmlns:p14="http://schemas.microsoft.com/office/powerpoint/2010/main" val="1241889511"/>
              </p:ext>
            </p:extLst>
          </p:nvPr>
        </p:nvGraphicFramePr>
        <p:xfrm>
          <a:off x="1066800" y="1970689"/>
          <a:ext cx="10287000" cy="762218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874521563"/>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idx="12"/>
          </p:nvPr>
        </p:nvSpPr>
        <p:spPr/>
        <p:txBody>
          <a:bodyPr/>
          <a:lstStyle/>
          <a:p>
            <a:pPr algn="ctr"/>
            <a:fld id="{00000000-1234-1234-1234-123412341234}" type="slidenum">
              <a:rPr lang="en-US" smtClean="0"/>
              <a:pPr algn="ctr"/>
              <a:t>4</a:t>
            </a:fld>
            <a:endParaRPr lang="en-US"/>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52800" y="472104"/>
            <a:ext cx="13096257" cy="9109603"/>
          </a:xfrm>
          <a:prstGeom prst="rect">
            <a:avLst/>
          </a:prstGeom>
        </p:spPr>
      </p:pic>
      <p:sp>
        <p:nvSpPr>
          <p:cNvPr id="7" name="Title 1"/>
          <p:cNvSpPr txBox="1">
            <a:spLocks/>
          </p:cNvSpPr>
          <p:nvPr/>
        </p:nvSpPr>
        <p:spPr>
          <a:xfrm>
            <a:off x="1280623" y="948916"/>
            <a:ext cx="6356780" cy="1021773"/>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GB" sz="4800" dirty="0">
                <a:solidFill>
                  <a:schemeClr val="tx2">
                    <a:lumMod val="75000"/>
                  </a:schemeClr>
                </a:solidFill>
                <a:latin typeface="Segoe UI 1" panose="020B0802040204020203" charset="0"/>
                <a:cs typeface="Segoe UI 1" panose="020B0802040204020203" charset="0"/>
              </a:rPr>
              <a:t>Computer Hardware</a:t>
            </a:r>
            <a:endParaRPr lang="en-US" sz="4800" dirty="0">
              <a:solidFill>
                <a:schemeClr val="tx2">
                  <a:lumMod val="75000"/>
                </a:schemeClr>
              </a:solidFill>
              <a:latin typeface="Segoe UI 1" panose="020B0802040204020203" charset="0"/>
              <a:cs typeface="Segoe UI 1" panose="020B0802040204020203" charset="0"/>
            </a:endParaRPr>
          </a:p>
        </p:txBody>
      </p:sp>
      <p:grpSp>
        <p:nvGrpSpPr>
          <p:cNvPr id="8" name="Group 3">
            <a:extLst>
              <a:ext uri="{FF2B5EF4-FFF2-40B4-BE49-F238E27FC236}">
                <a16:creationId xmlns:a16="http://schemas.microsoft.com/office/drawing/2014/main" id="{3D418609-2F76-130E-14AE-86DEC5FB4D02}"/>
              </a:ext>
            </a:extLst>
          </p:cNvPr>
          <p:cNvGrpSpPr/>
          <p:nvPr/>
        </p:nvGrpSpPr>
        <p:grpSpPr>
          <a:xfrm>
            <a:off x="816554" y="1179444"/>
            <a:ext cx="424292" cy="424292"/>
            <a:chOff x="0" y="0"/>
            <a:chExt cx="812800" cy="812800"/>
          </a:xfrm>
        </p:grpSpPr>
        <p:sp>
          <p:nvSpPr>
            <p:cNvPr id="9" name="Freeform 4">
              <a:extLst>
                <a:ext uri="{FF2B5EF4-FFF2-40B4-BE49-F238E27FC236}">
                  <a16:creationId xmlns:a16="http://schemas.microsoft.com/office/drawing/2014/main" id="{542FE6D8-3CEA-4B3E-018E-CBC17A8C735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E3A6E"/>
            </a:solidFill>
          </p:spPr>
          <p:txBody>
            <a:bodyPr/>
            <a:lstStyle/>
            <a:p>
              <a:endParaRPr lang="en-US"/>
            </a:p>
          </p:txBody>
        </p:sp>
        <p:sp>
          <p:nvSpPr>
            <p:cNvPr id="10" name="TextBox 5">
              <a:extLst>
                <a:ext uri="{FF2B5EF4-FFF2-40B4-BE49-F238E27FC236}">
                  <a16:creationId xmlns:a16="http://schemas.microsoft.com/office/drawing/2014/main" id="{07CC5BB2-91A0-F498-3F38-46BAD0524608}"/>
                </a:ext>
              </a:extLst>
            </p:cNvPr>
            <p:cNvSpPr txBox="1"/>
            <p:nvPr/>
          </p:nvSpPr>
          <p:spPr>
            <a:xfrm>
              <a:off x="76200" y="28575"/>
              <a:ext cx="660400" cy="708025"/>
            </a:xfrm>
            <a:prstGeom prst="rect">
              <a:avLst/>
            </a:prstGeom>
          </p:spPr>
          <p:txBody>
            <a:bodyPr lIns="50800" tIns="50800" rIns="50800" bIns="50800" rtlCol="0" anchor="ctr"/>
            <a:lstStyle/>
            <a:p>
              <a:pPr algn="ctr">
                <a:lnSpc>
                  <a:spcPts val="2239"/>
                </a:lnSpc>
              </a:pPr>
              <a:endParaRPr/>
            </a:p>
          </p:txBody>
        </p:sp>
      </p:grpSp>
    </p:spTree>
    <p:extLst>
      <p:ext uri="{BB962C8B-B14F-4D97-AF65-F5344CB8AC3E}">
        <p14:creationId xmlns:p14="http://schemas.microsoft.com/office/powerpoint/2010/main" val="1743305145"/>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idx="12"/>
          </p:nvPr>
        </p:nvSpPr>
        <p:spPr/>
        <p:txBody>
          <a:bodyPr/>
          <a:lstStyle/>
          <a:p>
            <a:pPr algn="ctr"/>
            <a:fld id="{00000000-1234-1234-1234-123412341234}" type="slidenum">
              <a:rPr lang="en-US" smtClean="0"/>
              <a:pPr algn="ctr"/>
              <a:t>5</a:t>
            </a:fld>
            <a:endParaRPr lang="en-US"/>
          </a:p>
        </p:txBody>
      </p:sp>
      <p:graphicFrame>
        <p:nvGraphicFramePr>
          <p:cNvPr id="4" name="Diagram 3"/>
          <p:cNvGraphicFramePr/>
          <p:nvPr>
            <p:extLst>
              <p:ext uri="{D42A27DB-BD31-4B8C-83A1-F6EECF244321}">
                <p14:modId xmlns:p14="http://schemas.microsoft.com/office/powerpoint/2010/main" val="2991879196"/>
              </p:ext>
            </p:extLst>
          </p:nvPr>
        </p:nvGraphicFramePr>
        <p:xfrm>
          <a:off x="2438400" y="2552700"/>
          <a:ext cx="10953750" cy="665956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itle 1"/>
          <p:cNvSpPr txBox="1">
            <a:spLocks/>
          </p:cNvSpPr>
          <p:nvPr/>
        </p:nvSpPr>
        <p:spPr>
          <a:xfrm>
            <a:off x="1280622" y="948916"/>
            <a:ext cx="10149377" cy="1021773"/>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GB" sz="4800" dirty="0">
                <a:solidFill>
                  <a:schemeClr val="tx2">
                    <a:lumMod val="75000"/>
                  </a:schemeClr>
                </a:solidFill>
                <a:latin typeface="Segoe UI 1" panose="020B0802040204020203" charset="0"/>
                <a:cs typeface="Segoe UI 1" panose="020B0802040204020203" charset="0"/>
              </a:rPr>
              <a:t>Benefits of Computer Hardware</a:t>
            </a:r>
            <a:endParaRPr lang="en-US" sz="4800" dirty="0">
              <a:solidFill>
                <a:schemeClr val="tx2">
                  <a:lumMod val="75000"/>
                </a:schemeClr>
              </a:solidFill>
              <a:latin typeface="Segoe UI 1" panose="020B0802040204020203" charset="0"/>
              <a:cs typeface="Segoe UI 1" panose="020B0802040204020203" charset="0"/>
            </a:endParaRPr>
          </a:p>
        </p:txBody>
      </p:sp>
      <p:grpSp>
        <p:nvGrpSpPr>
          <p:cNvPr id="7" name="Group 3">
            <a:extLst>
              <a:ext uri="{FF2B5EF4-FFF2-40B4-BE49-F238E27FC236}">
                <a16:creationId xmlns:a16="http://schemas.microsoft.com/office/drawing/2014/main" id="{3D418609-2F76-130E-14AE-86DEC5FB4D02}"/>
              </a:ext>
            </a:extLst>
          </p:cNvPr>
          <p:cNvGrpSpPr/>
          <p:nvPr/>
        </p:nvGrpSpPr>
        <p:grpSpPr>
          <a:xfrm>
            <a:off x="816554" y="1179444"/>
            <a:ext cx="424292" cy="424292"/>
            <a:chOff x="0" y="0"/>
            <a:chExt cx="812800" cy="812800"/>
          </a:xfrm>
        </p:grpSpPr>
        <p:sp>
          <p:nvSpPr>
            <p:cNvPr id="8" name="Freeform 4">
              <a:extLst>
                <a:ext uri="{FF2B5EF4-FFF2-40B4-BE49-F238E27FC236}">
                  <a16:creationId xmlns:a16="http://schemas.microsoft.com/office/drawing/2014/main" id="{542FE6D8-3CEA-4B3E-018E-CBC17A8C735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E3A6E"/>
            </a:solidFill>
          </p:spPr>
          <p:txBody>
            <a:bodyPr/>
            <a:lstStyle/>
            <a:p>
              <a:endParaRPr lang="en-US"/>
            </a:p>
          </p:txBody>
        </p:sp>
        <p:sp>
          <p:nvSpPr>
            <p:cNvPr id="9" name="TextBox 5">
              <a:extLst>
                <a:ext uri="{FF2B5EF4-FFF2-40B4-BE49-F238E27FC236}">
                  <a16:creationId xmlns:a16="http://schemas.microsoft.com/office/drawing/2014/main" id="{07CC5BB2-91A0-F498-3F38-46BAD0524608}"/>
                </a:ext>
              </a:extLst>
            </p:cNvPr>
            <p:cNvSpPr txBox="1"/>
            <p:nvPr/>
          </p:nvSpPr>
          <p:spPr>
            <a:xfrm>
              <a:off x="76200" y="28575"/>
              <a:ext cx="660400" cy="708025"/>
            </a:xfrm>
            <a:prstGeom prst="rect">
              <a:avLst/>
            </a:prstGeom>
          </p:spPr>
          <p:txBody>
            <a:bodyPr lIns="50800" tIns="50800" rIns="50800" bIns="50800" rtlCol="0" anchor="ctr"/>
            <a:lstStyle/>
            <a:p>
              <a:pPr algn="ctr">
                <a:lnSpc>
                  <a:spcPts val="2239"/>
                </a:lnSpc>
              </a:pPr>
              <a:endParaRPr/>
            </a:p>
          </p:txBody>
        </p:sp>
      </p:grpSp>
      <p:grpSp>
        <p:nvGrpSpPr>
          <p:cNvPr id="11" name="Group 10">
            <a:extLst>
              <a:ext uri="{FF2B5EF4-FFF2-40B4-BE49-F238E27FC236}">
                <a16:creationId xmlns:a16="http://schemas.microsoft.com/office/drawing/2014/main" id="{12ECD03B-7FE0-09A0-A9E8-9B809A5232D2}"/>
              </a:ext>
            </a:extLst>
          </p:cNvPr>
          <p:cNvGrpSpPr/>
          <p:nvPr/>
        </p:nvGrpSpPr>
        <p:grpSpPr>
          <a:xfrm>
            <a:off x="13730009" y="0"/>
            <a:ext cx="4557991" cy="9563100"/>
            <a:chOff x="0" y="0"/>
            <a:chExt cx="1200458" cy="2709333"/>
          </a:xfrm>
        </p:grpSpPr>
        <p:sp>
          <p:nvSpPr>
            <p:cNvPr id="12" name="Freeform 11">
              <a:extLst>
                <a:ext uri="{FF2B5EF4-FFF2-40B4-BE49-F238E27FC236}">
                  <a16:creationId xmlns:a16="http://schemas.microsoft.com/office/drawing/2014/main" id="{CC21631A-2C43-756C-2521-C5376CBDB058}"/>
                </a:ext>
              </a:extLst>
            </p:cNvPr>
            <p:cNvSpPr/>
            <p:nvPr/>
          </p:nvSpPr>
          <p:spPr>
            <a:xfrm>
              <a:off x="0" y="0"/>
              <a:ext cx="1200458" cy="2709333"/>
            </a:xfrm>
            <a:custGeom>
              <a:avLst/>
              <a:gdLst/>
              <a:ahLst/>
              <a:cxnLst/>
              <a:rect l="l" t="t" r="r" b="b"/>
              <a:pathLst>
                <a:path w="1200458" h="2709333">
                  <a:moveTo>
                    <a:pt x="0" y="0"/>
                  </a:moveTo>
                  <a:lnTo>
                    <a:pt x="1200458" y="0"/>
                  </a:lnTo>
                  <a:lnTo>
                    <a:pt x="1200458" y="2709333"/>
                  </a:lnTo>
                  <a:lnTo>
                    <a:pt x="0" y="2709333"/>
                  </a:lnTo>
                  <a:close/>
                </a:path>
              </a:pathLst>
            </a:custGeom>
            <a:solidFill>
              <a:srgbClr val="2E3A6E"/>
            </a:solidFill>
          </p:spPr>
          <p:txBody>
            <a:bodyPr/>
            <a:lstStyle/>
            <a:p>
              <a:endParaRPr lang="en-US"/>
            </a:p>
          </p:txBody>
        </p:sp>
        <p:sp>
          <p:nvSpPr>
            <p:cNvPr id="13" name="TextBox 12">
              <a:extLst>
                <a:ext uri="{FF2B5EF4-FFF2-40B4-BE49-F238E27FC236}">
                  <a16:creationId xmlns:a16="http://schemas.microsoft.com/office/drawing/2014/main" id="{79C894A6-F690-FF57-84DA-B99D0F5EBDAB}"/>
                </a:ext>
              </a:extLst>
            </p:cNvPr>
            <p:cNvSpPr txBox="1"/>
            <p:nvPr/>
          </p:nvSpPr>
          <p:spPr>
            <a:xfrm>
              <a:off x="0" y="-47625"/>
              <a:ext cx="1200458" cy="2756958"/>
            </a:xfrm>
            <a:prstGeom prst="rect">
              <a:avLst/>
            </a:prstGeom>
          </p:spPr>
          <p:txBody>
            <a:bodyPr lIns="50800" tIns="50800" rIns="50800" bIns="50800" rtlCol="0" anchor="ctr"/>
            <a:lstStyle/>
            <a:p>
              <a:pPr algn="ctr">
                <a:lnSpc>
                  <a:spcPts val="2239"/>
                </a:lnSpc>
              </a:pPr>
              <a:endParaRPr/>
            </a:p>
          </p:txBody>
        </p:sp>
      </p:grpSp>
    </p:spTree>
    <p:extLst>
      <p:ext uri="{BB962C8B-B14F-4D97-AF65-F5344CB8AC3E}">
        <p14:creationId xmlns:p14="http://schemas.microsoft.com/office/powerpoint/2010/main" val="1775627137"/>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graphicEl>
                                              <a:dgm id="{61A315B3-4630-4737-A4DE-D6D3D96F0CEE}"/>
                                            </p:graphicEl>
                                          </p:spTgt>
                                        </p:tgtEl>
                                        <p:attrNameLst>
                                          <p:attrName>style.visibility</p:attrName>
                                        </p:attrNameLst>
                                      </p:cBhvr>
                                      <p:to>
                                        <p:strVal val="visible"/>
                                      </p:to>
                                    </p:set>
                                    <p:anim calcmode="lin" valueType="num">
                                      <p:cBhvr additive="base">
                                        <p:cTn id="7" dur="500" fill="hold"/>
                                        <p:tgtEl>
                                          <p:spTgt spid="4">
                                            <p:graphicEl>
                                              <a:dgm id="{61A315B3-4630-4737-A4DE-D6D3D96F0CEE}"/>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graphicEl>
                                              <a:dgm id="{61A315B3-4630-4737-A4DE-D6D3D96F0CEE}"/>
                                            </p:graphic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
                                            <p:graphicEl>
                                              <a:dgm id="{FF4A6F8F-237C-4557-AA99-7AD562998D06}"/>
                                            </p:graphicEl>
                                          </p:spTgt>
                                        </p:tgtEl>
                                        <p:attrNameLst>
                                          <p:attrName>style.visibility</p:attrName>
                                        </p:attrNameLst>
                                      </p:cBhvr>
                                      <p:to>
                                        <p:strVal val="visible"/>
                                      </p:to>
                                    </p:set>
                                    <p:anim calcmode="lin" valueType="num">
                                      <p:cBhvr additive="base">
                                        <p:cTn id="11" dur="500" fill="hold"/>
                                        <p:tgtEl>
                                          <p:spTgt spid="4">
                                            <p:graphicEl>
                                              <a:dgm id="{FF4A6F8F-237C-4557-AA99-7AD562998D06}"/>
                                            </p:graphic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graphicEl>
                                              <a:dgm id="{FF4A6F8F-237C-4557-AA99-7AD562998D06}"/>
                                            </p:graphic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4">
                                            <p:graphicEl>
                                              <a:dgm id="{A61EE744-71F1-4C89-ABF8-6109595BD561}"/>
                                            </p:graphicEl>
                                          </p:spTgt>
                                        </p:tgtEl>
                                        <p:attrNameLst>
                                          <p:attrName>style.visibility</p:attrName>
                                        </p:attrNameLst>
                                      </p:cBhvr>
                                      <p:to>
                                        <p:strVal val="visible"/>
                                      </p:to>
                                    </p:set>
                                    <p:anim calcmode="lin" valueType="num">
                                      <p:cBhvr additive="base">
                                        <p:cTn id="17" dur="500" fill="hold"/>
                                        <p:tgtEl>
                                          <p:spTgt spid="4">
                                            <p:graphicEl>
                                              <a:dgm id="{A61EE744-71F1-4C89-ABF8-6109595BD561}"/>
                                            </p:graphicEl>
                                          </p:spTgt>
                                        </p:tgtEl>
                                        <p:attrNameLst>
                                          <p:attrName>ppt_x</p:attrName>
                                        </p:attrNameLst>
                                      </p:cBhvr>
                                      <p:tavLst>
                                        <p:tav tm="0">
                                          <p:val>
                                            <p:strVal val="#ppt_x"/>
                                          </p:val>
                                        </p:tav>
                                        <p:tav tm="100000">
                                          <p:val>
                                            <p:strVal val="#ppt_x"/>
                                          </p:val>
                                        </p:tav>
                                      </p:tavLst>
                                    </p:anim>
                                    <p:anim calcmode="lin" valueType="num">
                                      <p:cBhvr additive="base">
                                        <p:cTn id="18" dur="500" fill="hold"/>
                                        <p:tgtEl>
                                          <p:spTgt spid="4">
                                            <p:graphicEl>
                                              <a:dgm id="{A61EE744-71F1-4C89-ABF8-6109595BD561}"/>
                                            </p:graphic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4">
                                            <p:graphicEl>
                                              <a:dgm id="{681BF25B-9A46-44A3-B511-18312DCAAFB6}"/>
                                            </p:graphicEl>
                                          </p:spTgt>
                                        </p:tgtEl>
                                        <p:attrNameLst>
                                          <p:attrName>style.visibility</p:attrName>
                                        </p:attrNameLst>
                                      </p:cBhvr>
                                      <p:to>
                                        <p:strVal val="visible"/>
                                      </p:to>
                                    </p:set>
                                    <p:anim calcmode="lin" valueType="num">
                                      <p:cBhvr additive="base">
                                        <p:cTn id="21" dur="500" fill="hold"/>
                                        <p:tgtEl>
                                          <p:spTgt spid="4">
                                            <p:graphicEl>
                                              <a:dgm id="{681BF25B-9A46-44A3-B511-18312DCAAFB6}"/>
                                            </p:graphicEl>
                                          </p:spTgt>
                                        </p:tgtEl>
                                        <p:attrNameLst>
                                          <p:attrName>ppt_x</p:attrName>
                                        </p:attrNameLst>
                                      </p:cBhvr>
                                      <p:tavLst>
                                        <p:tav tm="0">
                                          <p:val>
                                            <p:strVal val="#ppt_x"/>
                                          </p:val>
                                        </p:tav>
                                        <p:tav tm="100000">
                                          <p:val>
                                            <p:strVal val="#ppt_x"/>
                                          </p:val>
                                        </p:tav>
                                      </p:tavLst>
                                    </p:anim>
                                    <p:anim calcmode="lin" valueType="num">
                                      <p:cBhvr additive="base">
                                        <p:cTn id="22" dur="500" fill="hold"/>
                                        <p:tgtEl>
                                          <p:spTgt spid="4">
                                            <p:graphicEl>
                                              <a:dgm id="{681BF25B-9A46-44A3-B511-18312DCAAFB6}"/>
                                            </p:graphic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4">
                                            <p:graphicEl>
                                              <a:dgm id="{78221CD2-EF79-4688-ABEA-019B970824C3}"/>
                                            </p:graphicEl>
                                          </p:spTgt>
                                        </p:tgtEl>
                                        <p:attrNameLst>
                                          <p:attrName>style.visibility</p:attrName>
                                        </p:attrNameLst>
                                      </p:cBhvr>
                                      <p:to>
                                        <p:strVal val="visible"/>
                                      </p:to>
                                    </p:set>
                                    <p:anim calcmode="lin" valueType="num">
                                      <p:cBhvr additive="base">
                                        <p:cTn id="27" dur="500" fill="hold"/>
                                        <p:tgtEl>
                                          <p:spTgt spid="4">
                                            <p:graphicEl>
                                              <a:dgm id="{78221CD2-EF79-4688-ABEA-019B970824C3}"/>
                                            </p:graphicEl>
                                          </p:spTgt>
                                        </p:tgtEl>
                                        <p:attrNameLst>
                                          <p:attrName>ppt_x</p:attrName>
                                        </p:attrNameLst>
                                      </p:cBhvr>
                                      <p:tavLst>
                                        <p:tav tm="0">
                                          <p:val>
                                            <p:strVal val="#ppt_x"/>
                                          </p:val>
                                        </p:tav>
                                        <p:tav tm="100000">
                                          <p:val>
                                            <p:strVal val="#ppt_x"/>
                                          </p:val>
                                        </p:tav>
                                      </p:tavLst>
                                    </p:anim>
                                    <p:anim calcmode="lin" valueType="num">
                                      <p:cBhvr additive="base">
                                        <p:cTn id="28" dur="500" fill="hold"/>
                                        <p:tgtEl>
                                          <p:spTgt spid="4">
                                            <p:graphicEl>
                                              <a:dgm id="{78221CD2-EF79-4688-ABEA-019B970824C3}"/>
                                            </p:graphic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4">
                                            <p:graphicEl>
                                              <a:dgm id="{7A927122-38AB-44C4-A5EB-5FD477E5DA3E}"/>
                                            </p:graphicEl>
                                          </p:spTgt>
                                        </p:tgtEl>
                                        <p:attrNameLst>
                                          <p:attrName>style.visibility</p:attrName>
                                        </p:attrNameLst>
                                      </p:cBhvr>
                                      <p:to>
                                        <p:strVal val="visible"/>
                                      </p:to>
                                    </p:set>
                                    <p:anim calcmode="lin" valueType="num">
                                      <p:cBhvr additive="base">
                                        <p:cTn id="31" dur="500" fill="hold"/>
                                        <p:tgtEl>
                                          <p:spTgt spid="4">
                                            <p:graphicEl>
                                              <a:dgm id="{7A927122-38AB-44C4-A5EB-5FD477E5DA3E}"/>
                                            </p:graphicEl>
                                          </p:spTgt>
                                        </p:tgtEl>
                                        <p:attrNameLst>
                                          <p:attrName>ppt_x</p:attrName>
                                        </p:attrNameLst>
                                      </p:cBhvr>
                                      <p:tavLst>
                                        <p:tav tm="0">
                                          <p:val>
                                            <p:strVal val="#ppt_x"/>
                                          </p:val>
                                        </p:tav>
                                        <p:tav tm="100000">
                                          <p:val>
                                            <p:strVal val="#ppt_x"/>
                                          </p:val>
                                        </p:tav>
                                      </p:tavLst>
                                    </p:anim>
                                    <p:anim calcmode="lin" valueType="num">
                                      <p:cBhvr additive="base">
                                        <p:cTn id="32" dur="500" fill="hold"/>
                                        <p:tgtEl>
                                          <p:spTgt spid="4">
                                            <p:graphicEl>
                                              <a:dgm id="{7A927122-38AB-44C4-A5EB-5FD477E5DA3E}"/>
                                            </p:graphic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
                                            <p:graphicEl>
                                              <a:dgm id="{6F6B3E66-9CFD-4F42-8FB0-54FB172273A8}"/>
                                            </p:graphicEl>
                                          </p:spTgt>
                                        </p:tgtEl>
                                        <p:attrNameLst>
                                          <p:attrName>style.visibility</p:attrName>
                                        </p:attrNameLst>
                                      </p:cBhvr>
                                      <p:to>
                                        <p:strVal val="visible"/>
                                      </p:to>
                                    </p:set>
                                    <p:anim calcmode="lin" valueType="num">
                                      <p:cBhvr additive="base">
                                        <p:cTn id="37" dur="500" fill="hold"/>
                                        <p:tgtEl>
                                          <p:spTgt spid="4">
                                            <p:graphicEl>
                                              <a:dgm id="{6F6B3E66-9CFD-4F42-8FB0-54FB172273A8}"/>
                                            </p:graphicEl>
                                          </p:spTgt>
                                        </p:tgtEl>
                                        <p:attrNameLst>
                                          <p:attrName>ppt_x</p:attrName>
                                        </p:attrNameLst>
                                      </p:cBhvr>
                                      <p:tavLst>
                                        <p:tav tm="0">
                                          <p:val>
                                            <p:strVal val="#ppt_x"/>
                                          </p:val>
                                        </p:tav>
                                        <p:tav tm="100000">
                                          <p:val>
                                            <p:strVal val="#ppt_x"/>
                                          </p:val>
                                        </p:tav>
                                      </p:tavLst>
                                    </p:anim>
                                    <p:anim calcmode="lin" valueType="num">
                                      <p:cBhvr additive="base">
                                        <p:cTn id="38" dur="500" fill="hold"/>
                                        <p:tgtEl>
                                          <p:spTgt spid="4">
                                            <p:graphicEl>
                                              <a:dgm id="{6F6B3E66-9CFD-4F42-8FB0-54FB172273A8}"/>
                                            </p:graphicEl>
                                          </p:spTgt>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4">
                                            <p:graphicEl>
                                              <a:dgm id="{F57C231A-DF4C-4F31-8CED-5CBC5504D23D}"/>
                                            </p:graphicEl>
                                          </p:spTgt>
                                        </p:tgtEl>
                                        <p:attrNameLst>
                                          <p:attrName>style.visibility</p:attrName>
                                        </p:attrNameLst>
                                      </p:cBhvr>
                                      <p:to>
                                        <p:strVal val="visible"/>
                                      </p:to>
                                    </p:set>
                                    <p:anim calcmode="lin" valueType="num">
                                      <p:cBhvr additive="base">
                                        <p:cTn id="41" dur="500" fill="hold"/>
                                        <p:tgtEl>
                                          <p:spTgt spid="4">
                                            <p:graphicEl>
                                              <a:dgm id="{F57C231A-DF4C-4F31-8CED-5CBC5504D23D}"/>
                                            </p:graphicEl>
                                          </p:spTgt>
                                        </p:tgtEl>
                                        <p:attrNameLst>
                                          <p:attrName>ppt_x</p:attrName>
                                        </p:attrNameLst>
                                      </p:cBhvr>
                                      <p:tavLst>
                                        <p:tav tm="0">
                                          <p:val>
                                            <p:strVal val="#ppt_x"/>
                                          </p:val>
                                        </p:tav>
                                        <p:tav tm="100000">
                                          <p:val>
                                            <p:strVal val="#ppt_x"/>
                                          </p:val>
                                        </p:tav>
                                      </p:tavLst>
                                    </p:anim>
                                    <p:anim calcmode="lin" valueType="num">
                                      <p:cBhvr additive="base">
                                        <p:cTn id="42" dur="500" fill="hold"/>
                                        <p:tgtEl>
                                          <p:spTgt spid="4">
                                            <p:graphicEl>
                                              <a:dgm id="{F57C231A-DF4C-4F31-8CED-5CBC5504D23D}"/>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Sub>
          <a:bldDgm bld="one"/>
        </p:bldSub>
      </p:bldGraphic>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idx="12"/>
          </p:nvPr>
        </p:nvSpPr>
        <p:spPr/>
        <p:txBody>
          <a:bodyPr/>
          <a:lstStyle/>
          <a:p>
            <a:pPr algn="ctr"/>
            <a:fld id="{00000000-1234-1234-1234-123412341234}" type="slidenum">
              <a:rPr lang="en-US" smtClean="0"/>
              <a:pPr algn="ctr"/>
              <a:t>6</a:t>
            </a:fld>
            <a:endParaRPr lang="en-US"/>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53600" y="2050781"/>
            <a:ext cx="7606353" cy="7497691"/>
          </a:xfrm>
          <a:prstGeom prst="rect">
            <a:avLst/>
          </a:prstGeom>
        </p:spPr>
      </p:pic>
      <p:sp>
        <p:nvSpPr>
          <p:cNvPr id="7" name="Title 1"/>
          <p:cNvSpPr txBox="1">
            <a:spLocks/>
          </p:cNvSpPr>
          <p:nvPr/>
        </p:nvSpPr>
        <p:spPr>
          <a:xfrm>
            <a:off x="1280623" y="948916"/>
            <a:ext cx="6356780" cy="1021773"/>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GB" sz="4800" dirty="0">
                <a:solidFill>
                  <a:schemeClr val="tx2">
                    <a:lumMod val="75000"/>
                  </a:schemeClr>
                </a:solidFill>
                <a:latin typeface="Segoe UI 1" panose="020B0802040204020203" charset="0"/>
                <a:cs typeface="Segoe UI 1" panose="020B0802040204020203" charset="0"/>
              </a:rPr>
              <a:t>Computer Software</a:t>
            </a:r>
            <a:endParaRPr lang="en-US" sz="4800" dirty="0">
              <a:solidFill>
                <a:schemeClr val="tx2">
                  <a:lumMod val="75000"/>
                </a:schemeClr>
              </a:solidFill>
              <a:latin typeface="Segoe UI 1" panose="020B0802040204020203" charset="0"/>
              <a:cs typeface="Segoe UI 1" panose="020B0802040204020203" charset="0"/>
            </a:endParaRPr>
          </a:p>
        </p:txBody>
      </p:sp>
      <p:grpSp>
        <p:nvGrpSpPr>
          <p:cNvPr id="8" name="Group 3">
            <a:extLst>
              <a:ext uri="{FF2B5EF4-FFF2-40B4-BE49-F238E27FC236}">
                <a16:creationId xmlns:a16="http://schemas.microsoft.com/office/drawing/2014/main" id="{3D418609-2F76-130E-14AE-86DEC5FB4D02}"/>
              </a:ext>
            </a:extLst>
          </p:cNvPr>
          <p:cNvGrpSpPr/>
          <p:nvPr/>
        </p:nvGrpSpPr>
        <p:grpSpPr>
          <a:xfrm>
            <a:off x="816554" y="1179444"/>
            <a:ext cx="424292" cy="424292"/>
            <a:chOff x="0" y="0"/>
            <a:chExt cx="812800" cy="812800"/>
          </a:xfrm>
        </p:grpSpPr>
        <p:sp>
          <p:nvSpPr>
            <p:cNvPr id="9" name="Freeform 4">
              <a:extLst>
                <a:ext uri="{FF2B5EF4-FFF2-40B4-BE49-F238E27FC236}">
                  <a16:creationId xmlns:a16="http://schemas.microsoft.com/office/drawing/2014/main" id="{542FE6D8-3CEA-4B3E-018E-CBC17A8C735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E3A6E"/>
            </a:solidFill>
          </p:spPr>
          <p:txBody>
            <a:bodyPr/>
            <a:lstStyle/>
            <a:p>
              <a:endParaRPr lang="en-US"/>
            </a:p>
          </p:txBody>
        </p:sp>
        <p:sp>
          <p:nvSpPr>
            <p:cNvPr id="10" name="TextBox 5">
              <a:extLst>
                <a:ext uri="{FF2B5EF4-FFF2-40B4-BE49-F238E27FC236}">
                  <a16:creationId xmlns:a16="http://schemas.microsoft.com/office/drawing/2014/main" id="{07CC5BB2-91A0-F498-3F38-46BAD0524608}"/>
                </a:ext>
              </a:extLst>
            </p:cNvPr>
            <p:cNvSpPr txBox="1"/>
            <p:nvPr/>
          </p:nvSpPr>
          <p:spPr>
            <a:xfrm>
              <a:off x="76200" y="28575"/>
              <a:ext cx="660400" cy="708025"/>
            </a:xfrm>
            <a:prstGeom prst="rect">
              <a:avLst/>
            </a:prstGeom>
          </p:spPr>
          <p:txBody>
            <a:bodyPr lIns="50800" tIns="50800" rIns="50800" bIns="50800" rtlCol="0" anchor="ctr"/>
            <a:lstStyle/>
            <a:p>
              <a:pPr algn="ctr">
                <a:lnSpc>
                  <a:spcPts val="2239"/>
                </a:lnSpc>
              </a:pPr>
              <a:endParaRPr/>
            </a:p>
          </p:txBody>
        </p:sp>
      </p:grpSp>
      <p:graphicFrame>
        <p:nvGraphicFramePr>
          <p:cNvPr id="11" name="Diagram 10"/>
          <p:cNvGraphicFramePr/>
          <p:nvPr>
            <p:extLst>
              <p:ext uri="{D42A27DB-BD31-4B8C-83A1-F6EECF244321}">
                <p14:modId xmlns:p14="http://schemas.microsoft.com/office/powerpoint/2010/main" val="342491449"/>
              </p:ext>
            </p:extLst>
          </p:nvPr>
        </p:nvGraphicFramePr>
        <p:xfrm>
          <a:off x="1280622" y="1970689"/>
          <a:ext cx="8472977" cy="757778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108518254"/>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idx="12"/>
          </p:nvPr>
        </p:nvSpPr>
        <p:spPr/>
        <p:txBody>
          <a:bodyPr/>
          <a:lstStyle/>
          <a:p>
            <a:pPr algn="ctr"/>
            <a:fld id="{00000000-1234-1234-1234-123412341234}" type="slidenum">
              <a:rPr lang="en-US" smtClean="0"/>
              <a:pPr algn="ctr"/>
              <a:t>7</a:t>
            </a:fld>
            <a:endParaRPr lang="en-US"/>
          </a:p>
        </p:txBody>
      </p:sp>
      <p:graphicFrame>
        <p:nvGraphicFramePr>
          <p:cNvPr id="4" name="Diagram 3"/>
          <p:cNvGraphicFramePr/>
          <p:nvPr>
            <p:extLst>
              <p:ext uri="{D42A27DB-BD31-4B8C-83A1-F6EECF244321}">
                <p14:modId xmlns:p14="http://schemas.microsoft.com/office/powerpoint/2010/main" val="729483853"/>
              </p:ext>
            </p:extLst>
          </p:nvPr>
        </p:nvGraphicFramePr>
        <p:xfrm>
          <a:off x="1316848" y="2171700"/>
          <a:ext cx="10420350" cy="65151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itle 1"/>
          <p:cNvSpPr txBox="1">
            <a:spLocks/>
          </p:cNvSpPr>
          <p:nvPr/>
        </p:nvSpPr>
        <p:spPr>
          <a:xfrm>
            <a:off x="1280622" y="948916"/>
            <a:ext cx="11597177" cy="1021773"/>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GB" sz="4800" dirty="0">
                <a:solidFill>
                  <a:schemeClr val="tx2">
                    <a:lumMod val="75000"/>
                  </a:schemeClr>
                </a:solidFill>
                <a:latin typeface="Segoe UI 1" panose="020B0802040204020203" charset="0"/>
                <a:cs typeface="Segoe UI 1" panose="020B0802040204020203" charset="0"/>
              </a:rPr>
              <a:t>Benefits of Computer Software</a:t>
            </a:r>
            <a:endParaRPr lang="en-US" sz="4800" dirty="0">
              <a:solidFill>
                <a:schemeClr val="tx2">
                  <a:lumMod val="75000"/>
                </a:schemeClr>
              </a:solidFill>
              <a:latin typeface="Segoe UI 1" panose="020B0802040204020203" charset="0"/>
              <a:cs typeface="Segoe UI 1" panose="020B0802040204020203" charset="0"/>
            </a:endParaRPr>
          </a:p>
        </p:txBody>
      </p:sp>
      <p:grpSp>
        <p:nvGrpSpPr>
          <p:cNvPr id="6" name="Group 3">
            <a:extLst>
              <a:ext uri="{FF2B5EF4-FFF2-40B4-BE49-F238E27FC236}">
                <a16:creationId xmlns:a16="http://schemas.microsoft.com/office/drawing/2014/main" id="{3D418609-2F76-130E-14AE-86DEC5FB4D02}"/>
              </a:ext>
            </a:extLst>
          </p:cNvPr>
          <p:cNvGrpSpPr/>
          <p:nvPr/>
        </p:nvGrpSpPr>
        <p:grpSpPr>
          <a:xfrm>
            <a:off x="816554" y="1179444"/>
            <a:ext cx="424292" cy="424292"/>
            <a:chOff x="0" y="0"/>
            <a:chExt cx="812800" cy="812800"/>
          </a:xfrm>
        </p:grpSpPr>
        <p:sp>
          <p:nvSpPr>
            <p:cNvPr id="7" name="Freeform 4">
              <a:extLst>
                <a:ext uri="{FF2B5EF4-FFF2-40B4-BE49-F238E27FC236}">
                  <a16:creationId xmlns:a16="http://schemas.microsoft.com/office/drawing/2014/main" id="{542FE6D8-3CEA-4B3E-018E-CBC17A8C735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E3A6E"/>
            </a:solidFill>
          </p:spPr>
          <p:txBody>
            <a:bodyPr/>
            <a:lstStyle/>
            <a:p>
              <a:endParaRPr lang="en-US"/>
            </a:p>
          </p:txBody>
        </p:sp>
        <p:sp>
          <p:nvSpPr>
            <p:cNvPr id="8" name="TextBox 5">
              <a:extLst>
                <a:ext uri="{FF2B5EF4-FFF2-40B4-BE49-F238E27FC236}">
                  <a16:creationId xmlns:a16="http://schemas.microsoft.com/office/drawing/2014/main" id="{07CC5BB2-91A0-F498-3F38-46BAD0524608}"/>
                </a:ext>
              </a:extLst>
            </p:cNvPr>
            <p:cNvSpPr txBox="1"/>
            <p:nvPr/>
          </p:nvSpPr>
          <p:spPr>
            <a:xfrm>
              <a:off x="76200" y="28575"/>
              <a:ext cx="660400" cy="708025"/>
            </a:xfrm>
            <a:prstGeom prst="rect">
              <a:avLst/>
            </a:prstGeom>
          </p:spPr>
          <p:txBody>
            <a:bodyPr lIns="50800" tIns="50800" rIns="50800" bIns="50800" rtlCol="0" anchor="ctr"/>
            <a:lstStyle/>
            <a:p>
              <a:pPr algn="ctr">
                <a:lnSpc>
                  <a:spcPts val="2239"/>
                </a:lnSpc>
              </a:pPr>
              <a:endParaRPr/>
            </a:p>
          </p:txBody>
        </p:sp>
      </p:grpSp>
      <p:grpSp>
        <p:nvGrpSpPr>
          <p:cNvPr id="11" name="Group 10">
            <a:extLst>
              <a:ext uri="{FF2B5EF4-FFF2-40B4-BE49-F238E27FC236}">
                <a16:creationId xmlns:a16="http://schemas.microsoft.com/office/drawing/2014/main" id="{12ECD03B-7FE0-09A0-A9E8-9B809A5232D2}"/>
              </a:ext>
            </a:extLst>
          </p:cNvPr>
          <p:cNvGrpSpPr/>
          <p:nvPr/>
        </p:nvGrpSpPr>
        <p:grpSpPr>
          <a:xfrm>
            <a:off x="13730009" y="0"/>
            <a:ext cx="4557991" cy="9563100"/>
            <a:chOff x="0" y="0"/>
            <a:chExt cx="1200458" cy="2709333"/>
          </a:xfrm>
        </p:grpSpPr>
        <p:sp>
          <p:nvSpPr>
            <p:cNvPr id="12" name="Freeform 11">
              <a:extLst>
                <a:ext uri="{FF2B5EF4-FFF2-40B4-BE49-F238E27FC236}">
                  <a16:creationId xmlns:a16="http://schemas.microsoft.com/office/drawing/2014/main" id="{CC21631A-2C43-756C-2521-C5376CBDB058}"/>
                </a:ext>
              </a:extLst>
            </p:cNvPr>
            <p:cNvSpPr/>
            <p:nvPr/>
          </p:nvSpPr>
          <p:spPr>
            <a:xfrm>
              <a:off x="0" y="0"/>
              <a:ext cx="1200458" cy="2709333"/>
            </a:xfrm>
            <a:custGeom>
              <a:avLst/>
              <a:gdLst/>
              <a:ahLst/>
              <a:cxnLst/>
              <a:rect l="l" t="t" r="r" b="b"/>
              <a:pathLst>
                <a:path w="1200458" h="2709333">
                  <a:moveTo>
                    <a:pt x="0" y="0"/>
                  </a:moveTo>
                  <a:lnTo>
                    <a:pt x="1200458" y="0"/>
                  </a:lnTo>
                  <a:lnTo>
                    <a:pt x="1200458" y="2709333"/>
                  </a:lnTo>
                  <a:lnTo>
                    <a:pt x="0" y="2709333"/>
                  </a:lnTo>
                  <a:close/>
                </a:path>
              </a:pathLst>
            </a:custGeom>
            <a:solidFill>
              <a:srgbClr val="2E3A6E"/>
            </a:solidFill>
          </p:spPr>
          <p:txBody>
            <a:bodyPr/>
            <a:lstStyle/>
            <a:p>
              <a:endParaRPr lang="en-US"/>
            </a:p>
          </p:txBody>
        </p:sp>
        <p:sp>
          <p:nvSpPr>
            <p:cNvPr id="13" name="TextBox 12">
              <a:extLst>
                <a:ext uri="{FF2B5EF4-FFF2-40B4-BE49-F238E27FC236}">
                  <a16:creationId xmlns:a16="http://schemas.microsoft.com/office/drawing/2014/main" id="{79C894A6-F690-FF57-84DA-B99D0F5EBDAB}"/>
                </a:ext>
              </a:extLst>
            </p:cNvPr>
            <p:cNvSpPr txBox="1"/>
            <p:nvPr/>
          </p:nvSpPr>
          <p:spPr>
            <a:xfrm>
              <a:off x="0" y="-47625"/>
              <a:ext cx="1200458" cy="2756958"/>
            </a:xfrm>
            <a:prstGeom prst="rect">
              <a:avLst/>
            </a:prstGeom>
          </p:spPr>
          <p:txBody>
            <a:bodyPr lIns="50800" tIns="50800" rIns="50800" bIns="50800" rtlCol="0" anchor="ctr"/>
            <a:lstStyle/>
            <a:p>
              <a:pPr algn="ctr">
                <a:lnSpc>
                  <a:spcPts val="2239"/>
                </a:lnSpc>
              </a:pPr>
              <a:endParaRPr/>
            </a:p>
          </p:txBody>
        </p:sp>
      </p:grpSp>
    </p:spTree>
    <p:extLst>
      <p:ext uri="{BB962C8B-B14F-4D97-AF65-F5344CB8AC3E}">
        <p14:creationId xmlns:p14="http://schemas.microsoft.com/office/powerpoint/2010/main" val="3103473878"/>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
                                            <p:graphicEl>
                                              <a:dgm id="{3661A930-4CC7-4B5E-B9A2-4CA8E1E8E69C}"/>
                                            </p:graphicEl>
                                          </p:spTgt>
                                        </p:tgtEl>
                                        <p:attrNameLst>
                                          <p:attrName>style.visibility</p:attrName>
                                        </p:attrNameLst>
                                      </p:cBhvr>
                                      <p:to>
                                        <p:strVal val="visible"/>
                                      </p:to>
                                    </p:set>
                                    <p:anim calcmode="lin" valueType="num">
                                      <p:cBhvr additive="base">
                                        <p:cTn id="7" dur="500" fill="hold"/>
                                        <p:tgtEl>
                                          <p:spTgt spid="4">
                                            <p:graphicEl>
                                              <a:dgm id="{3661A930-4CC7-4B5E-B9A2-4CA8E1E8E69C}"/>
                                            </p:graphicEl>
                                          </p:spTgt>
                                        </p:tgtEl>
                                        <p:attrNameLst>
                                          <p:attrName>ppt_x</p:attrName>
                                        </p:attrNameLst>
                                      </p:cBhvr>
                                      <p:tavLst>
                                        <p:tav tm="0">
                                          <p:val>
                                            <p:strVal val="0-#ppt_w/2"/>
                                          </p:val>
                                        </p:tav>
                                        <p:tav tm="100000">
                                          <p:val>
                                            <p:strVal val="#ppt_x"/>
                                          </p:val>
                                        </p:tav>
                                      </p:tavLst>
                                    </p:anim>
                                    <p:anim calcmode="lin" valueType="num">
                                      <p:cBhvr additive="base">
                                        <p:cTn id="8" dur="500" fill="hold"/>
                                        <p:tgtEl>
                                          <p:spTgt spid="4">
                                            <p:graphicEl>
                                              <a:dgm id="{3661A930-4CC7-4B5E-B9A2-4CA8E1E8E69C}"/>
                                            </p:graphic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4">
                                            <p:graphicEl>
                                              <a:dgm id="{AE3DF4AA-E2A0-4029-B455-5BC956818EE8}"/>
                                            </p:graphicEl>
                                          </p:spTgt>
                                        </p:tgtEl>
                                        <p:attrNameLst>
                                          <p:attrName>style.visibility</p:attrName>
                                        </p:attrNameLst>
                                      </p:cBhvr>
                                      <p:to>
                                        <p:strVal val="visible"/>
                                      </p:to>
                                    </p:set>
                                    <p:anim calcmode="lin" valueType="num">
                                      <p:cBhvr additive="base">
                                        <p:cTn id="13" dur="500" fill="hold"/>
                                        <p:tgtEl>
                                          <p:spTgt spid="4">
                                            <p:graphicEl>
                                              <a:dgm id="{AE3DF4AA-E2A0-4029-B455-5BC956818EE8}"/>
                                            </p:graphic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4">
                                            <p:graphicEl>
                                              <a:dgm id="{AE3DF4AA-E2A0-4029-B455-5BC956818EE8}"/>
                                            </p:graphic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4">
                                            <p:graphicEl>
                                              <a:dgm id="{5C068DAC-26D0-4DBA-B92F-8B552B275932}"/>
                                            </p:graphicEl>
                                          </p:spTgt>
                                        </p:tgtEl>
                                        <p:attrNameLst>
                                          <p:attrName>style.visibility</p:attrName>
                                        </p:attrNameLst>
                                      </p:cBhvr>
                                      <p:to>
                                        <p:strVal val="visible"/>
                                      </p:to>
                                    </p:set>
                                    <p:anim calcmode="lin" valueType="num">
                                      <p:cBhvr additive="base">
                                        <p:cTn id="19" dur="500" fill="hold"/>
                                        <p:tgtEl>
                                          <p:spTgt spid="4">
                                            <p:graphicEl>
                                              <a:dgm id="{5C068DAC-26D0-4DBA-B92F-8B552B275932}"/>
                                            </p:graphic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4">
                                            <p:graphicEl>
                                              <a:dgm id="{5C068DAC-26D0-4DBA-B92F-8B552B275932}"/>
                                            </p:graphic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4">
                                            <p:graphicEl>
                                              <a:dgm id="{CCA0C657-9914-42DB-A76F-93EF54179E60}"/>
                                            </p:graphicEl>
                                          </p:spTgt>
                                        </p:tgtEl>
                                        <p:attrNameLst>
                                          <p:attrName>style.visibility</p:attrName>
                                        </p:attrNameLst>
                                      </p:cBhvr>
                                      <p:to>
                                        <p:strVal val="visible"/>
                                      </p:to>
                                    </p:set>
                                    <p:anim calcmode="lin" valueType="num">
                                      <p:cBhvr additive="base">
                                        <p:cTn id="25" dur="500" fill="hold"/>
                                        <p:tgtEl>
                                          <p:spTgt spid="4">
                                            <p:graphicEl>
                                              <a:dgm id="{CCA0C657-9914-42DB-A76F-93EF54179E60}"/>
                                            </p:graphic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4">
                                            <p:graphicEl>
                                              <a:dgm id="{CCA0C657-9914-42DB-A76F-93EF54179E60}"/>
                                            </p:graphic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4">
                                            <p:graphicEl>
                                              <a:dgm id="{165DC102-28B9-4F62-A703-B56A3D23A236}"/>
                                            </p:graphicEl>
                                          </p:spTgt>
                                        </p:tgtEl>
                                        <p:attrNameLst>
                                          <p:attrName>style.visibility</p:attrName>
                                        </p:attrNameLst>
                                      </p:cBhvr>
                                      <p:to>
                                        <p:strVal val="visible"/>
                                      </p:to>
                                    </p:set>
                                    <p:anim calcmode="lin" valueType="num">
                                      <p:cBhvr additive="base">
                                        <p:cTn id="31" dur="500" fill="hold"/>
                                        <p:tgtEl>
                                          <p:spTgt spid="4">
                                            <p:graphicEl>
                                              <a:dgm id="{165DC102-28B9-4F62-A703-B56A3D23A236}"/>
                                            </p:graphic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4">
                                            <p:graphicEl>
                                              <a:dgm id="{165DC102-28B9-4F62-A703-B56A3D23A236}"/>
                                            </p:graphic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4">
                                            <p:graphicEl>
                                              <a:dgm id="{2FEA8DC5-F8C9-41BF-99E0-96D4AC73AAB7}"/>
                                            </p:graphicEl>
                                          </p:spTgt>
                                        </p:tgtEl>
                                        <p:attrNameLst>
                                          <p:attrName>style.visibility</p:attrName>
                                        </p:attrNameLst>
                                      </p:cBhvr>
                                      <p:to>
                                        <p:strVal val="visible"/>
                                      </p:to>
                                    </p:set>
                                    <p:anim calcmode="lin" valueType="num">
                                      <p:cBhvr additive="base">
                                        <p:cTn id="37" dur="500" fill="hold"/>
                                        <p:tgtEl>
                                          <p:spTgt spid="4">
                                            <p:graphicEl>
                                              <a:dgm id="{2FEA8DC5-F8C9-41BF-99E0-96D4AC73AAB7}"/>
                                            </p:graphic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4">
                                            <p:graphicEl>
                                              <a:dgm id="{2FEA8DC5-F8C9-41BF-99E0-96D4AC73AAB7}"/>
                                            </p:graphic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4">
                                            <p:graphicEl>
                                              <a:dgm id="{0A5C6748-DDE6-4CD0-9D68-489F1D5C63F3}"/>
                                            </p:graphicEl>
                                          </p:spTgt>
                                        </p:tgtEl>
                                        <p:attrNameLst>
                                          <p:attrName>style.visibility</p:attrName>
                                        </p:attrNameLst>
                                      </p:cBhvr>
                                      <p:to>
                                        <p:strVal val="visible"/>
                                      </p:to>
                                    </p:set>
                                    <p:anim calcmode="lin" valueType="num">
                                      <p:cBhvr additive="base">
                                        <p:cTn id="43" dur="500" fill="hold"/>
                                        <p:tgtEl>
                                          <p:spTgt spid="4">
                                            <p:graphicEl>
                                              <a:dgm id="{0A5C6748-DDE6-4CD0-9D68-489F1D5C63F3}"/>
                                            </p:graphic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4">
                                            <p:graphicEl>
                                              <a:dgm id="{0A5C6748-DDE6-4CD0-9D68-489F1D5C63F3}"/>
                                            </p:graphic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Sub>
          <a:bldDgm bld="lvlOne"/>
        </p:bldSub>
      </p:bldGraphic>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idx="12"/>
          </p:nvPr>
        </p:nvSpPr>
        <p:spPr/>
        <p:txBody>
          <a:bodyPr/>
          <a:lstStyle/>
          <a:p>
            <a:pPr algn="ctr"/>
            <a:fld id="{00000000-1234-1234-1234-123412341234}" type="slidenum">
              <a:rPr lang="en-US" smtClean="0"/>
              <a:pPr algn="ctr"/>
              <a:t>8</a:t>
            </a:fld>
            <a:endParaRPr lang="en-US"/>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31013" y="2157653"/>
            <a:ext cx="8522374" cy="5211524"/>
          </a:xfrm>
          <a:prstGeom prst="rect">
            <a:avLst/>
          </a:prstGeom>
        </p:spPr>
      </p:pic>
      <p:sp>
        <p:nvSpPr>
          <p:cNvPr id="7" name="Title 1"/>
          <p:cNvSpPr txBox="1">
            <a:spLocks/>
          </p:cNvSpPr>
          <p:nvPr/>
        </p:nvSpPr>
        <p:spPr>
          <a:xfrm>
            <a:off x="1280622" y="948916"/>
            <a:ext cx="12206777" cy="1021773"/>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GB" sz="4800" dirty="0">
                <a:solidFill>
                  <a:schemeClr val="tx2">
                    <a:lumMod val="75000"/>
                  </a:schemeClr>
                </a:solidFill>
                <a:latin typeface="Segoe UI 1" panose="020B0802040204020203" charset="0"/>
                <a:cs typeface="Segoe UI 1" panose="020B0802040204020203" charset="0"/>
              </a:rPr>
              <a:t>Computer Programming</a:t>
            </a:r>
            <a:endParaRPr lang="en-US" sz="4800" dirty="0">
              <a:solidFill>
                <a:schemeClr val="tx2">
                  <a:lumMod val="75000"/>
                </a:schemeClr>
              </a:solidFill>
              <a:latin typeface="Segoe UI 1" panose="020B0802040204020203" charset="0"/>
              <a:cs typeface="Segoe UI 1" panose="020B0802040204020203" charset="0"/>
            </a:endParaRPr>
          </a:p>
        </p:txBody>
      </p:sp>
      <p:grpSp>
        <p:nvGrpSpPr>
          <p:cNvPr id="8" name="Group 3">
            <a:extLst>
              <a:ext uri="{FF2B5EF4-FFF2-40B4-BE49-F238E27FC236}">
                <a16:creationId xmlns:a16="http://schemas.microsoft.com/office/drawing/2014/main" id="{3D418609-2F76-130E-14AE-86DEC5FB4D02}"/>
              </a:ext>
            </a:extLst>
          </p:cNvPr>
          <p:cNvGrpSpPr/>
          <p:nvPr/>
        </p:nvGrpSpPr>
        <p:grpSpPr>
          <a:xfrm>
            <a:off x="816554" y="1179444"/>
            <a:ext cx="424292" cy="424292"/>
            <a:chOff x="0" y="0"/>
            <a:chExt cx="812800" cy="812800"/>
          </a:xfrm>
        </p:grpSpPr>
        <p:sp>
          <p:nvSpPr>
            <p:cNvPr id="9" name="Freeform 4">
              <a:extLst>
                <a:ext uri="{FF2B5EF4-FFF2-40B4-BE49-F238E27FC236}">
                  <a16:creationId xmlns:a16="http://schemas.microsoft.com/office/drawing/2014/main" id="{542FE6D8-3CEA-4B3E-018E-CBC17A8C735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E3A6E"/>
            </a:solidFill>
          </p:spPr>
          <p:txBody>
            <a:bodyPr/>
            <a:lstStyle/>
            <a:p>
              <a:endParaRPr lang="en-US"/>
            </a:p>
          </p:txBody>
        </p:sp>
        <p:sp>
          <p:nvSpPr>
            <p:cNvPr id="10" name="TextBox 5">
              <a:extLst>
                <a:ext uri="{FF2B5EF4-FFF2-40B4-BE49-F238E27FC236}">
                  <a16:creationId xmlns:a16="http://schemas.microsoft.com/office/drawing/2014/main" id="{07CC5BB2-91A0-F498-3F38-46BAD0524608}"/>
                </a:ext>
              </a:extLst>
            </p:cNvPr>
            <p:cNvSpPr txBox="1"/>
            <p:nvPr/>
          </p:nvSpPr>
          <p:spPr>
            <a:xfrm>
              <a:off x="76200" y="28575"/>
              <a:ext cx="660400" cy="708025"/>
            </a:xfrm>
            <a:prstGeom prst="rect">
              <a:avLst/>
            </a:prstGeom>
          </p:spPr>
          <p:txBody>
            <a:bodyPr lIns="50800" tIns="50800" rIns="50800" bIns="50800" rtlCol="0" anchor="ctr"/>
            <a:lstStyle/>
            <a:p>
              <a:pPr algn="ctr">
                <a:lnSpc>
                  <a:spcPts val="2239"/>
                </a:lnSpc>
              </a:pPr>
              <a:endParaRPr/>
            </a:p>
          </p:txBody>
        </p:sp>
      </p:grpSp>
      <p:graphicFrame>
        <p:nvGraphicFramePr>
          <p:cNvPr id="11" name="Diagram 10"/>
          <p:cNvGraphicFramePr/>
          <p:nvPr>
            <p:extLst>
              <p:ext uri="{D42A27DB-BD31-4B8C-83A1-F6EECF244321}">
                <p14:modId xmlns:p14="http://schemas.microsoft.com/office/powerpoint/2010/main" val="1307245679"/>
              </p:ext>
            </p:extLst>
          </p:nvPr>
        </p:nvGraphicFramePr>
        <p:xfrm>
          <a:off x="-1304144" y="1563959"/>
          <a:ext cx="15087600" cy="823125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831731519"/>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heel(1)">
                                      <p:cBhvr>
                                        <p:cTn id="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idx="12"/>
          </p:nvPr>
        </p:nvSpPr>
        <p:spPr/>
        <p:txBody>
          <a:bodyPr/>
          <a:lstStyle/>
          <a:p>
            <a:pPr algn="ctr"/>
            <a:fld id="{00000000-1234-1234-1234-123412341234}" type="slidenum">
              <a:rPr lang="en-US" smtClean="0"/>
              <a:pPr algn="ctr"/>
              <a:t>9</a:t>
            </a:fld>
            <a:endParaRPr lang="en-US"/>
          </a:p>
        </p:txBody>
      </p:sp>
      <p:graphicFrame>
        <p:nvGraphicFramePr>
          <p:cNvPr id="4" name="Diagram 3"/>
          <p:cNvGraphicFramePr/>
          <p:nvPr>
            <p:extLst>
              <p:ext uri="{D42A27DB-BD31-4B8C-83A1-F6EECF244321}">
                <p14:modId xmlns:p14="http://schemas.microsoft.com/office/powerpoint/2010/main" val="3272872725"/>
              </p:ext>
            </p:extLst>
          </p:nvPr>
        </p:nvGraphicFramePr>
        <p:xfrm>
          <a:off x="0" y="2171700"/>
          <a:ext cx="13487400" cy="7019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itle 1"/>
          <p:cNvSpPr txBox="1">
            <a:spLocks/>
          </p:cNvSpPr>
          <p:nvPr/>
        </p:nvSpPr>
        <p:spPr>
          <a:xfrm>
            <a:off x="1280622" y="948916"/>
            <a:ext cx="10530377" cy="1021773"/>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GB" sz="4800" dirty="0">
                <a:solidFill>
                  <a:schemeClr val="tx2">
                    <a:lumMod val="75000"/>
                  </a:schemeClr>
                </a:solidFill>
                <a:latin typeface="Segoe UI 1" panose="020B0802040204020203" charset="0"/>
                <a:cs typeface="Segoe UI 1" panose="020B0802040204020203" charset="0"/>
              </a:rPr>
              <a:t>Benefits of Computer Programming</a:t>
            </a:r>
            <a:endParaRPr lang="en-US" sz="4800" dirty="0">
              <a:solidFill>
                <a:schemeClr val="tx2">
                  <a:lumMod val="75000"/>
                </a:schemeClr>
              </a:solidFill>
              <a:latin typeface="Segoe UI 1" panose="020B0802040204020203" charset="0"/>
              <a:cs typeface="Segoe UI 1" panose="020B0802040204020203" charset="0"/>
            </a:endParaRPr>
          </a:p>
        </p:txBody>
      </p:sp>
      <p:grpSp>
        <p:nvGrpSpPr>
          <p:cNvPr id="6" name="Group 3">
            <a:extLst>
              <a:ext uri="{FF2B5EF4-FFF2-40B4-BE49-F238E27FC236}">
                <a16:creationId xmlns:a16="http://schemas.microsoft.com/office/drawing/2014/main" id="{3D418609-2F76-130E-14AE-86DEC5FB4D02}"/>
              </a:ext>
            </a:extLst>
          </p:cNvPr>
          <p:cNvGrpSpPr/>
          <p:nvPr/>
        </p:nvGrpSpPr>
        <p:grpSpPr>
          <a:xfrm>
            <a:off x="816554" y="1179444"/>
            <a:ext cx="424292" cy="424292"/>
            <a:chOff x="0" y="0"/>
            <a:chExt cx="812800" cy="812800"/>
          </a:xfrm>
        </p:grpSpPr>
        <p:sp>
          <p:nvSpPr>
            <p:cNvPr id="7" name="Freeform 4">
              <a:extLst>
                <a:ext uri="{FF2B5EF4-FFF2-40B4-BE49-F238E27FC236}">
                  <a16:creationId xmlns:a16="http://schemas.microsoft.com/office/drawing/2014/main" id="{542FE6D8-3CEA-4B3E-018E-CBC17A8C735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E3A6E"/>
            </a:solidFill>
          </p:spPr>
          <p:txBody>
            <a:bodyPr/>
            <a:lstStyle/>
            <a:p>
              <a:endParaRPr lang="en-US"/>
            </a:p>
          </p:txBody>
        </p:sp>
        <p:sp>
          <p:nvSpPr>
            <p:cNvPr id="8" name="TextBox 5">
              <a:extLst>
                <a:ext uri="{FF2B5EF4-FFF2-40B4-BE49-F238E27FC236}">
                  <a16:creationId xmlns:a16="http://schemas.microsoft.com/office/drawing/2014/main" id="{07CC5BB2-91A0-F498-3F38-46BAD0524608}"/>
                </a:ext>
              </a:extLst>
            </p:cNvPr>
            <p:cNvSpPr txBox="1"/>
            <p:nvPr/>
          </p:nvSpPr>
          <p:spPr>
            <a:xfrm>
              <a:off x="76200" y="28575"/>
              <a:ext cx="660400" cy="708025"/>
            </a:xfrm>
            <a:prstGeom prst="rect">
              <a:avLst/>
            </a:prstGeom>
          </p:spPr>
          <p:txBody>
            <a:bodyPr lIns="50800" tIns="50800" rIns="50800" bIns="50800" rtlCol="0" anchor="ctr"/>
            <a:lstStyle/>
            <a:p>
              <a:pPr algn="ctr">
                <a:lnSpc>
                  <a:spcPts val="2239"/>
                </a:lnSpc>
              </a:pPr>
              <a:endParaRPr/>
            </a:p>
          </p:txBody>
        </p:sp>
      </p:grpSp>
      <p:grpSp>
        <p:nvGrpSpPr>
          <p:cNvPr id="10" name="Group 9">
            <a:extLst>
              <a:ext uri="{FF2B5EF4-FFF2-40B4-BE49-F238E27FC236}">
                <a16:creationId xmlns:a16="http://schemas.microsoft.com/office/drawing/2014/main" id="{12ECD03B-7FE0-09A0-A9E8-9B809A5232D2}"/>
              </a:ext>
            </a:extLst>
          </p:cNvPr>
          <p:cNvGrpSpPr/>
          <p:nvPr/>
        </p:nvGrpSpPr>
        <p:grpSpPr>
          <a:xfrm>
            <a:off x="13730009" y="0"/>
            <a:ext cx="4557991" cy="9563100"/>
            <a:chOff x="0" y="0"/>
            <a:chExt cx="1200458" cy="2709333"/>
          </a:xfrm>
        </p:grpSpPr>
        <p:sp>
          <p:nvSpPr>
            <p:cNvPr id="11" name="Freeform 10">
              <a:extLst>
                <a:ext uri="{FF2B5EF4-FFF2-40B4-BE49-F238E27FC236}">
                  <a16:creationId xmlns:a16="http://schemas.microsoft.com/office/drawing/2014/main" id="{CC21631A-2C43-756C-2521-C5376CBDB058}"/>
                </a:ext>
              </a:extLst>
            </p:cNvPr>
            <p:cNvSpPr/>
            <p:nvPr/>
          </p:nvSpPr>
          <p:spPr>
            <a:xfrm>
              <a:off x="0" y="0"/>
              <a:ext cx="1200458" cy="2709333"/>
            </a:xfrm>
            <a:custGeom>
              <a:avLst/>
              <a:gdLst/>
              <a:ahLst/>
              <a:cxnLst/>
              <a:rect l="l" t="t" r="r" b="b"/>
              <a:pathLst>
                <a:path w="1200458" h="2709333">
                  <a:moveTo>
                    <a:pt x="0" y="0"/>
                  </a:moveTo>
                  <a:lnTo>
                    <a:pt x="1200458" y="0"/>
                  </a:lnTo>
                  <a:lnTo>
                    <a:pt x="1200458" y="2709333"/>
                  </a:lnTo>
                  <a:lnTo>
                    <a:pt x="0" y="2709333"/>
                  </a:lnTo>
                  <a:close/>
                </a:path>
              </a:pathLst>
            </a:custGeom>
            <a:solidFill>
              <a:srgbClr val="2E3A6E"/>
            </a:solidFill>
          </p:spPr>
          <p:txBody>
            <a:bodyPr/>
            <a:lstStyle/>
            <a:p>
              <a:endParaRPr lang="en-US"/>
            </a:p>
          </p:txBody>
        </p:sp>
        <p:sp>
          <p:nvSpPr>
            <p:cNvPr id="12" name="TextBox 11">
              <a:extLst>
                <a:ext uri="{FF2B5EF4-FFF2-40B4-BE49-F238E27FC236}">
                  <a16:creationId xmlns:a16="http://schemas.microsoft.com/office/drawing/2014/main" id="{79C894A6-F690-FF57-84DA-B99D0F5EBDAB}"/>
                </a:ext>
              </a:extLst>
            </p:cNvPr>
            <p:cNvSpPr txBox="1"/>
            <p:nvPr/>
          </p:nvSpPr>
          <p:spPr>
            <a:xfrm>
              <a:off x="0" y="-47625"/>
              <a:ext cx="1200458" cy="2756958"/>
            </a:xfrm>
            <a:prstGeom prst="rect">
              <a:avLst/>
            </a:prstGeom>
          </p:spPr>
          <p:txBody>
            <a:bodyPr lIns="50800" tIns="50800" rIns="50800" bIns="50800" rtlCol="0" anchor="ctr"/>
            <a:lstStyle/>
            <a:p>
              <a:pPr algn="ctr">
                <a:lnSpc>
                  <a:spcPts val="2239"/>
                </a:lnSpc>
              </a:pPr>
              <a:endParaRPr/>
            </a:p>
          </p:txBody>
        </p:sp>
      </p:grpSp>
    </p:spTree>
    <p:extLst>
      <p:ext uri="{BB962C8B-B14F-4D97-AF65-F5344CB8AC3E}">
        <p14:creationId xmlns:p14="http://schemas.microsoft.com/office/powerpoint/2010/main" val="3063793475"/>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9" fill="hold" grpId="0" nodeType="clickEffect">
                                  <p:stCondLst>
                                    <p:cond delay="0"/>
                                  </p:stCondLst>
                                  <p:childTnLst>
                                    <p:set>
                                      <p:cBhvr>
                                        <p:cTn id="6" dur="1" fill="hold">
                                          <p:stCondLst>
                                            <p:cond delay="0"/>
                                          </p:stCondLst>
                                        </p:cTn>
                                        <p:tgtEl>
                                          <p:spTgt spid="4">
                                            <p:graphicEl>
                                              <a:dgm id="{3604636D-218F-47B6-BC02-530DC1BBAADE}"/>
                                            </p:graphicEl>
                                          </p:spTgt>
                                        </p:tgtEl>
                                        <p:attrNameLst>
                                          <p:attrName>style.visibility</p:attrName>
                                        </p:attrNameLst>
                                      </p:cBhvr>
                                      <p:to>
                                        <p:strVal val="visible"/>
                                      </p:to>
                                    </p:set>
                                    <p:anim calcmode="lin" valueType="num">
                                      <p:cBhvr additive="base">
                                        <p:cTn id="7" dur="500" fill="hold"/>
                                        <p:tgtEl>
                                          <p:spTgt spid="4">
                                            <p:graphicEl>
                                              <a:dgm id="{3604636D-218F-47B6-BC02-530DC1BBAADE}"/>
                                            </p:graphicEl>
                                          </p:spTgt>
                                        </p:tgtEl>
                                        <p:attrNameLst>
                                          <p:attrName>ppt_x</p:attrName>
                                        </p:attrNameLst>
                                      </p:cBhvr>
                                      <p:tavLst>
                                        <p:tav tm="0">
                                          <p:val>
                                            <p:strVal val="0-#ppt_w/2"/>
                                          </p:val>
                                        </p:tav>
                                        <p:tav tm="100000">
                                          <p:val>
                                            <p:strVal val="#ppt_x"/>
                                          </p:val>
                                        </p:tav>
                                      </p:tavLst>
                                    </p:anim>
                                    <p:anim calcmode="lin" valueType="num">
                                      <p:cBhvr additive="base">
                                        <p:cTn id="8" dur="500" fill="hold"/>
                                        <p:tgtEl>
                                          <p:spTgt spid="4">
                                            <p:graphicEl>
                                              <a:dgm id="{3604636D-218F-47B6-BC02-530DC1BBAADE}"/>
                                            </p:graphicEl>
                                          </p:spTgt>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9" fill="hold" grpId="0" nodeType="clickEffect">
                                  <p:stCondLst>
                                    <p:cond delay="0"/>
                                  </p:stCondLst>
                                  <p:childTnLst>
                                    <p:set>
                                      <p:cBhvr>
                                        <p:cTn id="12" dur="1" fill="hold">
                                          <p:stCondLst>
                                            <p:cond delay="0"/>
                                          </p:stCondLst>
                                        </p:cTn>
                                        <p:tgtEl>
                                          <p:spTgt spid="4">
                                            <p:graphicEl>
                                              <a:dgm id="{B509F431-1383-4AEE-A4D5-A5D537127EE9}"/>
                                            </p:graphicEl>
                                          </p:spTgt>
                                        </p:tgtEl>
                                        <p:attrNameLst>
                                          <p:attrName>style.visibility</p:attrName>
                                        </p:attrNameLst>
                                      </p:cBhvr>
                                      <p:to>
                                        <p:strVal val="visible"/>
                                      </p:to>
                                    </p:set>
                                    <p:anim calcmode="lin" valueType="num">
                                      <p:cBhvr additive="base">
                                        <p:cTn id="13" dur="500" fill="hold"/>
                                        <p:tgtEl>
                                          <p:spTgt spid="4">
                                            <p:graphicEl>
                                              <a:dgm id="{B509F431-1383-4AEE-A4D5-A5D537127EE9}"/>
                                            </p:graphic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4">
                                            <p:graphicEl>
                                              <a:dgm id="{B509F431-1383-4AEE-A4D5-A5D537127EE9}"/>
                                            </p:graphicEl>
                                          </p:spTgt>
                                        </p:tgtEl>
                                        <p:attrNameLst>
                                          <p:attrName>ppt_y</p:attrName>
                                        </p:attrNameLst>
                                      </p:cBhvr>
                                      <p:tavLst>
                                        <p:tav tm="0">
                                          <p:val>
                                            <p:strVal val="0-#ppt_h/2"/>
                                          </p:val>
                                        </p:tav>
                                        <p:tav tm="100000">
                                          <p:val>
                                            <p:strVal val="#ppt_y"/>
                                          </p:val>
                                        </p:tav>
                                      </p:tavLst>
                                    </p:anim>
                                  </p:childTnLst>
                                </p:cTn>
                              </p:par>
                              <p:par>
                                <p:cTn id="15" presetID="2" presetClass="entr" presetSubtype="9" fill="hold" grpId="0" nodeType="withEffect">
                                  <p:stCondLst>
                                    <p:cond delay="0"/>
                                  </p:stCondLst>
                                  <p:childTnLst>
                                    <p:set>
                                      <p:cBhvr>
                                        <p:cTn id="16" dur="1" fill="hold">
                                          <p:stCondLst>
                                            <p:cond delay="0"/>
                                          </p:stCondLst>
                                        </p:cTn>
                                        <p:tgtEl>
                                          <p:spTgt spid="4">
                                            <p:graphicEl>
                                              <a:dgm id="{F413BC6A-CD5B-4A63-9912-EC571C9D0311}"/>
                                            </p:graphicEl>
                                          </p:spTgt>
                                        </p:tgtEl>
                                        <p:attrNameLst>
                                          <p:attrName>style.visibility</p:attrName>
                                        </p:attrNameLst>
                                      </p:cBhvr>
                                      <p:to>
                                        <p:strVal val="visible"/>
                                      </p:to>
                                    </p:set>
                                    <p:anim calcmode="lin" valueType="num">
                                      <p:cBhvr additive="base">
                                        <p:cTn id="17" dur="500" fill="hold"/>
                                        <p:tgtEl>
                                          <p:spTgt spid="4">
                                            <p:graphicEl>
                                              <a:dgm id="{F413BC6A-CD5B-4A63-9912-EC571C9D0311}"/>
                                            </p:graphic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4">
                                            <p:graphicEl>
                                              <a:dgm id="{F413BC6A-CD5B-4A63-9912-EC571C9D0311}"/>
                                            </p:graphicEl>
                                          </p:spTgt>
                                        </p:tgtEl>
                                        <p:attrNameLst>
                                          <p:attrName>ppt_y</p:attrName>
                                        </p:attrNameLst>
                                      </p:cBhvr>
                                      <p:tavLst>
                                        <p:tav tm="0">
                                          <p:val>
                                            <p:strVal val="0-#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9" fill="hold" grpId="0" nodeType="clickEffect">
                                  <p:stCondLst>
                                    <p:cond delay="0"/>
                                  </p:stCondLst>
                                  <p:childTnLst>
                                    <p:set>
                                      <p:cBhvr>
                                        <p:cTn id="22" dur="1" fill="hold">
                                          <p:stCondLst>
                                            <p:cond delay="0"/>
                                          </p:stCondLst>
                                        </p:cTn>
                                        <p:tgtEl>
                                          <p:spTgt spid="4">
                                            <p:graphicEl>
                                              <a:dgm id="{C0F7B7B0-189E-45E1-8F23-C7C32DC5148D}"/>
                                            </p:graphicEl>
                                          </p:spTgt>
                                        </p:tgtEl>
                                        <p:attrNameLst>
                                          <p:attrName>style.visibility</p:attrName>
                                        </p:attrNameLst>
                                      </p:cBhvr>
                                      <p:to>
                                        <p:strVal val="visible"/>
                                      </p:to>
                                    </p:set>
                                    <p:anim calcmode="lin" valueType="num">
                                      <p:cBhvr additive="base">
                                        <p:cTn id="23" dur="500" fill="hold"/>
                                        <p:tgtEl>
                                          <p:spTgt spid="4">
                                            <p:graphicEl>
                                              <a:dgm id="{C0F7B7B0-189E-45E1-8F23-C7C32DC5148D}"/>
                                            </p:graphic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4">
                                            <p:graphicEl>
                                              <a:dgm id="{C0F7B7B0-189E-45E1-8F23-C7C32DC5148D}"/>
                                            </p:graphicEl>
                                          </p:spTgt>
                                        </p:tgtEl>
                                        <p:attrNameLst>
                                          <p:attrName>ppt_y</p:attrName>
                                        </p:attrNameLst>
                                      </p:cBhvr>
                                      <p:tavLst>
                                        <p:tav tm="0">
                                          <p:val>
                                            <p:strVal val="0-#ppt_h/2"/>
                                          </p:val>
                                        </p:tav>
                                        <p:tav tm="100000">
                                          <p:val>
                                            <p:strVal val="#ppt_y"/>
                                          </p:val>
                                        </p:tav>
                                      </p:tavLst>
                                    </p:anim>
                                  </p:childTnLst>
                                </p:cTn>
                              </p:par>
                              <p:par>
                                <p:cTn id="25" presetID="2" presetClass="entr" presetSubtype="9" fill="hold" grpId="0" nodeType="withEffect">
                                  <p:stCondLst>
                                    <p:cond delay="0"/>
                                  </p:stCondLst>
                                  <p:childTnLst>
                                    <p:set>
                                      <p:cBhvr>
                                        <p:cTn id="26" dur="1" fill="hold">
                                          <p:stCondLst>
                                            <p:cond delay="0"/>
                                          </p:stCondLst>
                                        </p:cTn>
                                        <p:tgtEl>
                                          <p:spTgt spid="4">
                                            <p:graphicEl>
                                              <a:dgm id="{11CDA20B-92FF-4E44-B761-07EF7E52CDF6}"/>
                                            </p:graphicEl>
                                          </p:spTgt>
                                        </p:tgtEl>
                                        <p:attrNameLst>
                                          <p:attrName>style.visibility</p:attrName>
                                        </p:attrNameLst>
                                      </p:cBhvr>
                                      <p:to>
                                        <p:strVal val="visible"/>
                                      </p:to>
                                    </p:set>
                                    <p:anim calcmode="lin" valueType="num">
                                      <p:cBhvr additive="base">
                                        <p:cTn id="27" dur="500" fill="hold"/>
                                        <p:tgtEl>
                                          <p:spTgt spid="4">
                                            <p:graphicEl>
                                              <a:dgm id="{11CDA20B-92FF-4E44-B761-07EF7E52CDF6}"/>
                                            </p:graphicEl>
                                          </p:spTgt>
                                        </p:tgtEl>
                                        <p:attrNameLst>
                                          <p:attrName>ppt_x</p:attrName>
                                        </p:attrNameLst>
                                      </p:cBhvr>
                                      <p:tavLst>
                                        <p:tav tm="0">
                                          <p:val>
                                            <p:strVal val="0-#ppt_w/2"/>
                                          </p:val>
                                        </p:tav>
                                        <p:tav tm="100000">
                                          <p:val>
                                            <p:strVal val="#ppt_x"/>
                                          </p:val>
                                        </p:tav>
                                      </p:tavLst>
                                    </p:anim>
                                    <p:anim calcmode="lin" valueType="num">
                                      <p:cBhvr additive="base">
                                        <p:cTn id="28" dur="500" fill="hold"/>
                                        <p:tgtEl>
                                          <p:spTgt spid="4">
                                            <p:graphicEl>
                                              <a:dgm id="{11CDA20B-92FF-4E44-B761-07EF7E52CDF6}"/>
                                            </p:graphicEl>
                                          </p:spTgt>
                                        </p:tgtEl>
                                        <p:attrNameLst>
                                          <p:attrName>ppt_y</p:attrName>
                                        </p:attrNameLst>
                                      </p:cBhvr>
                                      <p:tavLst>
                                        <p:tav tm="0">
                                          <p:val>
                                            <p:strVal val="0-#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9" fill="hold" grpId="0" nodeType="clickEffect">
                                  <p:stCondLst>
                                    <p:cond delay="0"/>
                                  </p:stCondLst>
                                  <p:childTnLst>
                                    <p:set>
                                      <p:cBhvr>
                                        <p:cTn id="32" dur="1" fill="hold">
                                          <p:stCondLst>
                                            <p:cond delay="0"/>
                                          </p:stCondLst>
                                        </p:cTn>
                                        <p:tgtEl>
                                          <p:spTgt spid="4">
                                            <p:graphicEl>
                                              <a:dgm id="{728220AE-5F4D-4CD8-B5EF-1E57B559711D}"/>
                                            </p:graphicEl>
                                          </p:spTgt>
                                        </p:tgtEl>
                                        <p:attrNameLst>
                                          <p:attrName>style.visibility</p:attrName>
                                        </p:attrNameLst>
                                      </p:cBhvr>
                                      <p:to>
                                        <p:strVal val="visible"/>
                                      </p:to>
                                    </p:set>
                                    <p:anim calcmode="lin" valueType="num">
                                      <p:cBhvr additive="base">
                                        <p:cTn id="33" dur="500" fill="hold"/>
                                        <p:tgtEl>
                                          <p:spTgt spid="4">
                                            <p:graphicEl>
                                              <a:dgm id="{728220AE-5F4D-4CD8-B5EF-1E57B559711D}"/>
                                            </p:graphicEl>
                                          </p:spTgt>
                                        </p:tgtEl>
                                        <p:attrNameLst>
                                          <p:attrName>ppt_x</p:attrName>
                                        </p:attrNameLst>
                                      </p:cBhvr>
                                      <p:tavLst>
                                        <p:tav tm="0">
                                          <p:val>
                                            <p:strVal val="0-#ppt_w/2"/>
                                          </p:val>
                                        </p:tav>
                                        <p:tav tm="100000">
                                          <p:val>
                                            <p:strVal val="#ppt_x"/>
                                          </p:val>
                                        </p:tav>
                                      </p:tavLst>
                                    </p:anim>
                                    <p:anim calcmode="lin" valueType="num">
                                      <p:cBhvr additive="base">
                                        <p:cTn id="34" dur="500" fill="hold"/>
                                        <p:tgtEl>
                                          <p:spTgt spid="4">
                                            <p:graphicEl>
                                              <a:dgm id="{728220AE-5F4D-4CD8-B5EF-1E57B559711D}"/>
                                            </p:graphicEl>
                                          </p:spTgt>
                                        </p:tgtEl>
                                        <p:attrNameLst>
                                          <p:attrName>ppt_y</p:attrName>
                                        </p:attrNameLst>
                                      </p:cBhvr>
                                      <p:tavLst>
                                        <p:tav tm="0">
                                          <p:val>
                                            <p:strVal val="0-#ppt_h/2"/>
                                          </p:val>
                                        </p:tav>
                                        <p:tav tm="100000">
                                          <p:val>
                                            <p:strVal val="#ppt_y"/>
                                          </p:val>
                                        </p:tav>
                                      </p:tavLst>
                                    </p:anim>
                                  </p:childTnLst>
                                </p:cTn>
                              </p:par>
                              <p:par>
                                <p:cTn id="35" presetID="2" presetClass="entr" presetSubtype="9" fill="hold" grpId="0" nodeType="withEffect">
                                  <p:stCondLst>
                                    <p:cond delay="0"/>
                                  </p:stCondLst>
                                  <p:childTnLst>
                                    <p:set>
                                      <p:cBhvr>
                                        <p:cTn id="36" dur="1" fill="hold">
                                          <p:stCondLst>
                                            <p:cond delay="0"/>
                                          </p:stCondLst>
                                        </p:cTn>
                                        <p:tgtEl>
                                          <p:spTgt spid="4">
                                            <p:graphicEl>
                                              <a:dgm id="{4FDF8DE2-071C-4729-A2AF-C9D57248B024}"/>
                                            </p:graphicEl>
                                          </p:spTgt>
                                        </p:tgtEl>
                                        <p:attrNameLst>
                                          <p:attrName>style.visibility</p:attrName>
                                        </p:attrNameLst>
                                      </p:cBhvr>
                                      <p:to>
                                        <p:strVal val="visible"/>
                                      </p:to>
                                    </p:set>
                                    <p:anim calcmode="lin" valueType="num">
                                      <p:cBhvr additive="base">
                                        <p:cTn id="37" dur="500" fill="hold"/>
                                        <p:tgtEl>
                                          <p:spTgt spid="4">
                                            <p:graphicEl>
                                              <a:dgm id="{4FDF8DE2-071C-4729-A2AF-C9D57248B024}"/>
                                            </p:graphic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4">
                                            <p:graphicEl>
                                              <a:dgm id="{4FDF8DE2-071C-4729-A2AF-C9D57248B024}"/>
                                            </p:graphicEl>
                                          </p:spTgt>
                                        </p:tgtEl>
                                        <p:attrNameLst>
                                          <p:attrName>ppt_y</p:attrName>
                                        </p:attrNameLst>
                                      </p:cBhvr>
                                      <p:tavLst>
                                        <p:tav tm="0">
                                          <p:val>
                                            <p:strVal val="0-#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9" fill="hold" grpId="0" nodeType="clickEffect">
                                  <p:stCondLst>
                                    <p:cond delay="0"/>
                                  </p:stCondLst>
                                  <p:childTnLst>
                                    <p:set>
                                      <p:cBhvr>
                                        <p:cTn id="42" dur="1" fill="hold">
                                          <p:stCondLst>
                                            <p:cond delay="0"/>
                                          </p:stCondLst>
                                        </p:cTn>
                                        <p:tgtEl>
                                          <p:spTgt spid="4">
                                            <p:graphicEl>
                                              <a:dgm id="{D2513481-371C-4C19-A3F6-302B8D28D7A6}"/>
                                            </p:graphicEl>
                                          </p:spTgt>
                                        </p:tgtEl>
                                        <p:attrNameLst>
                                          <p:attrName>style.visibility</p:attrName>
                                        </p:attrNameLst>
                                      </p:cBhvr>
                                      <p:to>
                                        <p:strVal val="visible"/>
                                      </p:to>
                                    </p:set>
                                    <p:anim calcmode="lin" valueType="num">
                                      <p:cBhvr additive="base">
                                        <p:cTn id="43" dur="500" fill="hold"/>
                                        <p:tgtEl>
                                          <p:spTgt spid="4">
                                            <p:graphicEl>
                                              <a:dgm id="{D2513481-371C-4C19-A3F6-302B8D28D7A6}"/>
                                            </p:graphic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4">
                                            <p:graphicEl>
                                              <a:dgm id="{D2513481-371C-4C19-A3F6-302B8D28D7A6}"/>
                                            </p:graphicEl>
                                          </p:spTgt>
                                        </p:tgtEl>
                                        <p:attrNameLst>
                                          <p:attrName>ppt_y</p:attrName>
                                        </p:attrNameLst>
                                      </p:cBhvr>
                                      <p:tavLst>
                                        <p:tav tm="0">
                                          <p:val>
                                            <p:strVal val="0-#ppt_h/2"/>
                                          </p:val>
                                        </p:tav>
                                        <p:tav tm="100000">
                                          <p:val>
                                            <p:strVal val="#ppt_y"/>
                                          </p:val>
                                        </p:tav>
                                      </p:tavLst>
                                    </p:anim>
                                  </p:childTnLst>
                                </p:cTn>
                              </p:par>
                              <p:par>
                                <p:cTn id="45" presetID="2" presetClass="entr" presetSubtype="9" fill="hold" grpId="0" nodeType="withEffect">
                                  <p:stCondLst>
                                    <p:cond delay="0"/>
                                  </p:stCondLst>
                                  <p:childTnLst>
                                    <p:set>
                                      <p:cBhvr>
                                        <p:cTn id="46" dur="1" fill="hold">
                                          <p:stCondLst>
                                            <p:cond delay="0"/>
                                          </p:stCondLst>
                                        </p:cTn>
                                        <p:tgtEl>
                                          <p:spTgt spid="4">
                                            <p:graphicEl>
                                              <a:dgm id="{73A5257B-66B8-449F-B4C5-45FE6866F460}"/>
                                            </p:graphicEl>
                                          </p:spTgt>
                                        </p:tgtEl>
                                        <p:attrNameLst>
                                          <p:attrName>style.visibility</p:attrName>
                                        </p:attrNameLst>
                                      </p:cBhvr>
                                      <p:to>
                                        <p:strVal val="visible"/>
                                      </p:to>
                                    </p:set>
                                    <p:anim calcmode="lin" valueType="num">
                                      <p:cBhvr additive="base">
                                        <p:cTn id="47" dur="500" fill="hold"/>
                                        <p:tgtEl>
                                          <p:spTgt spid="4">
                                            <p:graphicEl>
                                              <a:dgm id="{73A5257B-66B8-449F-B4C5-45FE6866F460}"/>
                                            </p:graphicEl>
                                          </p:spTgt>
                                        </p:tgtEl>
                                        <p:attrNameLst>
                                          <p:attrName>ppt_x</p:attrName>
                                        </p:attrNameLst>
                                      </p:cBhvr>
                                      <p:tavLst>
                                        <p:tav tm="0">
                                          <p:val>
                                            <p:strVal val="0-#ppt_w/2"/>
                                          </p:val>
                                        </p:tav>
                                        <p:tav tm="100000">
                                          <p:val>
                                            <p:strVal val="#ppt_x"/>
                                          </p:val>
                                        </p:tav>
                                      </p:tavLst>
                                    </p:anim>
                                    <p:anim calcmode="lin" valueType="num">
                                      <p:cBhvr additive="base">
                                        <p:cTn id="48" dur="500" fill="hold"/>
                                        <p:tgtEl>
                                          <p:spTgt spid="4">
                                            <p:graphicEl>
                                              <a:dgm id="{73A5257B-66B8-449F-B4C5-45FE6866F460}"/>
                                            </p:graphicEl>
                                          </p:spTgt>
                                        </p:tgtEl>
                                        <p:attrNameLst>
                                          <p:attrName>ppt_y</p:attrName>
                                        </p:attrNameLst>
                                      </p:cBhvr>
                                      <p:tavLst>
                                        <p:tav tm="0">
                                          <p:val>
                                            <p:strVal val="0-#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9" fill="hold" grpId="0" nodeType="clickEffect">
                                  <p:stCondLst>
                                    <p:cond delay="0"/>
                                  </p:stCondLst>
                                  <p:childTnLst>
                                    <p:set>
                                      <p:cBhvr>
                                        <p:cTn id="52" dur="1" fill="hold">
                                          <p:stCondLst>
                                            <p:cond delay="0"/>
                                          </p:stCondLst>
                                        </p:cTn>
                                        <p:tgtEl>
                                          <p:spTgt spid="4">
                                            <p:graphicEl>
                                              <a:dgm id="{D534BBAB-C019-4176-A837-714B4DA5DAA1}"/>
                                            </p:graphicEl>
                                          </p:spTgt>
                                        </p:tgtEl>
                                        <p:attrNameLst>
                                          <p:attrName>style.visibility</p:attrName>
                                        </p:attrNameLst>
                                      </p:cBhvr>
                                      <p:to>
                                        <p:strVal val="visible"/>
                                      </p:to>
                                    </p:set>
                                    <p:anim calcmode="lin" valueType="num">
                                      <p:cBhvr additive="base">
                                        <p:cTn id="53" dur="500" fill="hold"/>
                                        <p:tgtEl>
                                          <p:spTgt spid="4">
                                            <p:graphicEl>
                                              <a:dgm id="{D534BBAB-C019-4176-A837-714B4DA5DAA1}"/>
                                            </p:graphicEl>
                                          </p:spTgt>
                                        </p:tgtEl>
                                        <p:attrNameLst>
                                          <p:attrName>ppt_x</p:attrName>
                                        </p:attrNameLst>
                                      </p:cBhvr>
                                      <p:tavLst>
                                        <p:tav tm="0">
                                          <p:val>
                                            <p:strVal val="0-#ppt_w/2"/>
                                          </p:val>
                                        </p:tav>
                                        <p:tav tm="100000">
                                          <p:val>
                                            <p:strVal val="#ppt_x"/>
                                          </p:val>
                                        </p:tav>
                                      </p:tavLst>
                                    </p:anim>
                                    <p:anim calcmode="lin" valueType="num">
                                      <p:cBhvr additive="base">
                                        <p:cTn id="54" dur="500" fill="hold"/>
                                        <p:tgtEl>
                                          <p:spTgt spid="4">
                                            <p:graphicEl>
                                              <a:dgm id="{D534BBAB-C019-4176-A837-714B4DA5DAA1}"/>
                                            </p:graphicEl>
                                          </p:spTgt>
                                        </p:tgtEl>
                                        <p:attrNameLst>
                                          <p:attrName>ppt_y</p:attrName>
                                        </p:attrNameLst>
                                      </p:cBhvr>
                                      <p:tavLst>
                                        <p:tav tm="0">
                                          <p:val>
                                            <p:strVal val="0-#ppt_h/2"/>
                                          </p:val>
                                        </p:tav>
                                        <p:tav tm="100000">
                                          <p:val>
                                            <p:strVal val="#ppt_y"/>
                                          </p:val>
                                        </p:tav>
                                      </p:tavLst>
                                    </p:anim>
                                  </p:childTnLst>
                                </p:cTn>
                              </p:par>
                              <p:par>
                                <p:cTn id="55" presetID="2" presetClass="entr" presetSubtype="9" fill="hold" grpId="0" nodeType="withEffect">
                                  <p:stCondLst>
                                    <p:cond delay="0"/>
                                  </p:stCondLst>
                                  <p:childTnLst>
                                    <p:set>
                                      <p:cBhvr>
                                        <p:cTn id="56" dur="1" fill="hold">
                                          <p:stCondLst>
                                            <p:cond delay="0"/>
                                          </p:stCondLst>
                                        </p:cTn>
                                        <p:tgtEl>
                                          <p:spTgt spid="4">
                                            <p:graphicEl>
                                              <a:dgm id="{23897C59-9EA7-400D-995D-59E923626A38}"/>
                                            </p:graphicEl>
                                          </p:spTgt>
                                        </p:tgtEl>
                                        <p:attrNameLst>
                                          <p:attrName>style.visibility</p:attrName>
                                        </p:attrNameLst>
                                      </p:cBhvr>
                                      <p:to>
                                        <p:strVal val="visible"/>
                                      </p:to>
                                    </p:set>
                                    <p:anim calcmode="lin" valueType="num">
                                      <p:cBhvr additive="base">
                                        <p:cTn id="57" dur="500" fill="hold"/>
                                        <p:tgtEl>
                                          <p:spTgt spid="4">
                                            <p:graphicEl>
                                              <a:dgm id="{23897C59-9EA7-400D-995D-59E923626A38}"/>
                                            </p:graphicEl>
                                          </p:spTgt>
                                        </p:tgtEl>
                                        <p:attrNameLst>
                                          <p:attrName>ppt_x</p:attrName>
                                        </p:attrNameLst>
                                      </p:cBhvr>
                                      <p:tavLst>
                                        <p:tav tm="0">
                                          <p:val>
                                            <p:strVal val="0-#ppt_w/2"/>
                                          </p:val>
                                        </p:tav>
                                        <p:tav tm="100000">
                                          <p:val>
                                            <p:strVal val="#ppt_x"/>
                                          </p:val>
                                        </p:tav>
                                      </p:tavLst>
                                    </p:anim>
                                    <p:anim calcmode="lin" valueType="num">
                                      <p:cBhvr additive="base">
                                        <p:cTn id="58" dur="500" fill="hold"/>
                                        <p:tgtEl>
                                          <p:spTgt spid="4">
                                            <p:graphicEl>
                                              <a:dgm id="{23897C59-9EA7-400D-995D-59E923626A38}"/>
                                            </p:graphicEl>
                                          </p:spTgt>
                                        </p:tgtEl>
                                        <p:attrNameLst>
                                          <p:attrName>ppt_y</p:attrName>
                                        </p:attrNameLst>
                                      </p:cBhvr>
                                      <p:tavLst>
                                        <p:tav tm="0">
                                          <p:val>
                                            <p:strVal val="0-#ppt_h/2"/>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2" presetClass="entr" presetSubtype="9" fill="hold" grpId="0" nodeType="clickEffect">
                                  <p:stCondLst>
                                    <p:cond delay="0"/>
                                  </p:stCondLst>
                                  <p:childTnLst>
                                    <p:set>
                                      <p:cBhvr>
                                        <p:cTn id="62" dur="1" fill="hold">
                                          <p:stCondLst>
                                            <p:cond delay="0"/>
                                          </p:stCondLst>
                                        </p:cTn>
                                        <p:tgtEl>
                                          <p:spTgt spid="4">
                                            <p:graphicEl>
                                              <a:dgm id="{688F29E1-7BE9-424E-A241-13D25D2258DA}"/>
                                            </p:graphicEl>
                                          </p:spTgt>
                                        </p:tgtEl>
                                        <p:attrNameLst>
                                          <p:attrName>style.visibility</p:attrName>
                                        </p:attrNameLst>
                                      </p:cBhvr>
                                      <p:to>
                                        <p:strVal val="visible"/>
                                      </p:to>
                                    </p:set>
                                    <p:anim calcmode="lin" valueType="num">
                                      <p:cBhvr additive="base">
                                        <p:cTn id="63" dur="500" fill="hold"/>
                                        <p:tgtEl>
                                          <p:spTgt spid="4">
                                            <p:graphicEl>
                                              <a:dgm id="{688F29E1-7BE9-424E-A241-13D25D2258DA}"/>
                                            </p:graphicEl>
                                          </p:spTgt>
                                        </p:tgtEl>
                                        <p:attrNameLst>
                                          <p:attrName>ppt_x</p:attrName>
                                        </p:attrNameLst>
                                      </p:cBhvr>
                                      <p:tavLst>
                                        <p:tav tm="0">
                                          <p:val>
                                            <p:strVal val="0-#ppt_w/2"/>
                                          </p:val>
                                        </p:tav>
                                        <p:tav tm="100000">
                                          <p:val>
                                            <p:strVal val="#ppt_x"/>
                                          </p:val>
                                        </p:tav>
                                      </p:tavLst>
                                    </p:anim>
                                    <p:anim calcmode="lin" valueType="num">
                                      <p:cBhvr additive="base">
                                        <p:cTn id="64" dur="500" fill="hold"/>
                                        <p:tgtEl>
                                          <p:spTgt spid="4">
                                            <p:graphicEl>
                                              <a:dgm id="{688F29E1-7BE9-424E-A241-13D25D2258DA}"/>
                                            </p:graphicEl>
                                          </p:spTgt>
                                        </p:tgtEl>
                                        <p:attrNameLst>
                                          <p:attrName>ppt_y</p:attrName>
                                        </p:attrNameLst>
                                      </p:cBhvr>
                                      <p:tavLst>
                                        <p:tav tm="0">
                                          <p:val>
                                            <p:strVal val="0-#ppt_h/2"/>
                                          </p:val>
                                        </p:tav>
                                        <p:tav tm="100000">
                                          <p:val>
                                            <p:strVal val="#ppt_y"/>
                                          </p:val>
                                        </p:tav>
                                      </p:tavLst>
                                    </p:anim>
                                  </p:childTnLst>
                                </p:cTn>
                              </p:par>
                              <p:par>
                                <p:cTn id="65" presetID="2" presetClass="entr" presetSubtype="9" fill="hold" grpId="0" nodeType="withEffect">
                                  <p:stCondLst>
                                    <p:cond delay="0"/>
                                  </p:stCondLst>
                                  <p:childTnLst>
                                    <p:set>
                                      <p:cBhvr>
                                        <p:cTn id="66" dur="1" fill="hold">
                                          <p:stCondLst>
                                            <p:cond delay="0"/>
                                          </p:stCondLst>
                                        </p:cTn>
                                        <p:tgtEl>
                                          <p:spTgt spid="4">
                                            <p:graphicEl>
                                              <a:dgm id="{63BE97FF-1EC8-445B-9FA9-B235DCAD994A}"/>
                                            </p:graphicEl>
                                          </p:spTgt>
                                        </p:tgtEl>
                                        <p:attrNameLst>
                                          <p:attrName>style.visibility</p:attrName>
                                        </p:attrNameLst>
                                      </p:cBhvr>
                                      <p:to>
                                        <p:strVal val="visible"/>
                                      </p:to>
                                    </p:set>
                                    <p:anim calcmode="lin" valueType="num">
                                      <p:cBhvr additive="base">
                                        <p:cTn id="67" dur="500" fill="hold"/>
                                        <p:tgtEl>
                                          <p:spTgt spid="4">
                                            <p:graphicEl>
                                              <a:dgm id="{63BE97FF-1EC8-445B-9FA9-B235DCAD994A}"/>
                                            </p:graphicEl>
                                          </p:spTgt>
                                        </p:tgtEl>
                                        <p:attrNameLst>
                                          <p:attrName>ppt_x</p:attrName>
                                        </p:attrNameLst>
                                      </p:cBhvr>
                                      <p:tavLst>
                                        <p:tav tm="0">
                                          <p:val>
                                            <p:strVal val="0-#ppt_w/2"/>
                                          </p:val>
                                        </p:tav>
                                        <p:tav tm="100000">
                                          <p:val>
                                            <p:strVal val="#ppt_x"/>
                                          </p:val>
                                        </p:tav>
                                      </p:tavLst>
                                    </p:anim>
                                    <p:anim calcmode="lin" valueType="num">
                                      <p:cBhvr additive="base">
                                        <p:cTn id="68" dur="500" fill="hold"/>
                                        <p:tgtEl>
                                          <p:spTgt spid="4">
                                            <p:graphicEl>
                                              <a:dgm id="{63BE97FF-1EC8-445B-9FA9-B235DCAD994A}"/>
                                            </p:graphicEl>
                                          </p:spTgt>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Sub>
          <a:bldDgm bld="lvlOne"/>
        </p:bldSub>
      </p:bldGraphic>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p:cNvGraphicFramePr>
            <a:graphicFrameLocks noGrp="1"/>
          </p:cNvGraphicFramePr>
          <p:nvPr>
            <p:ph idx="4294967295"/>
            <p:extLst>
              <p:ext uri="{D42A27DB-BD31-4B8C-83A1-F6EECF244321}">
                <p14:modId xmlns:p14="http://schemas.microsoft.com/office/powerpoint/2010/main" val="1295628067"/>
              </p:ext>
            </p:extLst>
          </p:nvPr>
        </p:nvGraphicFramePr>
        <p:xfrm>
          <a:off x="1447800" y="1970689"/>
          <a:ext cx="15544800" cy="751621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itle 1"/>
          <p:cNvSpPr txBox="1">
            <a:spLocks/>
          </p:cNvSpPr>
          <p:nvPr/>
        </p:nvSpPr>
        <p:spPr>
          <a:xfrm>
            <a:off x="1280622" y="948916"/>
            <a:ext cx="11292377" cy="1021773"/>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GB" sz="4800" dirty="0">
                <a:solidFill>
                  <a:schemeClr val="tx2">
                    <a:lumMod val="75000"/>
                  </a:schemeClr>
                </a:solidFill>
                <a:latin typeface="Segoe UI 1" panose="020B0802040204020203" charset="0"/>
                <a:cs typeface="Segoe UI 1" panose="020B0802040204020203" charset="0"/>
              </a:rPr>
              <a:t>Types of Programming Languages</a:t>
            </a:r>
            <a:endParaRPr lang="en-US" sz="4800" dirty="0">
              <a:solidFill>
                <a:schemeClr val="tx2">
                  <a:lumMod val="75000"/>
                </a:schemeClr>
              </a:solidFill>
              <a:latin typeface="Segoe UI 1" panose="020B0802040204020203" charset="0"/>
              <a:cs typeface="Segoe UI 1" panose="020B0802040204020203" charset="0"/>
            </a:endParaRPr>
          </a:p>
        </p:txBody>
      </p:sp>
      <p:grpSp>
        <p:nvGrpSpPr>
          <p:cNvPr id="5" name="Group 3">
            <a:extLst>
              <a:ext uri="{FF2B5EF4-FFF2-40B4-BE49-F238E27FC236}">
                <a16:creationId xmlns:a16="http://schemas.microsoft.com/office/drawing/2014/main" id="{3D418609-2F76-130E-14AE-86DEC5FB4D02}"/>
              </a:ext>
            </a:extLst>
          </p:cNvPr>
          <p:cNvGrpSpPr/>
          <p:nvPr/>
        </p:nvGrpSpPr>
        <p:grpSpPr>
          <a:xfrm>
            <a:off x="816554" y="1179444"/>
            <a:ext cx="424292" cy="424292"/>
            <a:chOff x="0" y="0"/>
            <a:chExt cx="812800" cy="812800"/>
          </a:xfrm>
        </p:grpSpPr>
        <p:sp>
          <p:nvSpPr>
            <p:cNvPr id="7" name="Freeform 4">
              <a:extLst>
                <a:ext uri="{FF2B5EF4-FFF2-40B4-BE49-F238E27FC236}">
                  <a16:creationId xmlns:a16="http://schemas.microsoft.com/office/drawing/2014/main" id="{542FE6D8-3CEA-4B3E-018E-CBC17A8C735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E3A6E"/>
            </a:solidFill>
          </p:spPr>
          <p:txBody>
            <a:bodyPr/>
            <a:lstStyle/>
            <a:p>
              <a:endParaRPr lang="en-US"/>
            </a:p>
          </p:txBody>
        </p:sp>
        <p:sp>
          <p:nvSpPr>
            <p:cNvPr id="8" name="TextBox 5">
              <a:extLst>
                <a:ext uri="{FF2B5EF4-FFF2-40B4-BE49-F238E27FC236}">
                  <a16:creationId xmlns:a16="http://schemas.microsoft.com/office/drawing/2014/main" id="{07CC5BB2-91A0-F498-3F38-46BAD0524608}"/>
                </a:ext>
              </a:extLst>
            </p:cNvPr>
            <p:cNvSpPr txBox="1"/>
            <p:nvPr/>
          </p:nvSpPr>
          <p:spPr>
            <a:xfrm>
              <a:off x="76200" y="28575"/>
              <a:ext cx="660400" cy="708025"/>
            </a:xfrm>
            <a:prstGeom prst="rect">
              <a:avLst/>
            </a:prstGeom>
          </p:spPr>
          <p:txBody>
            <a:bodyPr lIns="50800" tIns="50800" rIns="50800" bIns="50800" rtlCol="0" anchor="ctr"/>
            <a:lstStyle/>
            <a:p>
              <a:pPr algn="ctr">
                <a:lnSpc>
                  <a:spcPts val="2239"/>
                </a:lnSpc>
              </a:pPr>
              <a:endParaRPr/>
            </a:p>
          </p:txBody>
        </p:sp>
      </p:grpSp>
    </p:spTree>
    <p:extLst>
      <p:ext uri="{BB962C8B-B14F-4D97-AF65-F5344CB8AC3E}">
        <p14:creationId xmlns:p14="http://schemas.microsoft.com/office/powerpoint/2010/main" val="1451992069"/>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6">
                                            <p:graphicEl>
                                              <a:dgm id="{6CD2439D-8444-465A-B4E2-1F4735C79DA7}"/>
                                            </p:graphicEl>
                                          </p:spTgt>
                                        </p:tgtEl>
                                        <p:attrNameLst>
                                          <p:attrName>style.visibility</p:attrName>
                                        </p:attrNameLst>
                                      </p:cBhvr>
                                      <p:to>
                                        <p:strVal val="visible"/>
                                      </p:to>
                                    </p:set>
                                    <p:anim calcmode="lin" valueType="num">
                                      <p:cBhvr additive="base">
                                        <p:cTn id="7" dur="500" fill="hold"/>
                                        <p:tgtEl>
                                          <p:spTgt spid="6">
                                            <p:graphicEl>
                                              <a:dgm id="{6CD2439D-8444-465A-B4E2-1F4735C79DA7}"/>
                                            </p:graphicEl>
                                          </p:spTgt>
                                        </p:tgtEl>
                                        <p:attrNameLst>
                                          <p:attrName>ppt_x</p:attrName>
                                        </p:attrNameLst>
                                      </p:cBhvr>
                                      <p:tavLst>
                                        <p:tav tm="0">
                                          <p:val>
                                            <p:strVal val="1+#ppt_w/2"/>
                                          </p:val>
                                        </p:tav>
                                        <p:tav tm="100000">
                                          <p:val>
                                            <p:strVal val="#ppt_x"/>
                                          </p:val>
                                        </p:tav>
                                      </p:tavLst>
                                    </p:anim>
                                    <p:anim calcmode="lin" valueType="num">
                                      <p:cBhvr additive="base">
                                        <p:cTn id="8" dur="500" fill="hold"/>
                                        <p:tgtEl>
                                          <p:spTgt spid="6">
                                            <p:graphicEl>
                                              <a:dgm id="{6CD2439D-8444-465A-B4E2-1F4735C79DA7}"/>
                                            </p:graphicEl>
                                          </p:spTgt>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6">
                                            <p:graphicEl>
                                              <a:dgm id="{1BB9EAFC-C426-4A29-8357-6371835426E1}"/>
                                            </p:graphicEl>
                                          </p:spTgt>
                                        </p:tgtEl>
                                        <p:attrNameLst>
                                          <p:attrName>style.visibility</p:attrName>
                                        </p:attrNameLst>
                                      </p:cBhvr>
                                      <p:to>
                                        <p:strVal val="visible"/>
                                      </p:to>
                                    </p:set>
                                    <p:anim calcmode="lin" valueType="num">
                                      <p:cBhvr additive="base">
                                        <p:cTn id="11" dur="500" fill="hold"/>
                                        <p:tgtEl>
                                          <p:spTgt spid="6">
                                            <p:graphicEl>
                                              <a:dgm id="{1BB9EAFC-C426-4A29-8357-6371835426E1}"/>
                                            </p:graphicEl>
                                          </p:spTgt>
                                        </p:tgtEl>
                                        <p:attrNameLst>
                                          <p:attrName>ppt_x</p:attrName>
                                        </p:attrNameLst>
                                      </p:cBhvr>
                                      <p:tavLst>
                                        <p:tav tm="0">
                                          <p:val>
                                            <p:strVal val="1+#ppt_w/2"/>
                                          </p:val>
                                        </p:tav>
                                        <p:tav tm="100000">
                                          <p:val>
                                            <p:strVal val="#ppt_x"/>
                                          </p:val>
                                        </p:tav>
                                      </p:tavLst>
                                    </p:anim>
                                    <p:anim calcmode="lin" valueType="num">
                                      <p:cBhvr additive="base">
                                        <p:cTn id="12" dur="500" fill="hold"/>
                                        <p:tgtEl>
                                          <p:spTgt spid="6">
                                            <p:graphicEl>
                                              <a:dgm id="{1BB9EAFC-C426-4A29-8357-6371835426E1}"/>
                                            </p:graphicEl>
                                          </p:spTgt>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2" fill="hold" grpId="0" nodeType="clickEffect">
                                  <p:stCondLst>
                                    <p:cond delay="0"/>
                                  </p:stCondLst>
                                  <p:childTnLst>
                                    <p:set>
                                      <p:cBhvr>
                                        <p:cTn id="16" dur="1" fill="hold">
                                          <p:stCondLst>
                                            <p:cond delay="0"/>
                                          </p:stCondLst>
                                        </p:cTn>
                                        <p:tgtEl>
                                          <p:spTgt spid="6">
                                            <p:graphicEl>
                                              <a:dgm id="{A6B92AA0-900F-41FE-9AF5-CA0A9CBEEC71}"/>
                                            </p:graphicEl>
                                          </p:spTgt>
                                        </p:tgtEl>
                                        <p:attrNameLst>
                                          <p:attrName>style.visibility</p:attrName>
                                        </p:attrNameLst>
                                      </p:cBhvr>
                                      <p:to>
                                        <p:strVal val="visible"/>
                                      </p:to>
                                    </p:set>
                                    <p:anim calcmode="lin" valueType="num">
                                      <p:cBhvr additive="base">
                                        <p:cTn id="17" dur="500" fill="hold"/>
                                        <p:tgtEl>
                                          <p:spTgt spid="6">
                                            <p:graphicEl>
                                              <a:dgm id="{A6B92AA0-900F-41FE-9AF5-CA0A9CBEEC71}"/>
                                            </p:graphicEl>
                                          </p:spTgt>
                                        </p:tgtEl>
                                        <p:attrNameLst>
                                          <p:attrName>ppt_x</p:attrName>
                                        </p:attrNameLst>
                                      </p:cBhvr>
                                      <p:tavLst>
                                        <p:tav tm="0">
                                          <p:val>
                                            <p:strVal val="1+#ppt_w/2"/>
                                          </p:val>
                                        </p:tav>
                                        <p:tav tm="100000">
                                          <p:val>
                                            <p:strVal val="#ppt_x"/>
                                          </p:val>
                                        </p:tav>
                                      </p:tavLst>
                                    </p:anim>
                                    <p:anim calcmode="lin" valueType="num">
                                      <p:cBhvr additive="base">
                                        <p:cTn id="18" dur="500" fill="hold"/>
                                        <p:tgtEl>
                                          <p:spTgt spid="6">
                                            <p:graphicEl>
                                              <a:dgm id="{A6B92AA0-900F-41FE-9AF5-CA0A9CBEEC71}"/>
                                            </p:graphicEl>
                                          </p:spTgt>
                                        </p:tgtEl>
                                        <p:attrNameLst>
                                          <p:attrName>ppt_y</p:attrName>
                                        </p:attrNameLst>
                                      </p:cBhvr>
                                      <p:tavLst>
                                        <p:tav tm="0">
                                          <p:val>
                                            <p:strVal val="#ppt_y"/>
                                          </p:val>
                                        </p:tav>
                                        <p:tav tm="100000">
                                          <p:val>
                                            <p:strVal val="#ppt_y"/>
                                          </p:val>
                                        </p:tav>
                                      </p:tavLst>
                                    </p:anim>
                                  </p:childTnLst>
                                </p:cTn>
                              </p:par>
                              <p:par>
                                <p:cTn id="19" presetID="2" presetClass="entr" presetSubtype="2" fill="hold" grpId="0" nodeType="withEffect">
                                  <p:stCondLst>
                                    <p:cond delay="0"/>
                                  </p:stCondLst>
                                  <p:childTnLst>
                                    <p:set>
                                      <p:cBhvr>
                                        <p:cTn id="20" dur="1" fill="hold">
                                          <p:stCondLst>
                                            <p:cond delay="0"/>
                                          </p:stCondLst>
                                        </p:cTn>
                                        <p:tgtEl>
                                          <p:spTgt spid="6">
                                            <p:graphicEl>
                                              <a:dgm id="{786068F0-4346-47EB-AAE9-45526C1AF489}"/>
                                            </p:graphicEl>
                                          </p:spTgt>
                                        </p:tgtEl>
                                        <p:attrNameLst>
                                          <p:attrName>style.visibility</p:attrName>
                                        </p:attrNameLst>
                                      </p:cBhvr>
                                      <p:to>
                                        <p:strVal val="visible"/>
                                      </p:to>
                                    </p:set>
                                    <p:anim calcmode="lin" valueType="num">
                                      <p:cBhvr additive="base">
                                        <p:cTn id="21" dur="500" fill="hold"/>
                                        <p:tgtEl>
                                          <p:spTgt spid="6">
                                            <p:graphicEl>
                                              <a:dgm id="{786068F0-4346-47EB-AAE9-45526C1AF489}"/>
                                            </p:graphicEl>
                                          </p:spTgt>
                                        </p:tgtEl>
                                        <p:attrNameLst>
                                          <p:attrName>ppt_x</p:attrName>
                                        </p:attrNameLst>
                                      </p:cBhvr>
                                      <p:tavLst>
                                        <p:tav tm="0">
                                          <p:val>
                                            <p:strVal val="1+#ppt_w/2"/>
                                          </p:val>
                                        </p:tav>
                                        <p:tav tm="100000">
                                          <p:val>
                                            <p:strVal val="#ppt_x"/>
                                          </p:val>
                                        </p:tav>
                                      </p:tavLst>
                                    </p:anim>
                                    <p:anim calcmode="lin" valueType="num">
                                      <p:cBhvr additive="base">
                                        <p:cTn id="22" dur="500" fill="hold"/>
                                        <p:tgtEl>
                                          <p:spTgt spid="6">
                                            <p:graphicEl>
                                              <a:dgm id="{786068F0-4346-47EB-AAE9-45526C1AF489}"/>
                                            </p:graphicEl>
                                          </p:spTgt>
                                        </p:tgtEl>
                                        <p:attrNameLst>
                                          <p:attrName>ppt_y</p:attrName>
                                        </p:attrNameLst>
                                      </p:cBhvr>
                                      <p:tavLst>
                                        <p:tav tm="0">
                                          <p:val>
                                            <p:strVal val="#ppt_y"/>
                                          </p:val>
                                        </p:tav>
                                        <p:tav tm="100000">
                                          <p:val>
                                            <p:strVal val="#ppt_y"/>
                                          </p:val>
                                        </p:tav>
                                      </p:tavLst>
                                    </p:anim>
                                  </p:childTnLst>
                                </p:cTn>
                              </p:par>
                              <p:par>
                                <p:cTn id="23" presetID="2" presetClass="entr" presetSubtype="2" fill="hold" grpId="0" nodeType="withEffect">
                                  <p:stCondLst>
                                    <p:cond delay="0"/>
                                  </p:stCondLst>
                                  <p:childTnLst>
                                    <p:set>
                                      <p:cBhvr>
                                        <p:cTn id="24" dur="1" fill="hold">
                                          <p:stCondLst>
                                            <p:cond delay="0"/>
                                          </p:stCondLst>
                                        </p:cTn>
                                        <p:tgtEl>
                                          <p:spTgt spid="6">
                                            <p:graphicEl>
                                              <a:dgm id="{2B078608-64E4-4DDD-B079-802DFCDE3972}"/>
                                            </p:graphicEl>
                                          </p:spTgt>
                                        </p:tgtEl>
                                        <p:attrNameLst>
                                          <p:attrName>style.visibility</p:attrName>
                                        </p:attrNameLst>
                                      </p:cBhvr>
                                      <p:to>
                                        <p:strVal val="visible"/>
                                      </p:to>
                                    </p:set>
                                    <p:anim calcmode="lin" valueType="num">
                                      <p:cBhvr additive="base">
                                        <p:cTn id="25" dur="500" fill="hold"/>
                                        <p:tgtEl>
                                          <p:spTgt spid="6">
                                            <p:graphicEl>
                                              <a:dgm id="{2B078608-64E4-4DDD-B079-802DFCDE3972}"/>
                                            </p:graphic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6">
                                            <p:graphicEl>
                                              <a:dgm id="{2B078608-64E4-4DDD-B079-802DFCDE3972}"/>
                                            </p:graphicEl>
                                          </p:spTgt>
                                        </p:tgtEl>
                                        <p:attrNameLst>
                                          <p:attrName>ppt_y</p:attrName>
                                        </p:attrNameLst>
                                      </p:cBhvr>
                                      <p:tavLst>
                                        <p:tav tm="0">
                                          <p:val>
                                            <p:strVal val="#ppt_y"/>
                                          </p:val>
                                        </p:tav>
                                        <p:tav tm="100000">
                                          <p:val>
                                            <p:strVal val="#ppt_y"/>
                                          </p:val>
                                        </p:tav>
                                      </p:tavLst>
                                    </p:anim>
                                  </p:childTnLst>
                                </p:cTn>
                              </p:par>
                              <p:par>
                                <p:cTn id="27" presetID="2" presetClass="entr" presetSubtype="2" fill="hold" grpId="0" nodeType="withEffect">
                                  <p:stCondLst>
                                    <p:cond delay="0"/>
                                  </p:stCondLst>
                                  <p:childTnLst>
                                    <p:set>
                                      <p:cBhvr>
                                        <p:cTn id="28" dur="1" fill="hold">
                                          <p:stCondLst>
                                            <p:cond delay="0"/>
                                          </p:stCondLst>
                                        </p:cTn>
                                        <p:tgtEl>
                                          <p:spTgt spid="6">
                                            <p:graphicEl>
                                              <a:dgm id="{0468C913-D0C4-4701-9957-9D1F41D1432B}"/>
                                            </p:graphicEl>
                                          </p:spTgt>
                                        </p:tgtEl>
                                        <p:attrNameLst>
                                          <p:attrName>style.visibility</p:attrName>
                                        </p:attrNameLst>
                                      </p:cBhvr>
                                      <p:to>
                                        <p:strVal val="visible"/>
                                      </p:to>
                                    </p:set>
                                    <p:anim calcmode="lin" valueType="num">
                                      <p:cBhvr additive="base">
                                        <p:cTn id="29" dur="500" fill="hold"/>
                                        <p:tgtEl>
                                          <p:spTgt spid="6">
                                            <p:graphicEl>
                                              <a:dgm id="{0468C913-D0C4-4701-9957-9D1F41D1432B}"/>
                                            </p:graphicEl>
                                          </p:spTgt>
                                        </p:tgtEl>
                                        <p:attrNameLst>
                                          <p:attrName>ppt_x</p:attrName>
                                        </p:attrNameLst>
                                      </p:cBhvr>
                                      <p:tavLst>
                                        <p:tav tm="0">
                                          <p:val>
                                            <p:strVal val="1+#ppt_w/2"/>
                                          </p:val>
                                        </p:tav>
                                        <p:tav tm="100000">
                                          <p:val>
                                            <p:strVal val="#ppt_x"/>
                                          </p:val>
                                        </p:tav>
                                      </p:tavLst>
                                    </p:anim>
                                    <p:anim calcmode="lin" valueType="num">
                                      <p:cBhvr additive="base">
                                        <p:cTn id="30" dur="500" fill="hold"/>
                                        <p:tgtEl>
                                          <p:spTgt spid="6">
                                            <p:graphicEl>
                                              <a:dgm id="{0468C913-D0C4-4701-9957-9D1F41D1432B}"/>
                                            </p:graphicEl>
                                          </p:spTgt>
                                        </p:tgtEl>
                                        <p:attrNameLst>
                                          <p:attrName>ppt_y</p:attrName>
                                        </p:attrNameLst>
                                      </p:cBhvr>
                                      <p:tavLst>
                                        <p:tav tm="0">
                                          <p:val>
                                            <p:strVal val="#ppt_y"/>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2" fill="hold" grpId="0" nodeType="clickEffect">
                                  <p:stCondLst>
                                    <p:cond delay="0"/>
                                  </p:stCondLst>
                                  <p:childTnLst>
                                    <p:set>
                                      <p:cBhvr>
                                        <p:cTn id="34" dur="1" fill="hold">
                                          <p:stCondLst>
                                            <p:cond delay="0"/>
                                          </p:stCondLst>
                                        </p:cTn>
                                        <p:tgtEl>
                                          <p:spTgt spid="6">
                                            <p:graphicEl>
                                              <a:dgm id="{9979C5E4-F6AF-4FB3-8FFE-0E011344514E}"/>
                                            </p:graphicEl>
                                          </p:spTgt>
                                        </p:tgtEl>
                                        <p:attrNameLst>
                                          <p:attrName>style.visibility</p:attrName>
                                        </p:attrNameLst>
                                      </p:cBhvr>
                                      <p:to>
                                        <p:strVal val="visible"/>
                                      </p:to>
                                    </p:set>
                                    <p:anim calcmode="lin" valueType="num">
                                      <p:cBhvr additive="base">
                                        <p:cTn id="35" dur="500" fill="hold"/>
                                        <p:tgtEl>
                                          <p:spTgt spid="6">
                                            <p:graphicEl>
                                              <a:dgm id="{9979C5E4-F6AF-4FB3-8FFE-0E011344514E}"/>
                                            </p:graphicEl>
                                          </p:spTgt>
                                        </p:tgtEl>
                                        <p:attrNameLst>
                                          <p:attrName>ppt_x</p:attrName>
                                        </p:attrNameLst>
                                      </p:cBhvr>
                                      <p:tavLst>
                                        <p:tav tm="0">
                                          <p:val>
                                            <p:strVal val="1+#ppt_w/2"/>
                                          </p:val>
                                        </p:tav>
                                        <p:tav tm="100000">
                                          <p:val>
                                            <p:strVal val="#ppt_x"/>
                                          </p:val>
                                        </p:tav>
                                      </p:tavLst>
                                    </p:anim>
                                    <p:anim calcmode="lin" valueType="num">
                                      <p:cBhvr additive="base">
                                        <p:cTn id="36" dur="500" fill="hold"/>
                                        <p:tgtEl>
                                          <p:spTgt spid="6">
                                            <p:graphicEl>
                                              <a:dgm id="{9979C5E4-F6AF-4FB3-8FFE-0E011344514E}"/>
                                            </p:graphicEl>
                                          </p:spTgt>
                                        </p:tgtEl>
                                        <p:attrNameLst>
                                          <p:attrName>ppt_y</p:attrName>
                                        </p:attrNameLst>
                                      </p:cBhvr>
                                      <p:tavLst>
                                        <p:tav tm="0">
                                          <p:val>
                                            <p:strVal val="#ppt_y"/>
                                          </p:val>
                                        </p:tav>
                                        <p:tav tm="100000">
                                          <p:val>
                                            <p:strVal val="#ppt_y"/>
                                          </p:val>
                                        </p:tav>
                                      </p:tavLst>
                                    </p:anim>
                                  </p:childTnLst>
                                </p:cTn>
                              </p:par>
                              <p:par>
                                <p:cTn id="37" presetID="2" presetClass="entr" presetSubtype="2" fill="hold" grpId="0" nodeType="withEffect">
                                  <p:stCondLst>
                                    <p:cond delay="0"/>
                                  </p:stCondLst>
                                  <p:childTnLst>
                                    <p:set>
                                      <p:cBhvr>
                                        <p:cTn id="38" dur="1" fill="hold">
                                          <p:stCondLst>
                                            <p:cond delay="0"/>
                                          </p:stCondLst>
                                        </p:cTn>
                                        <p:tgtEl>
                                          <p:spTgt spid="6">
                                            <p:graphicEl>
                                              <a:dgm id="{1B25AB98-B90B-4030-868C-95E0D78C7D69}"/>
                                            </p:graphicEl>
                                          </p:spTgt>
                                        </p:tgtEl>
                                        <p:attrNameLst>
                                          <p:attrName>style.visibility</p:attrName>
                                        </p:attrNameLst>
                                      </p:cBhvr>
                                      <p:to>
                                        <p:strVal val="visible"/>
                                      </p:to>
                                    </p:set>
                                    <p:anim calcmode="lin" valueType="num">
                                      <p:cBhvr additive="base">
                                        <p:cTn id="39" dur="500" fill="hold"/>
                                        <p:tgtEl>
                                          <p:spTgt spid="6">
                                            <p:graphicEl>
                                              <a:dgm id="{1B25AB98-B90B-4030-868C-95E0D78C7D69}"/>
                                            </p:graphicEl>
                                          </p:spTgt>
                                        </p:tgtEl>
                                        <p:attrNameLst>
                                          <p:attrName>ppt_x</p:attrName>
                                        </p:attrNameLst>
                                      </p:cBhvr>
                                      <p:tavLst>
                                        <p:tav tm="0">
                                          <p:val>
                                            <p:strVal val="1+#ppt_w/2"/>
                                          </p:val>
                                        </p:tav>
                                        <p:tav tm="100000">
                                          <p:val>
                                            <p:strVal val="#ppt_x"/>
                                          </p:val>
                                        </p:tav>
                                      </p:tavLst>
                                    </p:anim>
                                    <p:anim calcmode="lin" valueType="num">
                                      <p:cBhvr additive="base">
                                        <p:cTn id="40" dur="500" fill="hold"/>
                                        <p:tgtEl>
                                          <p:spTgt spid="6">
                                            <p:graphicEl>
                                              <a:dgm id="{1B25AB98-B90B-4030-868C-95E0D78C7D69}"/>
                                            </p:graphicEl>
                                          </p:spTgt>
                                        </p:tgtEl>
                                        <p:attrNameLst>
                                          <p:attrName>ppt_y</p:attrName>
                                        </p:attrNameLst>
                                      </p:cBhvr>
                                      <p:tavLst>
                                        <p:tav tm="0">
                                          <p:val>
                                            <p:strVal val="#ppt_y"/>
                                          </p:val>
                                        </p:tav>
                                        <p:tav tm="100000">
                                          <p:val>
                                            <p:strVal val="#ppt_y"/>
                                          </p:val>
                                        </p:tav>
                                      </p:tavLst>
                                    </p:anim>
                                  </p:childTnLst>
                                </p:cTn>
                              </p:par>
                              <p:par>
                                <p:cTn id="41" presetID="2" presetClass="entr" presetSubtype="2" fill="hold" grpId="0" nodeType="withEffect">
                                  <p:stCondLst>
                                    <p:cond delay="0"/>
                                  </p:stCondLst>
                                  <p:childTnLst>
                                    <p:set>
                                      <p:cBhvr>
                                        <p:cTn id="42" dur="1" fill="hold">
                                          <p:stCondLst>
                                            <p:cond delay="0"/>
                                          </p:stCondLst>
                                        </p:cTn>
                                        <p:tgtEl>
                                          <p:spTgt spid="6">
                                            <p:graphicEl>
                                              <a:dgm id="{7C877048-564A-4A71-90C2-7A045733DE4D}"/>
                                            </p:graphicEl>
                                          </p:spTgt>
                                        </p:tgtEl>
                                        <p:attrNameLst>
                                          <p:attrName>style.visibility</p:attrName>
                                        </p:attrNameLst>
                                      </p:cBhvr>
                                      <p:to>
                                        <p:strVal val="visible"/>
                                      </p:to>
                                    </p:set>
                                    <p:anim calcmode="lin" valueType="num">
                                      <p:cBhvr additive="base">
                                        <p:cTn id="43" dur="500" fill="hold"/>
                                        <p:tgtEl>
                                          <p:spTgt spid="6">
                                            <p:graphicEl>
                                              <a:dgm id="{7C877048-564A-4A71-90C2-7A045733DE4D}"/>
                                            </p:graphicEl>
                                          </p:spTgt>
                                        </p:tgtEl>
                                        <p:attrNameLst>
                                          <p:attrName>ppt_x</p:attrName>
                                        </p:attrNameLst>
                                      </p:cBhvr>
                                      <p:tavLst>
                                        <p:tav tm="0">
                                          <p:val>
                                            <p:strVal val="1+#ppt_w/2"/>
                                          </p:val>
                                        </p:tav>
                                        <p:tav tm="100000">
                                          <p:val>
                                            <p:strVal val="#ppt_x"/>
                                          </p:val>
                                        </p:tav>
                                      </p:tavLst>
                                    </p:anim>
                                    <p:anim calcmode="lin" valueType="num">
                                      <p:cBhvr additive="base">
                                        <p:cTn id="44" dur="500" fill="hold"/>
                                        <p:tgtEl>
                                          <p:spTgt spid="6">
                                            <p:graphicEl>
                                              <a:dgm id="{7C877048-564A-4A71-90C2-7A045733DE4D}"/>
                                            </p:graphicEl>
                                          </p:spTgt>
                                        </p:tgtEl>
                                        <p:attrNameLst>
                                          <p:attrName>ppt_y</p:attrName>
                                        </p:attrNameLst>
                                      </p:cBhvr>
                                      <p:tavLst>
                                        <p:tav tm="0">
                                          <p:val>
                                            <p:strVal val="#ppt_y"/>
                                          </p:val>
                                        </p:tav>
                                        <p:tav tm="100000">
                                          <p:val>
                                            <p:strVal val="#ppt_y"/>
                                          </p:val>
                                        </p:tav>
                                      </p:tavLst>
                                    </p:anim>
                                  </p:childTnLst>
                                </p:cTn>
                              </p:par>
                              <p:par>
                                <p:cTn id="45" presetID="2" presetClass="entr" presetSubtype="2" fill="hold" grpId="0" nodeType="withEffect">
                                  <p:stCondLst>
                                    <p:cond delay="0"/>
                                  </p:stCondLst>
                                  <p:childTnLst>
                                    <p:set>
                                      <p:cBhvr>
                                        <p:cTn id="46" dur="1" fill="hold">
                                          <p:stCondLst>
                                            <p:cond delay="0"/>
                                          </p:stCondLst>
                                        </p:cTn>
                                        <p:tgtEl>
                                          <p:spTgt spid="6">
                                            <p:graphicEl>
                                              <a:dgm id="{D3BCCD57-6256-4476-B401-8EDEAEEBE2E1}"/>
                                            </p:graphicEl>
                                          </p:spTgt>
                                        </p:tgtEl>
                                        <p:attrNameLst>
                                          <p:attrName>style.visibility</p:attrName>
                                        </p:attrNameLst>
                                      </p:cBhvr>
                                      <p:to>
                                        <p:strVal val="visible"/>
                                      </p:to>
                                    </p:set>
                                    <p:anim calcmode="lin" valueType="num">
                                      <p:cBhvr additive="base">
                                        <p:cTn id="47" dur="500" fill="hold"/>
                                        <p:tgtEl>
                                          <p:spTgt spid="6">
                                            <p:graphicEl>
                                              <a:dgm id="{D3BCCD57-6256-4476-B401-8EDEAEEBE2E1}"/>
                                            </p:graphicEl>
                                          </p:spTgt>
                                        </p:tgtEl>
                                        <p:attrNameLst>
                                          <p:attrName>ppt_x</p:attrName>
                                        </p:attrNameLst>
                                      </p:cBhvr>
                                      <p:tavLst>
                                        <p:tav tm="0">
                                          <p:val>
                                            <p:strVal val="1+#ppt_w/2"/>
                                          </p:val>
                                        </p:tav>
                                        <p:tav tm="100000">
                                          <p:val>
                                            <p:strVal val="#ppt_x"/>
                                          </p:val>
                                        </p:tav>
                                      </p:tavLst>
                                    </p:anim>
                                    <p:anim calcmode="lin" valueType="num">
                                      <p:cBhvr additive="base">
                                        <p:cTn id="48" dur="500" fill="hold"/>
                                        <p:tgtEl>
                                          <p:spTgt spid="6">
                                            <p:graphicEl>
                                              <a:dgm id="{D3BCCD57-6256-4476-B401-8EDEAEEBE2E1}"/>
                                            </p:graphicEl>
                                          </p:spTgt>
                                        </p:tgtEl>
                                        <p:attrNameLst>
                                          <p:attrName>ppt_y</p:attrName>
                                        </p:attrNameLst>
                                      </p:cBhvr>
                                      <p:tavLst>
                                        <p:tav tm="0">
                                          <p:val>
                                            <p:strVal val="#ppt_y"/>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2" fill="hold" grpId="0" nodeType="clickEffect">
                                  <p:stCondLst>
                                    <p:cond delay="0"/>
                                  </p:stCondLst>
                                  <p:childTnLst>
                                    <p:set>
                                      <p:cBhvr>
                                        <p:cTn id="52" dur="1" fill="hold">
                                          <p:stCondLst>
                                            <p:cond delay="0"/>
                                          </p:stCondLst>
                                        </p:cTn>
                                        <p:tgtEl>
                                          <p:spTgt spid="6">
                                            <p:graphicEl>
                                              <a:dgm id="{64550723-B4A6-4499-ACF7-39AB9BB46F8C}"/>
                                            </p:graphicEl>
                                          </p:spTgt>
                                        </p:tgtEl>
                                        <p:attrNameLst>
                                          <p:attrName>style.visibility</p:attrName>
                                        </p:attrNameLst>
                                      </p:cBhvr>
                                      <p:to>
                                        <p:strVal val="visible"/>
                                      </p:to>
                                    </p:set>
                                    <p:anim calcmode="lin" valueType="num">
                                      <p:cBhvr additive="base">
                                        <p:cTn id="53" dur="500" fill="hold"/>
                                        <p:tgtEl>
                                          <p:spTgt spid="6">
                                            <p:graphicEl>
                                              <a:dgm id="{64550723-B4A6-4499-ACF7-39AB9BB46F8C}"/>
                                            </p:graphicEl>
                                          </p:spTgt>
                                        </p:tgtEl>
                                        <p:attrNameLst>
                                          <p:attrName>ppt_x</p:attrName>
                                        </p:attrNameLst>
                                      </p:cBhvr>
                                      <p:tavLst>
                                        <p:tav tm="0">
                                          <p:val>
                                            <p:strVal val="1+#ppt_w/2"/>
                                          </p:val>
                                        </p:tav>
                                        <p:tav tm="100000">
                                          <p:val>
                                            <p:strVal val="#ppt_x"/>
                                          </p:val>
                                        </p:tav>
                                      </p:tavLst>
                                    </p:anim>
                                    <p:anim calcmode="lin" valueType="num">
                                      <p:cBhvr additive="base">
                                        <p:cTn id="54" dur="500" fill="hold"/>
                                        <p:tgtEl>
                                          <p:spTgt spid="6">
                                            <p:graphicEl>
                                              <a:dgm id="{64550723-B4A6-4499-ACF7-39AB9BB46F8C}"/>
                                            </p:graphicEl>
                                          </p:spTgt>
                                        </p:tgtEl>
                                        <p:attrNameLst>
                                          <p:attrName>ppt_y</p:attrName>
                                        </p:attrNameLst>
                                      </p:cBhvr>
                                      <p:tavLst>
                                        <p:tav tm="0">
                                          <p:val>
                                            <p:strVal val="#ppt_y"/>
                                          </p:val>
                                        </p:tav>
                                        <p:tav tm="100000">
                                          <p:val>
                                            <p:strVal val="#ppt_y"/>
                                          </p:val>
                                        </p:tav>
                                      </p:tavLst>
                                    </p:anim>
                                  </p:childTnLst>
                                </p:cTn>
                              </p:par>
                              <p:par>
                                <p:cTn id="55" presetID="2" presetClass="entr" presetSubtype="2" fill="hold" grpId="0" nodeType="withEffect">
                                  <p:stCondLst>
                                    <p:cond delay="0"/>
                                  </p:stCondLst>
                                  <p:childTnLst>
                                    <p:set>
                                      <p:cBhvr>
                                        <p:cTn id="56" dur="1" fill="hold">
                                          <p:stCondLst>
                                            <p:cond delay="0"/>
                                          </p:stCondLst>
                                        </p:cTn>
                                        <p:tgtEl>
                                          <p:spTgt spid="6">
                                            <p:graphicEl>
                                              <a:dgm id="{C534EB93-25E2-4921-ABF9-6FD335CB6D5B}"/>
                                            </p:graphicEl>
                                          </p:spTgt>
                                        </p:tgtEl>
                                        <p:attrNameLst>
                                          <p:attrName>style.visibility</p:attrName>
                                        </p:attrNameLst>
                                      </p:cBhvr>
                                      <p:to>
                                        <p:strVal val="visible"/>
                                      </p:to>
                                    </p:set>
                                    <p:anim calcmode="lin" valueType="num">
                                      <p:cBhvr additive="base">
                                        <p:cTn id="57" dur="500" fill="hold"/>
                                        <p:tgtEl>
                                          <p:spTgt spid="6">
                                            <p:graphicEl>
                                              <a:dgm id="{C534EB93-25E2-4921-ABF9-6FD335CB6D5B}"/>
                                            </p:graphicEl>
                                          </p:spTgt>
                                        </p:tgtEl>
                                        <p:attrNameLst>
                                          <p:attrName>ppt_x</p:attrName>
                                        </p:attrNameLst>
                                      </p:cBhvr>
                                      <p:tavLst>
                                        <p:tav tm="0">
                                          <p:val>
                                            <p:strVal val="1+#ppt_w/2"/>
                                          </p:val>
                                        </p:tav>
                                        <p:tav tm="100000">
                                          <p:val>
                                            <p:strVal val="#ppt_x"/>
                                          </p:val>
                                        </p:tav>
                                      </p:tavLst>
                                    </p:anim>
                                    <p:anim calcmode="lin" valueType="num">
                                      <p:cBhvr additive="base">
                                        <p:cTn id="58" dur="500" fill="hold"/>
                                        <p:tgtEl>
                                          <p:spTgt spid="6">
                                            <p:graphicEl>
                                              <a:dgm id="{C534EB93-25E2-4921-ABF9-6FD335CB6D5B}"/>
                                            </p:graphicEl>
                                          </p:spTgt>
                                        </p:tgtEl>
                                        <p:attrNameLst>
                                          <p:attrName>ppt_y</p:attrName>
                                        </p:attrNameLst>
                                      </p:cBhvr>
                                      <p:tavLst>
                                        <p:tav tm="0">
                                          <p:val>
                                            <p:strVal val="#ppt_y"/>
                                          </p:val>
                                        </p:tav>
                                        <p:tav tm="100000">
                                          <p:val>
                                            <p:strVal val="#ppt_y"/>
                                          </p:val>
                                        </p:tav>
                                      </p:tavLst>
                                    </p:anim>
                                  </p:childTnLst>
                                </p:cTn>
                              </p:par>
                              <p:par>
                                <p:cTn id="59" presetID="2" presetClass="entr" presetSubtype="2" fill="hold" grpId="0" nodeType="withEffect">
                                  <p:stCondLst>
                                    <p:cond delay="0"/>
                                  </p:stCondLst>
                                  <p:childTnLst>
                                    <p:set>
                                      <p:cBhvr>
                                        <p:cTn id="60" dur="1" fill="hold">
                                          <p:stCondLst>
                                            <p:cond delay="0"/>
                                          </p:stCondLst>
                                        </p:cTn>
                                        <p:tgtEl>
                                          <p:spTgt spid="6">
                                            <p:graphicEl>
                                              <a:dgm id="{1CE17233-7546-4F5D-BEBF-78949A9207DE}"/>
                                            </p:graphicEl>
                                          </p:spTgt>
                                        </p:tgtEl>
                                        <p:attrNameLst>
                                          <p:attrName>style.visibility</p:attrName>
                                        </p:attrNameLst>
                                      </p:cBhvr>
                                      <p:to>
                                        <p:strVal val="visible"/>
                                      </p:to>
                                    </p:set>
                                    <p:anim calcmode="lin" valueType="num">
                                      <p:cBhvr additive="base">
                                        <p:cTn id="61" dur="500" fill="hold"/>
                                        <p:tgtEl>
                                          <p:spTgt spid="6">
                                            <p:graphicEl>
                                              <a:dgm id="{1CE17233-7546-4F5D-BEBF-78949A9207DE}"/>
                                            </p:graphicEl>
                                          </p:spTgt>
                                        </p:tgtEl>
                                        <p:attrNameLst>
                                          <p:attrName>ppt_x</p:attrName>
                                        </p:attrNameLst>
                                      </p:cBhvr>
                                      <p:tavLst>
                                        <p:tav tm="0">
                                          <p:val>
                                            <p:strVal val="1+#ppt_w/2"/>
                                          </p:val>
                                        </p:tav>
                                        <p:tav tm="100000">
                                          <p:val>
                                            <p:strVal val="#ppt_x"/>
                                          </p:val>
                                        </p:tav>
                                      </p:tavLst>
                                    </p:anim>
                                    <p:anim calcmode="lin" valueType="num">
                                      <p:cBhvr additive="base">
                                        <p:cTn id="62" dur="500" fill="hold"/>
                                        <p:tgtEl>
                                          <p:spTgt spid="6">
                                            <p:graphicEl>
                                              <a:dgm id="{1CE17233-7546-4F5D-BEBF-78949A9207DE}"/>
                                            </p:graphicEl>
                                          </p:spTgt>
                                        </p:tgtEl>
                                        <p:attrNameLst>
                                          <p:attrName>ppt_y</p:attrName>
                                        </p:attrNameLst>
                                      </p:cBhvr>
                                      <p:tavLst>
                                        <p:tav tm="0">
                                          <p:val>
                                            <p:strVal val="#ppt_y"/>
                                          </p:val>
                                        </p:tav>
                                        <p:tav tm="100000">
                                          <p:val>
                                            <p:strVal val="#ppt_y"/>
                                          </p:val>
                                        </p:tav>
                                      </p:tavLst>
                                    </p:anim>
                                  </p:childTnLst>
                                </p:cTn>
                              </p:par>
                              <p:par>
                                <p:cTn id="63" presetID="2" presetClass="entr" presetSubtype="2" fill="hold" grpId="0" nodeType="withEffect">
                                  <p:stCondLst>
                                    <p:cond delay="0"/>
                                  </p:stCondLst>
                                  <p:childTnLst>
                                    <p:set>
                                      <p:cBhvr>
                                        <p:cTn id="64" dur="1" fill="hold">
                                          <p:stCondLst>
                                            <p:cond delay="0"/>
                                          </p:stCondLst>
                                        </p:cTn>
                                        <p:tgtEl>
                                          <p:spTgt spid="6">
                                            <p:graphicEl>
                                              <a:dgm id="{34532745-B7F3-43B9-BDC0-3340582847A4}"/>
                                            </p:graphicEl>
                                          </p:spTgt>
                                        </p:tgtEl>
                                        <p:attrNameLst>
                                          <p:attrName>style.visibility</p:attrName>
                                        </p:attrNameLst>
                                      </p:cBhvr>
                                      <p:to>
                                        <p:strVal val="visible"/>
                                      </p:to>
                                    </p:set>
                                    <p:anim calcmode="lin" valueType="num">
                                      <p:cBhvr additive="base">
                                        <p:cTn id="65" dur="500" fill="hold"/>
                                        <p:tgtEl>
                                          <p:spTgt spid="6">
                                            <p:graphicEl>
                                              <a:dgm id="{34532745-B7F3-43B9-BDC0-3340582847A4}"/>
                                            </p:graphicEl>
                                          </p:spTgt>
                                        </p:tgtEl>
                                        <p:attrNameLst>
                                          <p:attrName>ppt_x</p:attrName>
                                        </p:attrNameLst>
                                      </p:cBhvr>
                                      <p:tavLst>
                                        <p:tav tm="0">
                                          <p:val>
                                            <p:strVal val="1+#ppt_w/2"/>
                                          </p:val>
                                        </p:tav>
                                        <p:tav tm="100000">
                                          <p:val>
                                            <p:strVal val="#ppt_x"/>
                                          </p:val>
                                        </p:tav>
                                      </p:tavLst>
                                    </p:anim>
                                    <p:anim calcmode="lin" valueType="num">
                                      <p:cBhvr additive="base">
                                        <p:cTn id="66" dur="500" fill="hold"/>
                                        <p:tgtEl>
                                          <p:spTgt spid="6">
                                            <p:graphicEl>
                                              <a:dgm id="{34532745-B7F3-43B9-BDC0-3340582847A4}"/>
                                            </p:graphicEl>
                                          </p:spTgt>
                                        </p:tgtEl>
                                        <p:attrNameLst>
                                          <p:attrName>ppt_y</p:attrName>
                                        </p:attrNameLst>
                                      </p:cBhvr>
                                      <p:tavLst>
                                        <p:tav tm="0">
                                          <p:val>
                                            <p:strVal val="#ppt_y"/>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2" presetClass="entr" presetSubtype="2" fill="hold" grpId="0" nodeType="clickEffect">
                                  <p:stCondLst>
                                    <p:cond delay="0"/>
                                  </p:stCondLst>
                                  <p:childTnLst>
                                    <p:set>
                                      <p:cBhvr>
                                        <p:cTn id="70" dur="1" fill="hold">
                                          <p:stCondLst>
                                            <p:cond delay="0"/>
                                          </p:stCondLst>
                                        </p:cTn>
                                        <p:tgtEl>
                                          <p:spTgt spid="6">
                                            <p:graphicEl>
                                              <a:dgm id="{8F3893CE-82AC-4551-8B76-2B8E943A45D7}"/>
                                            </p:graphicEl>
                                          </p:spTgt>
                                        </p:tgtEl>
                                        <p:attrNameLst>
                                          <p:attrName>style.visibility</p:attrName>
                                        </p:attrNameLst>
                                      </p:cBhvr>
                                      <p:to>
                                        <p:strVal val="visible"/>
                                      </p:to>
                                    </p:set>
                                    <p:anim calcmode="lin" valueType="num">
                                      <p:cBhvr additive="base">
                                        <p:cTn id="71" dur="500" fill="hold"/>
                                        <p:tgtEl>
                                          <p:spTgt spid="6">
                                            <p:graphicEl>
                                              <a:dgm id="{8F3893CE-82AC-4551-8B76-2B8E943A45D7}"/>
                                            </p:graphicEl>
                                          </p:spTgt>
                                        </p:tgtEl>
                                        <p:attrNameLst>
                                          <p:attrName>ppt_x</p:attrName>
                                        </p:attrNameLst>
                                      </p:cBhvr>
                                      <p:tavLst>
                                        <p:tav tm="0">
                                          <p:val>
                                            <p:strVal val="1+#ppt_w/2"/>
                                          </p:val>
                                        </p:tav>
                                        <p:tav tm="100000">
                                          <p:val>
                                            <p:strVal val="#ppt_x"/>
                                          </p:val>
                                        </p:tav>
                                      </p:tavLst>
                                    </p:anim>
                                    <p:anim calcmode="lin" valueType="num">
                                      <p:cBhvr additive="base">
                                        <p:cTn id="72" dur="500" fill="hold"/>
                                        <p:tgtEl>
                                          <p:spTgt spid="6">
                                            <p:graphicEl>
                                              <a:dgm id="{8F3893CE-82AC-4551-8B76-2B8E943A45D7}"/>
                                            </p:graphicEl>
                                          </p:spTgt>
                                        </p:tgtEl>
                                        <p:attrNameLst>
                                          <p:attrName>ppt_y</p:attrName>
                                        </p:attrNameLst>
                                      </p:cBhvr>
                                      <p:tavLst>
                                        <p:tav tm="0">
                                          <p:val>
                                            <p:strVal val="#ppt_y"/>
                                          </p:val>
                                        </p:tav>
                                        <p:tav tm="100000">
                                          <p:val>
                                            <p:strVal val="#ppt_y"/>
                                          </p:val>
                                        </p:tav>
                                      </p:tavLst>
                                    </p:anim>
                                  </p:childTnLst>
                                </p:cTn>
                              </p:par>
                              <p:par>
                                <p:cTn id="73" presetID="2" presetClass="entr" presetSubtype="2" fill="hold" grpId="0" nodeType="withEffect">
                                  <p:stCondLst>
                                    <p:cond delay="0"/>
                                  </p:stCondLst>
                                  <p:childTnLst>
                                    <p:set>
                                      <p:cBhvr>
                                        <p:cTn id="74" dur="1" fill="hold">
                                          <p:stCondLst>
                                            <p:cond delay="0"/>
                                          </p:stCondLst>
                                        </p:cTn>
                                        <p:tgtEl>
                                          <p:spTgt spid="6">
                                            <p:graphicEl>
                                              <a:dgm id="{C3E8B2E9-77FF-4ABE-8A8E-2D533A54DFD9}"/>
                                            </p:graphicEl>
                                          </p:spTgt>
                                        </p:tgtEl>
                                        <p:attrNameLst>
                                          <p:attrName>style.visibility</p:attrName>
                                        </p:attrNameLst>
                                      </p:cBhvr>
                                      <p:to>
                                        <p:strVal val="visible"/>
                                      </p:to>
                                    </p:set>
                                    <p:anim calcmode="lin" valueType="num">
                                      <p:cBhvr additive="base">
                                        <p:cTn id="75" dur="500" fill="hold"/>
                                        <p:tgtEl>
                                          <p:spTgt spid="6">
                                            <p:graphicEl>
                                              <a:dgm id="{C3E8B2E9-77FF-4ABE-8A8E-2D533A54DFD9}"/>
                                            </p:graphicEl>
                                          </p:spTgt>
                                        </p:tgtEl>
                                        <p:attrNameLst>
                                          <p:attrName>ppt_x</p:attrName>
                                        </p:attrNameLst>
                                      </p:cBhvr>
                                      <p:tavLst>
                                        <p:tav tm="0">
                                          <p:val>
                                            <p:strVal val="1+#ppt_w/2"/>
                                          </p:val>
                                        </p:tav>
                                        <p:tav tm="100000">
                                          <p:val>
                                            <p:strVal val="#ppt_x"/>
                                          </p:val>
                                        </p:tav>
                                      </p:tavLst>
                                    </p:anim>
                                    <p:anim calcmode="lin" valueType="num">
                                      <p:cBhvr additive="base">
                                        <p:cTn id="76" dur="500" fill="hold"/>
                                        <p:tgtEl>
                                          <p:spTgt spid="6">
                                            <p:graphicEl>
                                              <a:dgm id="{C3E8B2E9-77FF-4ABE-8A8E-2D533A54DFD9}"/>
                                            </p:graphic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Sub>
          <a:bldDgm bld="one"/>
        </p:bldSub>
      </p:bldGraphic>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p:cNvGraphicFramePr>
            <a:graphicFrameLocks noGrp="1"/>
          </p:cNvGraphicFramePr>
          <p:nvPr>
            <p:ph idx="4294967295"/>
            <p:extLst>
              <p:ext uri="{D42A27DB-BD31-4B8C-83A1-F6EECF244321}">
                <p14:modId xmlns:p14="http://schemas.microsoft.com/office/powerpoint/2010/main" val="1839154751"/>
              </p:ext>
            </p:extLst>
          </p:nvPr>
        </p:nvGraphicFramePr>
        <p:xfrm>
          <a:off x="1289366" y="2171700"/>
          <a:ext cx="14407834" cy="7239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itle 1"/>
          <p:cNvSpPr txBox="1">
            <a:spLocks/>
          </p:cNvSpPr>
          <p:nvPr/>
        </p:nvSpPr>
        <p:spPr>
          <a:xfrm>
            <a:off x="1280622" y="948916"/>
            <a:ext cx="11292377" cy="1021773"/>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GB" sz="4800" dirty="0">
                <a:solidFill>
                  <a:schemeClr val="tx2">
                    <a:lumMod val="75000"/>
                  </a:schemeClr>
                </a:solidFill>
                <a:latin typeface="Segoe UI 1" panose="020B0802040204020203" charset="0"/>
                <a:cs typeface="Segoe UI 1" panose="020B0802040204020203" charset="0"/>
              </a:rPr>
              <a:t>Procedural Programming Languages</a:t>
            </a:r>
            <a:endParaRPr lang="en-US" sz="4800" dirty="0">
              <a:solidFill>
                <a:schemeClr val="tx2">
                  <a:lumMod val="75000"/>
                </a:schemeClr>
              </a:solidFill>
              <a:latin typeface="Segoe UI 1" panose="020B0802040204020203" charset="0"/>
              <a:cs typeface="Segoe UI 1" panose="020B0802040204020203" charset="0"/>
            </a:endParaRPr>
          </a:p>
        </p:txBody>
      </p:sp>
      <p:grpSp>
        <p:nvGrpSpPr>
          <p:cNvPr id="5" name="Group 3">
            <a:extLst>
              <a:ext uri="{FF2B5EF4-FFF2-40B4-BE49-F238E27FC236}">
                <a16:creationId xmlns:a16="http://schemas.microsoft.com/office/drawing/2014/main" id="{3D418609-2F76-130E-14AE-86DEC5FB4D02}"/>
              </a:ext>
            </a:extLst>
          </p:cNvPr>
          <p:cNvGrpSpPr/>
          <p:nvPr/>
        </p:nvGrpSpPr>
        <p:grpSpPr>
          <a:xfrm>
            <a:off x="816554" y="1179444"/>
            <a:ext cx="424292" cy="424292"/>
            <a:chOff x="0" y="0"/>
            <a:chExt cx="812800" cy="812800"/>
          </a:xfrm>
        </p:grpSpPr>
        <p:sp>
          <p:nvSpPr>
            <p:cNvPr id="7" name="Freeform 4">
              <a:extLst>
                <a:ext uri="{FF2B5EF4-FFF2-40B4-BE49-F238E27FC236}">
                  <a16:creationId xmlns:a16="http://schemas.microsoft.com/office/drawing/2014/main" id="{542FE6D8-3CEA-4B3E-018E-CBC17A8C735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E3A6E"/>
            </a:solidFill>
          </p:spPr>
          <p:txBody>
            <a:bodyPr/>
            <a:lstStyle/>
            <a:p>
              <a:endParaRPr lang="en-US"/>
            </a:p>
          </p:txBody>
        </p:sp>
        <p:sp>
          <p:nvSpPr>
            <p:cNvPr id="8" name="TextBox 5">
              <a:extLst>
                <a:ext uri="{FF2B5EF4-FFF2-40B4-BE49-F238E27FC236}">
                  <a16:creationId xmlns:a16="http://schemas.microsoft.com/office/drawing/2014/main" id="{07CC5BB2-91A0-F498-3F38-46BAD0524608}"/>
                </a:ext>
              </a:extLst>
            </p:cNvPr>
            <p:cNvSpPr txBox="1"/>
            <p:nvPr/>
          </p:nvSpPr>
          <p:spPr>
            <a:xfrm>
              <a:off x="76200" y="28575"/>
              <a:ext cx="660400" cy="708025"/>
            </a:xfrm>
            <a:prstGeom prst="rect">
              <a:avLst/>
            </a:prstGeom>
          </p:spPr>
          <p:txBody>
            <a:bodyPr lIns="50800" tIns="50800" rIns="50800" bIns="50800" rtlCol="0" anchor="ctr"/>
            <a:lstStyle/>
            <a:p>
              <a:pPr algn="ctr">
                <a:lnSpc>
                  <a:spcPts val="2239"/>
                </a:lnSpc>
              </a:pPr>
              <a:endParaRPr/>
            </a:p>
          </p:txBody>
        </p:sp>
      </p:grpSp>
    </p:spTree>
    <p:extLst>
      <p:ext uri="{BB962C8B-B14F-4D97-AF65-F5344CB8AC3E}">
        <p14:creationId xmlns:p14="http://schemas.microsoft.com/office/powerpoint/2010/main" val="972994347"/>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6">
                                            <p:graphicEl>
                                              <a:dgm id="{180740A4-4379-4008-9EDF-D4D7FF2BC96E}"/>
                                            </p:graphicEl>
                                          </p:spTgt>
                                        </p:tgtEl>
                                        <p:attrNameLst>
                                          <p:attrName>style.visibility</p:attrName>
                                        </p:attrNameLst>
                                      </p:cBhvr>
                                      <p:to>
                                        <p:strVal val="visible"/>
                                      </p:to>
                                    </p:set>
                                    <p:anim calcmode="lin" valueType="num">
                                      <p:cBhvr additive="base">
                                        <p:cTn id="7" dur="500" fill="hold"/>
                                        <p:tgtEl>
                                          <p:spTgt spid="6">
                                            <p:graphicEl>
                                              <a:dgm id="{180740A4-4379-4008-9EDF-D4D7FF2BC96E}"/>
                                            </p:graphicEl>
                                          </p:spTgt>
                                        </p:tgtEl>
                                        <p:attrNameLst>
                                          <p:attrName>ppt_x</p:attrName>
                                        </p:attrNameLst>
                                      </p:cBhvr>
                                      <p:tavLst>
                                        <p:tav tm="0">
                                          <p:val>
                                            <p:strVal val="1+#ppt_w/2"/>
                                          </p:val>
                                        </p:tav>
                                        <p:tav tm="100000">
                                          <p:val>
                                            <p:strVal val="#ppt_x"/>
                                          </p:val>
                                        </p:tav>
                                      </p:tavLst>
                                    </p:anim>
                                    <p:anim calcmode="lin" valueType="num">
                                      <p:cBhvr additive="base">
                                        <p:cTn id="8" dur="500" fill="hold"/>
                                        <p:tgtEl>
                                          <p:spTgt spid="6">
                                            <p:graphicEl>
                                              <a:dgm id="{180740A4-4379-4008-9EDF-D4D7FF2BC96E}"/>
                                            </p:graphicEl>
                                          </p:spTgt>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6">
                                            <p:graphicEl>
                                              <a:dgm id="{5D6888D9-FA1A-4F85-92FE-58A61269A437}"/>
                                            </p:graphicEl>
                                          </p:spTgt>
                                        </p:tgtEl>
                                        <p:attrNameLst>
                                          <p:attrName>style.visibility</p:attrName>
                                        </p:attrNameLst>
                                      </p:cBhvr>
                                      <p:to>
                                        <p:strVal val="visible"/>
                                      </p:to>
                                    </p:set>
                                    <p:anim calcmode="lin" valueType="num">
                                      <p:cBhvr additive="base">
                                        <p:cTn id="11" dur="500" fill="hold"/>
                                        <p:tgtEl>
                                          <p:spTgt spid="6">
                                            <p:graphicEl>
                                              <a:dgm id="{5D6888D9-FA1A-4F85-92FE-58A61269A437}"/>
                                            </p:graphicEl>
                                          </p:spTgt>
                                        </p:tgtEl>
                                        <p:attrNameLst>
                                          <p:attrName>ppt_x</p:attrName>
                                        </p:attrNameLst>
                                      </p:cBhvr>
                                      <p:tavLst>
                                        <p:tav tm="0">
                                          <p:val>
                                            <p:strVal val="1+#ppt_w/2"/>
                                          </p:val>
                                        </p:tav>
                                        <p:tav tm="100000">
                                          <p:val>
                                            <p:strVal val="#ppt_x"/>
                                          </p:val>
                                        </p:tav>
                                      </p:tavLst>
                                    </p:anim>
                                    <p:anim calcmode="lin" valueType="num">
                                      <p:cBhvr additive="base">
                                        <p:cTn id="12" dur="500" fill="hold"/>
                                        <p:tgtEl>
                                          <p:spTgt spid="6">
                                            <p:graphicEl>
                                              <a:dgm id="{5D6888D9-FA1A-4F85-92FE-58A61269A437}"/>
                                            </p:graphicEl>
                                          </p:spTgt>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2" fill="hold" grpId="0" nodeType="clickEffect">
                                  <p:stCondLst>
                                    <p:cond delay="0"/>
                                  </p:stCondLst>
                                  <p:childTnLst>
                                    <p:set>
                                      <p:cBhvr>
                                        <p:cTn id="16" dur="1" fill="hold">
                                          <p:stCondLst>
                                            <p:cond delay="0"/>
                                          </p:stCondLst>
                                        </p:cTn>
                                        <p:tgtEl>
                                          <p:spTgt spid="6">
                                            <p:graphicEl>
                                              <a:dgm id="{4AC4DBE4-285B-4A81-9326-EB35B477BFBF}"/>
                                            </p:graphicEl>
                                          </p:spTgt>
                                        </p:tgtEl>
                                        <p:attrNameLst>
                                          <p:attrName>style.visibility</p:attrName>
                                        </p:attrNameLst>
                                      </p:cBhvr>
                                      <p:to>
                                        <p:strVal val="visible"/>
                                      </p:to>
                                    </p:set>
                                    <p:anim calcmode="lin" valueType="num">
                                      <p:cBhvr additive="base">
                                        <p:cTn id="17" dur="500" fill="hold"/>
                                        <p:tgtEl>
                                          <p:spTgt spid="6">
                                            <p:graphicEl>
                                              <a:dgm id="{4AC4DBE4-285B-4A81-9326-EB35B477BFBF}"/>
                                            </p:graphicEl>
                                          </p:spTgt>
                                        </p:tgtEl>
                                        <p:attrNameLst>
                                          <p:attrName>ppt_x</p:attrName>
                                        </p:attrNameLst>
                                      </p:cBhvr>
                                      <p:tavLst>
                                        <p:tav tm="0">
                                          <p:val>
                                            <p:strVal val="1+#ppt_w/2"/>
                                          </p:val>
                                        </p:tav>
                                        <p:tav tm="100000">
                                          <p:val>
                                            <p:strVal val="#ppt_x"/>
                                          </p:val>
                                        </p:tav>
                                      </p:tavLst>
                                    </p:anim>
                                    <p:anim calcmode="lin" valueType="num">
                                      <p:cBhvr additive="base">
                                        <p:cTn id="18" dur="500" fill="hold"/>
                                        <p:tgtEl>
                                          <p:spTgt spid="6">
                                            <p:graphicEl>
                                              <a:dgm id="{4AC4DBE4-285B-4A81-9326-EB35B477BFBF}"/>
                                            </p:graphicEl>
                                          </p:spTgt>
                                        </p:tgtEl>
                                        <p:attrNameLst>
                                          <p:attrName>ppt_y</p:attrName>
                                        </p:attrNameLst>
                                      </p:cBhvr>
                                      <p:tavLst>
                                        <p:tav tm="0">
                                          <p:val>
                                            <p:strVal val="#ppt_y"/>
                                          </p:val>
                                        </p:tav>
                                        <p:tav tm="100000">
                                          <p:val>
                                            <p:strVal val="#ppt_y"/>
                                          </p:val>
                                        </p:tav>
                                      </p:tavLst>
                                    </p:anim>
                                  </p:childTnLst>
                                </p:cTn>
                              </p:par>
                              <p:par>
                                <p:cTn id="19" presetID="2" presetClass="entr" presetSubtype="2" fill="hold" grpId="0" nodeType="withEffect">
                                  <p:stCondLst>
                                    <p:cond delay="0"/>
                                  </p:stCondLst>
                                  <p:childTnLst>
                                    <p:set>
                                      <p:cBhvr>
                                        <p:cTn id="20" dur="1" fill="hold">
                                          <p:stCondLst>
                                            <p:cond delay="0"/>
                                          </p:stCondLst>
                                        </p:cTn>
                                        <p:tgtEl>
                                          <p:spTgt spid="6">
                                            <p:graphicEl>
                                              <a:dgm id="{68C504DE-8ABD-4999-985C-3C6E6DE6DBBF}"/>
                                            </p:graphicEl>
                                          </p:spTgt>
                                        </p:tgtEl>
                                        <p:attrNameLst>
                                          <p:attrName>style.visibility</p:attrName>
                                        </p:attrNameLst>
                                      </p:cBhvr>
                                      <p:to>
                                        <p:strVal val="visible"/>
                                      </p:to>
                                    </p:set>
                                    <p:anim calcmode="lin" valueType="num">
                                      <p:cBhvr additive="base">
                                        <p:cTn id="21" dur="500" fill="hold"/>
                                        <p:tgtEl>
                                          <p:spTgt spid="6">
                                            <p:graphicEl>
                                              <a:dgm id="{68C504DE-8ABD-4999-985C-3C6E6DE6DBBF}"/>
                                            </p:graphicEl>
                                          </p:spTgt>
                                        </p:tgtEl>
                                        <p:attrNameLst>
                                          <p:attrName>ppt_x</p:attrName>
                                        </p:attrNameLst>
                                      </p:cBhvr>
                                      <p:tavLst>
                                        <p:tav tm="0">
                                          <p:val>
                                            <p:strVal val="1+#ppt_w/2"/>
                                          </p:val>
                                        </p:tav>
                                        <p:tav tm="100000">
                                          <p:val>
                                            <p:strVal val="#ppt_x"/>
                                          </p:val>
                                        </p:tav>
                                      </p:tavLst>
                                    </p:anim>
                                    <p:anim calcmode="lin" valueType="num">
                                      <p:cBhvr additive="base">
                                        <p:cTn id="22" dur="500" fill="hold"/>
                                        <p:tgtEl>
                                          <p:spTgt spid="6">
                                            <p:graphicEl>
                                              <a:dgm id="{68C504DE-8ABD-4999-985C-3C6E6DE6DBBF}"/>
                                            </p:graphicEl>
                                          </p:spTgt>
                                        </p:tgtEl>
                                        <p:attrNameLst>
                                          <p:attrName>ppt_y</p:attrName>
                                        </p:attrNameLst>
                                      </p:cBhvr>
                                      <p:tavLst>
                                        <p:tav tm="0">
                                          <p:val>
                                            <p:strVal val="#ppt_y"/>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2" fill="hold" grpId="0" nodeType="clickEffect">
                                  <p:stCondLst>
                                    <p:cond delay="0"/>
                                  </p:stCondLst>
                                  <p:childTnLst>
                                    <p:set>
                                      <p:cBhvr>
                                        <p:cTn id="26" dur="1" fill="hold">
                                          <p:stCondLst>
                                            <p:cond delay="0"/>
                                          </p:stCondLst>
                                        </p:cTn>
                                        <p:tgtEl>
                                          <p:spTgt spid="6">
                                            <p:graphicEl>
                                              <a:dgm id="{2C7B53CF-75FB-4E83-AF11-4F6F9BAEB1E2}"/>
                                            </p:graphicEl>
                                          </p:spTgt>
                                        </p:tgtEl>
                                        <p:attrNameLst>
                                          <p:attrName>style.visibility</p:attrName>
                                        </p:attrNameLst>
                                      </p:cBhvr>
                                      <p:to>
                                        <p:strVal val="visible"/>
                                      </p:to>
                                    </p:set>
                                    <p:anim calcmode="lin" valueType="num">
                                      <p:cBhvr additive="base">
                                        <p:cTn id="27" dur="500" fill="hold"/>
                                        <p:tgtEl>
                                          <p:spTgt spid="6">
                                            <p:graphicEl>
                                              <a:dgm id="{2C7B53CF-75FB-4E83-AF11-4F6F9BAEB1E2}"/>
                                            </p:graphicEl>
                                          </p:spTgt>
                                        </p:tgtEl>
                                        <p:attrNameLst>
                                          <p:attrName>ppt_x</p:attrName>
                                        </p:attrNameLst>
                                      </p:cBhvr>
                                      <p:tavLst>
                                        <p:tav tm="0">
                                          <p:val>
                                            <p:strVal val="1+#ppt_w/2"/>
                                          </p:val>
                                        </p:tav>
                                        <p:tav tm="100000">
                                          <p:val>
                                            <p:strVal val="#ppt_x"/>
                                          </p:val>
                                        </p:tav>
                                      </p:tavLst>
                                    </p:anim>
                                    <p:anim calcmode="lin" valueType="num">
                                      <p:cBhvr additive="base">
                                        <p:cTn id="28" dur="500" fill="hold"/>
                                        <p:tgtEl>
                                          <p:spTgt spid="6">
                                            <p:graphicEl>
                                              <a:dgm id="{2C7B53CF-75FB-4E83-AF11-4F6F9BAEB1E2}"/>
                                            </p:graphicEl>
                                          </p:spTgt>
                                        </p:tgtEl>
                                        <p:attrNameLst>
                                          <p:attrName>ppt_y</p:attrName>
                                        </p:attrNameLst>
                                      </p:cBhvr>
                                      <p:tavLst>
                                        <p:tav tm="0">
                                          <p:val>
                                            <p:strVal val="#ppt_y"/>
                                          </p:val>
                                        </p:tav>
                                        <p:tav tm="100000">
                                          <p:val>
                                            <p:strVal val="#ppt_y"/>
                                          </p:val>
                                        </p:tav>
                                      </p:tavLst>
                                    </p:anim>
                                  </p:childTnLst>
                                </p:cTn>
                              </p:par>
                              <p:par>
                                <p:cTn id="29" presetID="2" presetClass="entr" presetSubtype="2" fill="hold" grpId="0" nodeType="withEffect">
                                  <p:stCondLst>
                                    <p:cond delay="0"/>
                                  </p:stCondLst>
                                  <p:childTnLst>
                                    <p:set>
                                      <p:cBhvr>
                                        <p:cTn id="30" dur="1" fill="hold">
                                          <p:stCondLst>
                                            <p:cond delay="0"/>
                                          </p:stCondLst>
                                        </p:cTn>
                                        <p:tgtEl>
                                          <p:spTgt spid="6">
                                            <p:graphicEl>
                                              <a:dgm id="{B138C670-5653-4888-ADF0-B3D8E9129173}"/>
                                            </p:graphicEl>
                                          </p:spTgt>
                                        </p:tgtEl>
                                        <p:attrNameLst>
                                          <p:attrName>style.visibility</p:attrName>
                                        </p:attrNameLst>
                                      </p:cBhvr>
                                      <p:to>
                                        <p:strVal val="visible"/>
                                      </p:to>
                                    </p:set>
                                    <p:anim calcmode="lin" valueType="num">
                                      <p:cBhvr additive="base">
                                        <p:cTn id="31" dur="500" fill="hold"/>
                                        <p:tgtEl>
                                          <p:spTgt spid="6">
                                            <p:graphicEl>
                                              <a:dgm id="{B138C670-5653-4888-ADF0-B3D8E9129173}"/>
                                            </p:graphic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6">
                                            <p:graphicEl>
                                              <a:dgm id="{B138C670-5653-4888-ADF0-B3D8E9129173}"/>
                                            </p:graphic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6">
                                            <p:graphicEl>
                                              <a:dgm id="{C499FAFA-B771-492B-9BD6-33FC51547D2A}"/>
                                            </p:graphicEl>
                                          </p:spTgt>
                                        </p:tgtEl>
                                        <p:attrNameLst>
                                          <p:attrName>style.visibility</p:attrName>
                                        </p:attrNameLst>
                                      </p:cBhvr>
                                      <p:to>
                                        <p:strVal val="visible"/>
                                      </p:to>
                                    </p:set>
                                    <p:anim calcmode="lin" valueType="num">
                                      <p:cBhvr additive="base">
                                        <p:cTn id="37" dur="500" fill="hold"/>
                                        <p:tgtEl>
                                          <p:spTgt spid="6">
                                            <p:graphicEl>
                                              <a:dgm id="{C499FAFA-B771-492B-9BD6-33FC51547D2A}"/>
                                            </p:graphic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6">
                                            <p:graphicEl>
                                              <a:dgm id="{C499FAFA-B771-492B-9BD6-33FC51547D2A}"/>
                                            </p:graphicEl>
                                          </p:spTgt>
                                        </p:tgtEl>
                                        <p:attrNameLst>
                                          <p:attrName>ppt_y</p:attrName>
                                        </p:attrNameLst>
                                      </p:cBhvr>
                                      <p:tavLst>
                                        <p:tav tm="0">
                                          <p:val>
                                            <p:strVal val="#ppt_y"/>
                                          </p:val>
                                        </p:tav>
                                        <p:tav tm="100000">
                                          <p:val>
                                            <p:strVal val="#ppt_y"/>
                                          </p:val>
                                        </p:tav>
                                      </p:tavLst>
                                    </p:anim>
                                  </p:childTnLst>
                                </p:cTn>
                              </p:par>
                              <p:par>
                                <p:cTn id="39" presetID="2" presetClass="entr" presetSubtype="2" fill="hold" grpId="0" nodeType="withEffect">
                                  <p:stCondLst>
                                    <p:cond delay="0"/>
                                  </p:stCondLst>
                                  <p:childTnLst>
                                    <p:set>
                                      <p:cBhvr>
                                        <p:cTn id="40" dur="1" fill="hold">
                                          <p:stCondLst>
                                            <p:cond delay="0"/>
                                          </p:stCondLst>
                                        </p:cTn>
                                        <p:tgtEl>
                                          <p:spTgt spid="6">
                                            <p:graphicEl>
                                              <a:dgm id="{C7150420-6E5D-47AB-BB7E-570B83312267}"/>
                                            </p:graphicEl>
                                          </p:spTgt>
                                        </p:tgtEl>
                                        <p:attrNameLst>
                                          <p:attrName>style.visibility</p:attrName>
                                        </p:attrNameLst>
                                      </p:cBhvr>
                                      <p:to>
                                        <p:strVal val="visible"/>
                                      </p:to>
                                    </p:set>
                                    <p:anim calcmode="lin" valueType="num">
                                      <p:cBhvr additive="base">
                                        <p:cTn id="41" dur="500" fill="hold"/>
                                        <p:tgtEl>
                                          <p:spTgt spid="6">
                                            <p:graphicEl>
                                              <a:dgm id="{C7150420-6E5D-47AB-BB7E-570B83312267}"/>
                                            </p:graphicEl>
                                          </p:spTgt>
                                        </p:tgtEl>
                                        <p:attrNameLst>
                                          <p:attrName>ppt_x</p:attrName>
                                        </p:attrNameLst>
                                      </p:cBhvr>
                                      <p:tavLst>
                                        <p:tav tm="0">
                                          <p:val>
                                            <p:strVal val="1+#ppt_w/2"/>
                                          </p:val>
                                        </p:tav>
                                        <p:tav tm="100000">
                                          <p:val>
                                            <p:strVal val="#ppt_x"/>
                                          </p:val>
                                        </p:tav>
                                      </p:tavLst>
                                    </p:anim>
                                    <p:anim calcmode="lin" valueType="num">
                                      <p:cBhvr additive="base">
                                        <p:cTn id="42" dur="500" fill="hold"/>
                                        <p:tgtEl>
                                          <p:spTgt spid="6">
                                            <p:graphicEl>
                                              <a:dgm id="{C7150420-6E5D-47AB-BB7E-570B83312267}"/>
                                            </p:graphic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Sub>
          <a:bldDgm bld="lvlOne"/>
        </p:bldSub>
      </p:bldGraphic>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p:cNvGraphicFramePr>
            <a:graphicFrameLocks noGrp="1"/>
          </p:cNvGraphicFramePr>
          <p:nvPr>
            <p:ph idx="4294967295"/>
            <p:extLst>
              <p:ext uri="{D42A27DB-BD31-4B8C-83A1-F6EECF244321}">
                <p14:modId xmlns:p14="http://schemas.microsoft.com/office/powerpoint/2010/main" val="275829859"/>
              </p:ext>
            </p:extLst>
          </p:nvPr>
        </p:nvGraphicFramePr>
        <p:xfrm>
          <a:off x="1828800" y="2324100"/>
          <a:ext cx="12553950" cy="6477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itle 1"/>
          <p:cNvSpPr txBox="1">
            <a:spLocks/>
          </p:cNvSpPr>
          <p:nvPr/>
        </p:nvSpPr>
        <p:spPr>
          <a:xfrm>
            <a:off x="1280622" y="948916"/>
            <a:ext cx="11597177" cy="1021773"/>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GB" sz="4800" dirty="0">
                <a:solidFill>
                  <a:schemeClr val="tx2">
                    <a:lumMod val="75000"/>
                  </a:schemeClr>
                </a:solidFill>
                <a:latin typeface="Segoe UI 1" panose="020B0802040204020203" charset="0"/>
                <a:cs typeface="Segoe UI 1" panose="020B0802040204020203" charset="0"/>
              </a:rPr>
              <a:t>Types of Procedural Languages</a:t>
            </a:r>
            <a:endParaRPr lang="en-US" sz="4800" dirty="0">
              <a:solidFill>
                <a:schemeClr val="tx2">
                  <a:lumMod val="75000"/>
                </a:schemeClr>
              </a:solidFill>
              <a:latin typeface="Segoe UI 1" panose="020B0802040204020203" charset="0"/>
              <a:cs typeface="Segoe UI 1" panose="020B0802040204020203" charset="0"/>
            </a:endParaRPr>
          </a:p>
        </p:txBody>
      </p:sp>
      <p:grpSp>
        <p:nvGrpSpPr>
          <p:cNvPr id="5" name="Group 3">
            <a:extLst>
              <a:ext uri="{FF2B5EF4-FFF2-40B4-BE49-F238E27FC236}">
                <a16:creationId xmlns:a16="http://schemas.microsoft.com/office/drawing/2014/main" id="{3D418609-2F76-130E-14AE-86DEC5FB4D02}"/>
              </a:ext>
            </a:extLst>
          </p:cNvPr>
          <p:cNvGrpSpPr/>
          <p:nvPr/>
        </p:nvGrpSpPr>
        <p:grpSpPr>
          <a:xfrm>
            <a:off x="816554" y="1179444"/>
            <a:ext cx="424292" cy="424292"/>
            <a:chOff x="0" y="0"/>
            <a:chExt cx="812800" cy="812800"/>
          </a:xfrm>
        </p:grpSpPr>
        <p:sp>
          <p:nvSpPr>
            <p:cNvPr id="7" name="Freeform 4">
              <a:extLst>
                <a:ext uri="{FF2B5EF4-FFF2-40B4-BE49-F238E27FC236}">
                  <a16:creationId xmlns:a16="http://schemas.microsoft.com/office/drawing/2014/main" id="{542FE6D8-3CEA-4B3E-018E-CBC17A8C735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E3A6E"/>
            </a:solidFill>
          </p:spPr>
          <p:txBody>
            <a:bodyPr/>
            <a:lstStyle/>
            <a:p>
              <a:endParaRPr lang="en-US"/>
            </a:p>
          </p:txBody>
        </p:sp>
        <p:sp>
          <p:nvSpPr>
            <p:cNvPr id="8" name="TextBox 5">
              <a:extLst>
                <a:ext uri="{FF2B5EF4-FFF2-40B4-BE49-F238E27FC236}">
                  <a16:creationId xmlns:a16="http://schemas.microsoft.com/office/drawing/2014/main" id="{07CC5BB2-91A0-F498-3F38-46BAD0524608}"/>
                </a:ext>
              </a:extLst>
            </p:cNvPr>
            <p:cNvSpPr txBox="1"/>
            <p:nvPr/>
          </p:nvSpPr>
          <p:spPr>
            <a:xfrm>
              <a:off x="76200" y="28575"/>
              <a:ext cx="660400" cy="708025"/>
            </a:xfrm>
            <a:prstGeom prst="rect">
              <a:avLst/>
            </a:prstGeom>
          </p:spPr>
          <p:txBody>
            <a:bodyPr lIns="50800" tIns="50800" rIns="50800" bIns="50800" rtlCol="0" anchor="ctr"/>
            <a:lstStyle/>
            <a:p>
              <a:pPr algn="ctr">
                <a:lnSpc>
                  <a:spcPts val="2239"/>
                </a:lnSpc>
              </a:pPr>
              <a:endParaRPr/>
            </a:p>
          </p:txBody>
        </p:sp>
      </p:grpSp>
    </p:spTree>
    <p:extLst>
      <p:ext uri="{BB962C8B-B14F-4D97-AF65-F5344CB8AC3E}">
        <p14:creationId xmlns:p14="http://schemas.microsoft.com/office/powerpoint/2010/main" val="2061422930"/>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graphicEl>
                                              <a:dgm id="{AA61C84E-91FE-4672-87E5-C989B11E4223}"/>
                                            </p:graphicEl>
                                          </p:spTgt>
                                        </p:tgtEl>
                                        <p:attrNameLst>
                                          <p:attrName>style.visibility</p:attrName>
                                        </p:attrNameLst>
                                      </p:cBhvr>
                                      <p:to>
                                        <p:strVal val="visible"/>
                                      </p:to>
                                    </p:set>
                                    <p:anim calcmode="lin" valueType="num">
                                      <p:cBhvr additive="base">
                                        <p:cTn id="7" dur="500" fill="hold"/>
                                        <p:tgtEl>
                                          <p:spTgt spid="6">
                                            <p:graphicEl>
                                              <a:dgm id="{AA61C84E-91FE-4672-87E5-C989B11E4223}"/>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graphicEl>
                                              <a:dgm id="{AA61C84E-91FE-4672-87E5-C989B11E4223}"/>
                                            </p:graphic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graphicEl>
                                              <a:dgm id="{2D69FA82-8658-4B19-9187-51816D2F473B}"/>
                                            </p:graphicEl>
                                          </p:spTgt>
                                        </p:tgtEl>
                                        <p:attrNameLst>
                                          <p:attrName>style.visibility</p:attrName>
                                        </p:attrNameLst>
                                      </p:cBhvr>
                                      <p:to>
                                        <p:strVal val="visible"/>
                                      </p:to>
                                    </p:set>
                                    <p:anim calcmode="lin" valueType="num">
                                      <p:cBhvr additive="base">
                                        <p:cTn id="13" dur="500" fill="hold"/>
                                        <p:tgtEl>
                                          <p:spTgt spid="6">
                                            <p:graphicEl>
                                              <a:dgm id="{2D69FA82-8658-4B19-9187-51816D2F473B}"/>
                                            </p:graphicEl>
                                          </p:spTgt>
                                        </p:tgtEl>
                                        <p:attrNameLst>
                                          <p:attrName>ppt_x</p:attrName>
                                        </p:attrNameLst>
                                      </p:cBhvr>
                                      <p:tavLst>
                                        <p:tav tm="0">
                                          <p:val>
                                            <p:strVal val="#ppt_x"/>
                                          </p:val>
                                        </p:tav>
                                        <p:tav tm="100000">
                                          <p:val>
                                            <p:strVal val="#ppt_x"/>
                                          </p:val>
                                        </p:tav>
                                      </p:tavLst>
                                    </p:anim>
                                    <p:anim calcmode="lin" valueType="num">
                                      <p:cBhvr additive="base">
                                        <p:cTn id="14" dur="500" fill="hold"/>
                                        <p:tgtEl>
                                          <p:spTgt spid="6">
                                            <p:graphicEl>
                                              <a:dgm id="{2D69FA82-8658-4B19-9187-51816D2F473B}"/>
                                            </p:graphic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6">
                                            <p:graphicEl>
                                              <a:dgm id="{A4E15E32-6BBA-4E97-A829-5DABA52064F2}"/>
                                            </p:graphicEl>
                                          </p:spTgt>
                                        </p:tgtEl>
                                        <p:attrNameLst>
                                          <p:attrName>style.visibility</p:attrName>
                                        </p:attrNameLst>
                                      </p:cBhvr>
                                      <p:to>
                                        <p:strVal val="visible"/>
                                      </p:to>
                                    </p:set>
                                    <p:anim calcmode="lin" valueType="num">
                                      <p:cBhvr additive="base">
                                        <p:cTn id="17" dur="500" fill="hold"/>
                                        <p:tgtEl>
                                          <p:spTgt spid="6">
                                            <p:graphicEl>
                                              <a:dgm id="{A4E15E32-6BBA-4E97-A829-5DABA52064F2}"/>
                                            </p:graphicEl>
                                          </p:spTgt>
                                        </p:tgtEl>
                                        <p:attrNameLst>
                                          <p:attrName>ppt_x</p:attrName>
                                        </p:attrNameLst>
                                      </p:cBhvr>
                                      <p:tavLst>
                                        <p:tav tm="0">
                                          <p:val>
                                            <p:strVal val="#ppt_x"/>
                                          </p:val>
                                        </p:tav>
                                        <p:tav tm="100000">
                                          <p:val>
                                            <p:strVal val="#ppt_x"/>
                                          </p:val>
                                        </p:tav>
                                      </p:tavLst>
                                    </p:anim>
                                    <p:anim calcmode="lin" valueType="num">
                                      <p:cBhvr additive="base">
                                        <p:cTn id="18" dur="500" fill="hold"/>
                                        <p:tgtEl>
                                          <p:spTgt spid="6">
                                            <p:graphicEl>
                                              <a:dgm id="{A4E15E32-6BBA-4E97-A829-5DABA52064F2}"/>
                                            </p:graphic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6">
                                            <p:graphicEl>
                                              <a:dgm id="{E4227219-394E-4D34-B5A4-E99602AE2FF7}"/>
                                            </p:graphicEl>
                                          </p:spTgt>
                                        </p:tgtEl>
                                        <p:attrNameLst>
                                          <p:attrName>style.visibility</p:attrName>
                                        </p:attrNameLst>
                                      </p:cBhvr>
                                      <p:to>
                                        <p:strVal val="visible"/>
                                      </p:to>
                                    </p:set>
                                    <p:anim calcmode="lin" valueType="num">
                                      <p:cBhvr additive="base">
                                        <p:cTn id="23" dur="500" fill="hold"/>
                                        <p:tgtEl>
                                          <p:spTgt spid="6">
                                            <p:graphicEl>
                                              <a:dgm id="{E4227219-394E-4D34-B5A4-E99602AE2FF7}"/>
                                            </p:graphicEl>
                                          </p:spTgt>
                                        </p:tgtEl>
                                        <p:attrNameLst>
                                          <p:attrName>ppt_x</p:attrName>
                                        </p:attrNameLst>
                                      </p:cBhvr>
                                      <p:tavLst>
                                        <p:tav tm="0">
                                          <p:val>
                                            <p:strVal val="#ppt_x"/>
                                          </p:val>
                                        </p:tav>
                                        <p:tav tm="100000">
                                          <p:val>
                                            <p:strVal val="#ppt_x"/>
                                          </p:val>
                                        </p:tav>
                                      </p:tavLst>
                                    </p:anim>
                                    <p:anim calcmode="lin" valueType="num">
                                      <p:cBhvr additive="base">
                                        <p:cTn id="24" dur="500" fill="hold"/>
                                        <p:tgtEl>
                                          <p:spTgt spid="6">
                                            <p:graphicEl>
                                              <a:dgm id="{E4227219-394E-4D34-B5A4-E99602AE2FF7}"/>
                                            </p:graphic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6">
                                            <p:graphicEl>
                                              <a:dgm id="{C025FA35-8960-4678-A5C9-AF5D73BB6264}"/>
                                            </p:graphicEl>
                                          </p:spTgt>
                                        </p:tgtEl>
                                        <p:attrNameLst>
                                          <p:attrName>style.visibility</p:attrName>
                                        </p:attrNameLst>
                                      </p:cBhvr>
                                      <p:to>
                                        <p:strVal val="visible"/>
                                      </p:to>
                                    </p:set>
                                    <p:anim calcmode="lin" valueType="num">
                                      <p:cBhvr additive="base">
                                        <p:cTn id="27" dur="500" fill="hold"/>
                                        <p:tgtEl>
                                          <p:spTgt spid="6">
                                            <p:graphicEl>
                                              <a:dgm id="{C025FA35-8960-4678-A5C9-AF5D73BB6264}"/>
                                            </p:graphicEl>
                                          </p:spTgt>
                                        </p:tgtEl>
                                        <p:attrNameLst>
                                          <p:attrName>ppt_x</p:attrName>
                                        </p:attrNameLst>
                                      </p:cBhvr>
                                      <p:tavLst>
                                        <p:tav tm="0">
                                          <p:val>
                                            <p:strVal val="#ppt_x"/>
                                          </p:val>
                                        </p:tav>
                                        <p:tav tm="100000">
                                          <p:val>
                                            <p:strVal val="#ppt_x"/>
                                          </p:val>
                                        </p:tav>
                                      </p:tavLst>
                                    </p:anim>
                                    <p:anim calcmode="lin" valueType="num">
                                      <p:cBhvr additive="base">
                                        <p:cTn id="28" dur="500" fill="hold"/>
                                        <p:tgtEl>
                                          <p:spTgt spid="6">
                                            <p:graphicEl>
                                              <a:dgm id="{C025FA35-8960-4678-A5C9-AF5D73BB6264}"/>
                                            </p:graphic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6">
                                            <p:graphicEl>
                                              <a:dgm id="{B3A9080B-176F-4D5D-BA58-62B3BABFF471}"/>
                                            </p:graphicEl>
                                          </p:spTgt>
                                        </p:tgtEl>
                                        <p:attrNameLst>
                                          <p:attrName>style.visibility</p:attrName>
                                        </p:attrNameLst>
                                      </p:cBhvr>
                                      <p:to>
                                        <p:strVal val="visible"/>
                                      </p:to>
                                    </p:set>
                                    <p:anim calcmode="lin" valueType="num">
                                      <p:cBhvr additive="base">
                                        <p:cTn id="33" dur="500" fill="hold"/>
                                        <p:tgtEl>
                                          <p:spTgt spid="6">
                                            <p:graphicEl>
                                              <a:dgm id="{B3A9080B-176F-4D5D-BA58-62B3BABFF471}"/>
                                            </p:graphicEl>
                                          </p:spTgt>
                                        </p:tgtEl>
                                        <p:attrNameLst>
                                          <p:attrName>ppt_x</p:attrName>
                                        </p:attrNameLst>
                                      </p:cBhvr>
                                      <p:tavLst>
                                        <p:tav tm="0">
                                          <p:val>
                                            <p:strVal val="#ppt_x"/>
                                          </p:val>
                                        </p:tav>
                                        <p:tav tm="100000">
                                          <p:val>
                                            <p:strVal val="#ppt_x"/>
                                          </p:val>
                                        </p:tav>
                                      </p:tavLst>
                                    </p:anim>
                                    <p:anim calcmode="lin" valueType="num">
                                      <p:cBhvr additive="base">
                                        <p:cTn id="34" dur="500" fill="hold"/>
                                        <p:tgtEl>
                                          <p:spTgt spid="6">
                                            <p:graphicEl>
                                              <a:dgm id="{B3A9080B-176F-4D5D-BA58-62B3BABFF471}"/>
                                            </p:graphicEl>
                                          </p:spTgt>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6">
                                            <p:graphicEl>
                                              <a:dgm id="{1A4D5E31-D3DC-491A-97AC-C9ACA5156448}"/>
                                            </p:graphicEl>
                                          </p:spTgt>
                                        </p:tgtEl>
                                        <p:attrNameLst>
                                          <p:attrName>style.visibility</p:attrName>
                                        </p:attrNameLst>
                                      </p:cBhvr>
                                      <p:to>
                                        <p:strVal val="visible"/>
                                      </p:to>
                                    </p:set>
                                    <p:anim calcmode="lin" valueType="num">
                                      <p:cBhvr additive="base">
                                        <p:cTn id="37" dur="500" fill="hold"/>
                                        <p:tgtEl>
                                          <p:spTgt spid="6">
                                            <p:graphicEl>
                                              <a:dgm id="{1A4D5E31-D3DC-491A-97AC-C9ACA5156448}"/>
                                            </p:graphicEl>
                                          </p:spTgt>
                                        </p:tgtEl>
                                        <p:attrNameLst>
                                          <p:attrName>ppt_x</p:attrName>
                                        </p:attrNameLst>
                                      </p:cBhvr>
                                      <p:tavLst>
                                        <p:tav tm="0">
                                          <p:val>
                                            <p:strVal val="#ppt_x"/>
                                          </p:val>
                                        </p:tav>
                                        <p:tav tm="100000">
                                          <p:val>
                                            <p:strVal val="#ppt_x"/>
                                          </p:val>
                                        </p:tav>
                                      </p:tavLst>
                                    </p:anim>
                                    <p:anim calcmode="lin" valueType="num">
                                      <p:cBhvr additive="base">
                                        <p:cTn id="38" dur="500" fill="hold"/>
                                        <p:tgtEl>
                                          <p:spTgt spid="6">
                                            <p:graphicEl>
                                              <a:dgm id="{1A4D5E31-D3DC-491A-97AC-C9ACA5156448}"/>
                                            </p:graphic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6">
                                            <p:graphicEl>
                                              <a:dgm id="{318C9E2A-AFF0-440A-A4A8-0F6AF51E126F}"/>
                                            </p:graphicEl>
                                          </p:spTgt>
                                        </p:tgtEl>
                                        <p:attrNameLst>
                                          <p:attrName>style.visibility</p:attrName>
                                        </p:attrNameLst>
                                      </p:cBhvr>
                                      <p:to>
                                        <p:strVal val="visible"/>
                                      </p:to>
                                    </p:set>
                                    <p:anim calcmode="lin" valueType="num">
                                      <p:cBhvr additive="base">
                                        <p:cTn id="43" dur="500" fill="hold"/>
                                        <p:tgtEl>
                                          <p:spTgt spid="6">
                                            <p:graphicEl>
                                              <a:dgm id="{318C9E2A-AFF0-440A-A4A8-0F6AF51E126F}"/>
                                            </p:graphicEl>
                                          </p:spTgt>
                                        </p:tgtEl>
                                        <p:attrNameLst>
                                          <p:attrName>ppt_x</p:attrName>
                                        </p:attrNameLst>
                                      </p:cBhvr>
                                      <p:tavLst>
                                        <p:tav tm="0">
                                          <p:val>
                                            <p:strVal val="#ppt_x"/>
                                          </p:val>
                                        </p:tav>
                                        <p:tav tm="100000">
                                          <p:val>
                                            <p:strVal val="#ppt_x"/>
                                          </p:val>
                                        </p:tav>
                                      </p:tavLst>
                                    </p:anim>
                                    <p:anim calcmode="lin" valueType="num">
                                      <p:cBhvr additive="base">
                                        <p:cTn id="44" dur="500" fill="hold"/>
                                        <p:tgtEl>
                                          <p:spTgt spid="6">
                                            <p:graphicEl>
                                              <a:dgm id="{318C9E2A-AFF0-440A-A4A8-0F6AF51E126F}"/>
                                            </p:graphicEl>
                                          </p:spTgt>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6">
                                            <p:graphicEl>
                                              <a:dgm id="{41338540-80C2-4B13-844F-7FCD03FC9813}"/>
                                            </p:graphicEl>
                                          </p:spTgt>
                                        </p:tgtEl>
                                        <p:attrNameLst>
                                          <p:attrName>style.visibility</p:attrName>
                                        </p:attrNameLst>
                                      </p:cBhvr>
                                      <p:to>
                                        <p:strVal val="visible"/>
                                      </p:to>
                                    </p:set>
                                    <p:anim calcmode="lin" valueType="num">
                                      <p:cBhvr additive="base">
                                        <p:cTn id="47" dur="500" fill="hold"/>
                                        <p:tgtEl>
                                          <p:spTgt spid="6">
                                            <p:graphicEl>
                                              <a:dgm id="{41338540-80C2-4B13-844F-7FCD03FC9813}"/>
                                            </p:graphicEl>
                                          </p:spTgt>
                                        </p:tgtEl>
                                        <p:attrNameLst>
                                          <p:attrName>ppt_x</p:attrName>
                                        </p:attrNameLst>
                                      </p:cBhvr>
                                      <p:tavLst>
                                        <p:tav tm="0">
                                          <p:val>
                                            <p:strVal val="#ppt_x"/>
                                          </p:val>
                                        </p:tav>
                                        <p:tav tm="100000">
                                          <p:val>
                                            <p:strVal val="#ppt_x"/>
                                          </p:val>
                                        </p:tav>
                                      </p:tavLst>
                                    </p:anim>
                                    <p:anim calcmode="lin" valueType="num">
                                      <p:cBhvr additive="base">
                                        <p:cTn id="48" dur="500" fill="hold"/>
                                        <p:tgtEl>
                                          <p:spTgt spid="6">
                                            <p:graphicEl>
                                              <a:dgm id="{41338540-80C2-4B13-844F-7FCD03FC9813}"/>
                                            </p:graphicEl>
                                          </p:spTgt>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grpId="0" nodeType="clickEffect">
                                  <p:stCondLst>
                                    <p:cond delay="0"/>
                                  </p:stCondLst>
                                  <p:childTnLst>
                                    <p:set>
                                      <p:cBhvr>
                                        <p:cTn id="52" dur="1" fill="hold">
                                          <p:stCondLst>
                                            <p:cond delay="0"/>
                                          </p:stCondLst>
                                        </p:cTn>
                                        <p:tgtEl>
                                          <p:spTgt spid="6">
                                            <p:graphicEl>
                                              <a:dgm id="{F5A60A52-53C7-40BC-8FDF-32F02B49CB4A}"/>
                                            </p:graphicEl>
                                          </p:spTgt>
                                        </p:tgtEl>
                                        <p:attrNameLst>
                                          <p:attrName>style.visibility</p:attrName>
                                        </p:attrNameLst>
                                      </p:cBhvr>
                                      <p:to>
                                        <p:strVal val="visible"/>
                                      </p:to>
                                    </p:set>
                                    <p:anim calcmode="lin" valueType="num">
                                      <p:cBhvr additive="base">
                                        <p:cTn id="53" dur="500" fill="hold"/>
                                        <p:tgtEl>
                                          <p:spTgt spid="6">
                                            <p:graphicEl>
                                              <a:dgm id="{F5A60A52-53C7-40BC-8FDF-32F02B49CB4A}"/>
                                            </p:graphicEl>
                                          </p:spTgt>
                                        </p:tgtEl>
                                        <p:attrNameLst>
                                          <p:attrName>ppt_x</p:attrName>
                                        </p:attrNameLst>
                                      </p:cBhvr>
                                      <p:tavLst>
                                        <p:tav tm="0">
                                          <p:val>
                                            <p:strVal val="#ppt_x"/>
                                          </p:val>
                                        </p:tav>
                                        <p:tav tm="100000">
                                          <p:val>
                                            <p:strVal val="#ppt_x"/>
                                          </p:val>
                                        </p:tav>
                                      </p:tavLst>
                                    </p:anim>
                                    <p:anim calcmode="lin" valueType="num">
                                      <p:cBhvr additive="base">
                                        <p:cTn id="54" dur="500" fill="hold"/>
                                        <p:tgtEl>
                                          <p:spTgt spid="6">
                                            <p:graphicEl>
                                              <a:dgm id="{F5A60A52-53C7-40BC-8FDF-32F02B49CB4A}"/>
                                            </p:graphicEl>
                                          </p:spTgt>
                                        </p:tgtEl>
                                        <p:attrNameLst>
                                          <p:attrName>ppt_y</p:attrName>
                                        </p:attrNameLst>
                                      </p:cBhvr>
                                      <p:tavLst>
                                        <p:tav tm="0">
                                          <p:val>
                                            <p:strVal val="1+#ppt_h/2"/>
                                          </p:val>
                                        </p:tav>
                                        <p:tav tm="100000">
                                          <p:val>
                                            <p:strVal val="#ppt_y"/>
                                          </p:val>
                                        </p:tav>
                                      </p:tavLst>
                                    </p:anim>
                                  </p:childTnLst>
                                </p:cTn>
                              </p:par>
                              <p:par>
                                <p:cTn id="55" presetID="2" presetClass="entr" presetSubtype="4" fill="hold" grpId="0" nodeType="withEffect">
                                  <p:stCondLst>
                                    <p:cond delay="0"/>
                                  </p:stCondLst>
                                  <p:childTnLst>
                                    <p:set>
                                      <p:cBhvr>
                                        <p:cTn id="56" dur="1" fill="hold">
                                          <p:stCondLst>
                                            <p:cond delay="0"/>
                                          </p:stCondLst>
                                        </p:cTn>
                                        <p:tgtEl>
                                          <p:spTgt spid="6">
                                            <p:graphicEl>
                                              <a:dgm id="{63600684-EE3F-4649-B8ED-9933B69792AC}"/>
                                            </p:graphicEl>
                                          </p:spTgt>
                                        </p:tgtEl>
                                        <p:attrNameLst>
                                          <p:attrName>style.visibility</p:attrName>
                                        </p:attrNameLst>
                                      </p:cBhvr>
                                      <p:to>
                                        <p:strVal val="visible"/>
                                      </p:to>
                                    </p:set>
                                    <p:anim calcmode="lin" valueType="num">
                                      <p:cBhvr additive="base">
                                        <p:cTn id="57" dur="500" fill="hold"/>
                                        <p:tgtEl>
                                          <p:spTgt spid="6">
                                            <p:graphicEl>
                                              <a:dgm id="{63600684-EE3F-4649-B8ED-9933B69792AC}"/>
                                            </p:graphicEl>
                                          </p:spTgt>
                                        </p:tgtEl>
                                        <p:attrNameLst>
                                          <p:attrName>ppt_x</p:attrName>
                                        </p:attrNameLst>
                                      </p:cBhvr>
                                      <p:tavLst>
                                        <p:tav tm="0">
                                          <p:val>
                                            <p:strVal val="#ppt_x"/>
                                          </p:val>
                                        </p:tav>
                                        <p:tav tm="100000">
                                          <p:val>
                                            <p:strVal val="#ppt_x"/>
                                          </p:val>
                                        </p:tav>
                                      </p:tavLst>
                                    </p:anim>
                                    <p:anim calcmode="lin" valueType="num">
                                      <p:cBhvr additive="base">
                                        <p:cTn id="58" dur="500" fill="hold"/>
                                        <p:tgtEl>
                                          <p:spTgt spid="6">
                                            <p:graphicEl>
                                              <a:dgm id="{63600684-EE3F-4649-B8ED-9933B69792AC}"/>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Sub>
          <a:bldDgm bld="one"/>
        </p:bldSub>
      </p:bldGraphic>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p:cNvGraphicFramePr>
            <a:graphicFrameLocks noGrp="1"/>
          </p:cNvGraphicFramePr>
          <p:nvPr>
            <p:ph idx="4294967295"/>
            <p:extLst>
              <p:ext uri="{D42A27DB-BD31-4B8C-83A1-F6EECF244321}">
                <p14:modId xmlns:p14="http://schemas.microsoft.com/office/powerpoint/2010/main" val="3954897803"/>
              </p:ext>
            </p:extLst>
          </p:nvPr>
        </p:nvGraphicFramePr>
        <p:xfrm>
          <a:off x="1447800" y="2171700"/>
          <a:ext cx="14478000" cy="6858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itle 1"/>
          <p:cNvSpPr txBox="1">
            <a:spLocks/>
          </p:cNvSpPr>
          <p:nvPr/>
        </p:nvSpPr>
        <p:spPr>
          <a:xfrm>
            <a:off x="1280622" y="948916"/>
            <a:ext cx="11597177" cy="1021773"/>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GB" sz="4800" dirty="0">
                <a:solidFill>
                  <a:schemeClr val="tx2">
                    <a:lumMod val="75000"/>
                  </a:schemeClr>
                </a:solidFill>
                <a:latin typeface="Segoe UI 1" panose="020B0802040204020203" charset="0"/>
                <a:cs typeface="Segoe UI 1" panose="020B0802040204020203" charset="0"/>
              </a:rPr>
              <a:t>Functional Programming Language</a:t>
            </a:r>
            <a:endParaRPr lang="en-US" sz="4800" dirty="0">
              <a:solidFill>
                <a:schemeClr val="tx2">
                  <a:lumMod val="75000"/>
                </a:schemeClr>
              </a:solidFill>
              <a:latin typeface="Segoe UI 1" panose="020B0802040204020203" charset="0"/>
              <a:cs typeface="Segoe UI 1" panose="020B0802040204020203" charset="0"/>
            </a:endParaRPr>
          </a:p>
        </p:txBody>
      </p:sp>
      <p:grpSp>
        <p:nvGrpSpPr>
          <p:cNvPr id="5" name="Group 3">
            <a:extLst>
              <a:ext uri="{FF2B5EF4-FFF2-40B4-BE49-F238E27FC236}">
                <a16:creationId xmlns:a16="http://schemas.microsoft.com/office/drawing/2014/main" id="{3D418609-2F76-130E-14AE-86DEC5FB4D02}"/>
              </a:ext>
            </a:extLst>
          </p:cNvPr>
          <p:cNvGrpSpPr/>
          <p:nvPr/>
        </p:nvGrpSpPr>
        <p:grpSpPr>
          <a:xfrm>
            <a:off x="816554" y="1179444"/>
            <a:ext cx="424292" cy="424292"/>
            <a:chOff x="0" y="0"/>
            <a:chExt cx="812800" cy="812800"/>
          </a:xfrm>
        </p:grpSpPr>
        <p:sp>
          <p:nvSpPr>
            <p:cNvPr id="7" name="Freeform 4">
              <a:extLst>
                <a:ext uri="{FF2B5EF4-FFF2-40B4-BE49-F238E27FC236}">
                  <a16:creationId xmlns:a16="http://schemas.microsoft.com/office/drawing/2014/main" id="{542FE6D8-3CEA-4B3E-018E-CBC17A8C735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E3A6E"/>
            </a:solidFill>
          </p:spPr>
          <p:txBody>
            <a:bodyPr/>
            <a:lstStyle/>
            <a:p>
              <a:endParaRPr lang="en-US"/>
            </a:p>
          </p:txBody>
        </p:sp>
        <p:sp>
          <p:nvSpPr>
            <p:cNvPr id="8" name="TextBox 5">
              <a:extLst>
                <a:ext uri="{FF2B5EF4-FFF2-40B4-BE49-F238E27FC236}">
                  <a16:creationId xmlns:a16="http://schemas.microsoft.com/office/drawing/2014/main" id="{07CC5BB2-91A0-F498-3F38-46BAD0524608}"/>
                </a:ext>
              </a:extLst>
            </p:cNvPr>
            <p:cNvSpPr txBox="1"/>
            <p:nvPr/>
          </p:nvSpPr>
          <p:spPr>
            <a:xfrm>
              <a:off x="76200" y="28575"/>
              <a:ext cx="660400" cy="708025"/>
            </a:xfrm>
            <a:prstGeom prst="rect">
              <a:avLst/>
            </a:prstGeom>
          </p:spPr>
          <p:txBody>
            <a:bodyPr lIns="50800" tIns="50800" rIns="50800" bIns="50800" rtlCol="0" anchor="ctr"/>
            <a:lstStyle/>
            <a:p>
              <a:pPr algn="ctr">
                <a:lnSpc>
                  <a:spcPts val="2239"/>
                </a:lnSpc>
              </a:pPr>
              <a:endParaRPr/>
            </a:p>
          </p:txBody>
        </p:sp>
      </p:grpSp>
    </p:spTree>
    <p:extLst>
      <p:ext uri="{BB962C8B-B14F-4D97-AF65-F5344CB8AC3E}">
        <p14:creationId xmlns:p14="http://schemas.microsoft.com/office/powerpoint/2010/main" val="88506993"/>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graphicEl>
                                              <a:dgm id="{A7B267C9-167A-449F-BB96-EA41B23B10E3}"/>
                                            </p:graphicEl>
                                          </p:spTgt>
                                        </p:tgtEl>
                                        <p:attrNameLst>
                                          <p:attrName>style.visibility</p:attrName>
                                        </p:attrNameLst>
                                      </p:cBhvr>
                                      <p:to>
                                        <p:strVal val="visible"/>
                                      </p:to>
                                    </p:set>
                                    <p:anim calcmode="lin" valueType="num">
                                      <p:cBhvr additive="base">
                                        <p:cTn id="7" dur="500" fill="hold"/>
                                        <p:tgtEl>
                                          <p:spTgt spid="6">
                                            <p:graphicEl>
                                              <a:dgm id="{A7B267C9-167A-449F-BB96-EA41B23B10E3}"/>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graphicEl>
                                              <a:dgm id="{A7B267C9-167A-449F-BB96-EA41B23B10E3}"/>
                                            </p:graphic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6">
                                            <p:graphicEl>
                                              <a:dgm id="{BF8AE755-1367-4904-B2A0-AC3BB6D64F80}"/>
                                            </p:graphicEl>
                                          </p:spTgt>
                                        </p:tgtEl>
                                        <p:attrNameLst>
                                          <p:attrName>style.visibility</p:attrName>
                                        </p:attrNameLst>
                                      </p:cBhvr>
                                      <p:to>
                                        <p:strVal val="visible"/>
                                      </p:to>
                                    </p:set>
                                    <p:anim calcmode="lin" valueType="num">
                                      <p:cBhvr additive="base">
                                        <p:cTn id="11" dur="500" fill="hold"/>
                                        <p:tgtEl>
                                          <p:spTgt spid="6">
                                            <p:graphicEl>
                                              <a:dgm id="{BF8AE755-1367-4904-B2A0-AC3BB6D64F80}"/>
                                            </p:graphicEl>
                                          </p:spTgt>
                                        </p:tgtEl>
                                        <p:attrNameLst>
                                          <p:attrName>ppt_x</p:attrName>
                                        </p:attrNameLst>
                                      </p:cBhvr>
                                      <p:tavLst>
                                        <p:tav tm="0">
                                          <p:val>
                                            <p:strVal val="#ppt_x"/>
                                          </p:val>
                                        </p:tav>
                                        <p:tav tm="100000">
                                          <p:val>
                                            <p:strVal val="#ppt_x"/>
                                          </p:val>
                                        </p:tav>
                                      </p:tavLst>
                                    </p:anim>
                                    <p:anim calcmode="lin" valueType="num">
                                      <p:cBhvr additive="base">
                                        <p:cTn id="12" dur="500" fill="hold"/>
                                        <p:tgtEl>
                                          <p:spTgt spid="6">
                                            <p:graphicEl>
                                              <a:dgm id="{BF8AE755-1367-4904-B2A0-AC3BB6D64F80}"/>
                                            </p:graphic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6">
                                            <p:graphicEl>
                                              <a:dgm id="{F0BD2C63-9220-4588-AC85-45F42D0AA3EC}"/>
                                            </p:graphicEl>
                                          </p:spTgt>
                                        </p:tgtEl>
                                        <p:attrNameLst>
                                          <p:attrName>style.visibility</p:attrName>
                                        </p:attrNameLst>
                                      </p:cBhvr>
                                      <p:to>
                                        <p:strVal val="visible"/>
                                      </p:to>
                                    </p:set>
                                    <p:anim calcmode="lin" valueType="num">
                                      <p:cBhvr additive="base">
                                        <p:cTn id="17" dur="500" fill="hold"/>
                                        <p:tgtEl>
                                          <p:spTgt spid="6">
                                            <p:graphicEl>
                                              <a:dgm id="{F0BD2C63-9220-4588-AC85-45F42D0AA3EC}"/>
                                            </p:graphicEl>
                                          </p:spTgt>
                                        </p:tgtEl>
                                        <p:attrNameLst>
                                          <p:attrName>ppt_x</p:attrName>
                                        </p:attrNameLst>
                                      </p:cBhvr>
                                      <p:tavLst>
                                        <p:tav tm="0">
                                          <p:val>
                                            <p:strVal val="#ppt_x"/>
                                          </p:val>
                                        </p:tav>
                                        <p:tav tm="100000">
                                          <p:val>
                                            <p:strVal val="#ppt_x"/>
                                          </p:val>
                                        </p:tav>
                                      </p:tavLst>
                                    </p:anim>
                                    <p:anim calcmode="lin" valueType="num">
                                      <p:cBhvr additive="base">
                                        <p:cTn id="18" dur="500" fill="hold"/>
                                        <p:tgtEl>
                                          <p:spTgt spid="6">
                                            <p:graphicEl>
                                              <a:dgm id="{F0BD2C63-9220-4588-AC85-45F42D0AA3EC}"/>
                                            </p:graphic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6">
                                            <p:graphicEl>
                                              <a:dgm id="{0EDDE23B-70B0-45CB-A434-80C7D056227A}"/>
                                            </p:graphicEl>
                                          </p:spTgt>
                                        </p:tgtEl>
                                        <p:attrNameLst>
                                          <p:attrName>style.visibility</p:attrName>
                                        </p:attrNameLst>
                                      </p:cBhvr>
                                      <p:to>
                                        <p:strVal val="visible"/>
                                      </p:to>
                                    </p:set>
                                    <p:anim calcmode="lin" valueType="num">
                                      <p:cBhvr additive="base">
                                        <p:cTn id="21" dur="500" fill="hold"/>
                                        <p:tgtEl>
                                          <p:spTgt spid="6">
                                            <p:graphicEl>
                                              <a:dgm id="{0EDDE23B-70B0-45CB-A434-80C7D056227A}"/>
                                            </p:graphicEl>
                                          </p:spTgt>
                                        </p:tgtEl>
                                        <p:attrNameLst>
                                          <p:attrName>ppt_x</p:attrName>
                                        </p:attrNameLst>
                                      </p:cBhvr>
                                      <p:tavLst>
                                        <p:tav tm="0">
                                          <p:val>
                                            <p:strVal val="#ppt_x"/>
                                          </p:val>
                                        </p:tav>
                                        <p:tav tm="100000">
                                          <p:val>
                                            <p:strVal val="#ppt_x"/>
                                          </p:val>
                                        </p:tav>
                                      </p:tavLst>
                                    </p:anim>
                                    <p:anim calcmode="lin" valueType="num">
                                      <p:cBhvr additive="base">
                                        <p:cTn id="22" dur="500" fill="hold"/>
                                        <p:tgtEl>
                                          <p:spTgt spid="6">
                                            <p:graphicEl>
                                              <a:dgm id="{0EDDE23B-70B0-45CB-A434-80C7D056227A}"/>
                                            </p:graphic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6">
                                            <p:graphicEl>
                                              <a:dgm id="{952EB24A-E6AA-4EB3-9628-6DA3F6DA5085}"/>
                                            </p:graphicEl>
                                          </p:spTgt>
                                        </p:tgtEl>
                                        <p:attrNameLst>
                                          <p:attrName>style.visibility</p:attrName>
                                        </p:attrNameLst>
                                      </p:cBhvr>
                                      <p:to>
                                        <p:strVal val="visible"/>
                                      </p:to>
                                    </p:set>
                                    <p:anim calcmode="lin" valueType="num">
                                      <p:cBhvr additive="base">
                                        <p:cTn id="27" dur="500" fill="hold"/>
                                        <p:tgtEl>
                                          <p:spTgt spid="6">
                                            <p:graphicEl>
                                              <a:dgm id="{952EB24A-E6AA-4EB3-9628-6DA3F6DA5085}"/>
                                            </p:graphicEl>
                                          </p:spTgt>
                                        </p:tgtEl>
                                        <p:attrNameLst>
                                          <p:attrName>ppt_x</p:attrName>
                                        </p:attrNameLst>
                                      </p:cBhvr>
                                      <p:tavLst>
                                        <p:tav tm="0">
                                          <p:val>
                                            <p:strVal val="#ppt_x"/>
                                          </p:val>
                                        </p:tav>
                                        <p:tav tm="100000">
                                          <p:val>
                                            <p:strVal val="#ppt_x"/>
                                          </p:val>
                                        </p:tav>
                                      </p:tavLst>
                                    </p:anim>
                                    <p:anim calcmode="lin" valueType="num">
                                      <p:cBhvr additive="base">
                                        <p:cTn id="28" dur="500" fill="hold"/>
                                        <p:tgtEl>
                                          <p:spTgt spid="6">
                                            <p:graphicEl>
                                              <a:dgm id="{952EB24A-E6AA-4EB3-9628-6DA3F6DA5085}"/>
                                            </p:graphic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6">
                                            <p:graphicEl>
                                              <a:dgm id="{CBB4B7EE-D584-4DDE-BE84-37B6801CE312}"/>
                                            </p:graphicEl>
                                          </p:spTgt>
                                        </p:tgtEl>
                                        <p:attrNameLst>
                                          <p:attrName>style.visibility</p:attrName>
                                        </p:attrNameLst>
                                      </p:cBhvr>
                                      <p:to>
                                        <p:strVal val="visible"/>
                                      </p:to>
                                    </p:set>
                                    <p:anim calcmode="lin" valueType="num">
                                      <p:cBhvr additive="base">
                                        <p:cTn id="31" dur="500" fill="hold"/>
                                        <p:tgtEl>
                                          <p:spTgt spid="6">
                                            <p:graphicEl>
                                              <a:dgm id="{CBB4B7EE-D584-4DDE-BE84-37B6801CE312}"/>
                                            </p:graphicEl>
                                          </p:spTgt>
                                        </p:tgtEl>
                                        <p:attrNameLst>
                                          <p:attrName>ppt_x</p:attrName>
                                        </p:attrNameLst>
                                      </p:cBhvr>
                                      <p:tavLst>
                                        <p:tav tm="0">
                                          <p:val>
                                            <p:strVal val="#ppt_x"/>
                                          </p:val>
                                        </p:tav>
                                        <p:tav tm="100000">
                                          <p:val>
                                            <p:strVal val="#ppt_x"/>
                                          </p:val>
                                        </p:tav>
                                      </p:tavLst>
                                    </p:anim>
                                    <p:anim calcmode="lin" valueType="num">
                                      <p:cBhvr additive="base">
                                        <p:cTn id="32" dur="500" fill="hold"/>
                                        <p:tgtEl>
                                          <p:spTgt spid="6">
                                            <p:graphicEl>
                                              <a:dgm id="{CBB4B7EE-D584-4DDE-BE84-37B6801CE312}"/>
                                            </p:graphic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6">
                                            <p:graphicEl>
                                              <a:dgm id="{D611B2DE-3C1C-46AC-8EAC-7ECE3F8A29FF}"/>
                                            </p:graphicEl>
                                          </p:spTgt>
                                        </p:tgtEl>
                                        <p:attrNameLst>
                                          <p:attrName>style.visibility</p:attrName>
                                        </p:attrNameLst>
                                      </p:cBhvr>
                                      <p:to>
                                        <p:strVal val="visible"/>
                                      </p:to>
                                    </p:set>
                                    <p:anim calcmode="lin" valueType="num">
                                      <p:cBhvr additive="base">
                                        <p:cTn id="37" dur="500" fill="hold"/>
                                        <p:tgtEl>
                                          <p:spTgt spid="6">
                                            <p:graphicEl>
                                              <a:dgm id="{D611B2DE-3C1C-46AC-8EAC-7ECE3F8A29FF}"/>
                                            </p:graphicEl>
                                          </p:spTgt>
                                        </p:tgtEl>
                                        <p:attrNameLst>
                                          <p:attrName>ppt_x</p:attrName>
                                        </p:attrNameLst>
                                      </p:cBhvr>
                                      <p:tavLst>
                                        <p:tav tm="0">
                                          <p:val>
                                            <p:strVal val="#ppt_x"/>
                                          </p:val>
                                        </p:tav>
                                        <p:tav tm="100000">
                                          <p:val>
                                            <p:strVal val="#ppt_x"/>
                                          </p:val>
                                        </p:tav>
                                      </p:tavLst>
                                    </p:anim>
                                    <p:anim calcmode="lin" valueType="num">
                                      <p:cBhvr additive="base">
                                        <p:cTn id="38" dur="500" fill="hold"/>
                                        <p:tgtEl>
                                          <p:spTgt spid="6">
                                            <p:graphicEl>
                                              <a:dgm id="{D611B2DE-3C1C-46AC-8EAC-7ECE3F8A29FF}"/>
                                            </p:graphicEl>
                                          </p:spTgt>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6">
                                            <p:graphicEl>
                                              <a:dgm id="{CB3F306A-794B-4C2F-B665-7AE46CCA285A}"/>
                                            </p:graphicEl>
                                          </p:spTgt>
                                        </p:tgtEl>
                                        <p:attrNameLst>
                                          <p:attrName>style.visibility</p:attrName>
                                        </p:attrNameLst>
                                      </p:cBhvr>
                                      <p:to>
                                        <p:strVal val="visible"/>
                                      </p:to>
                                    </p:set>
                                    <p:anim calcmode="lin" valueType="num">
                                      <p:cBhvr additive="base">
                                        <p:cTn id="41" dur="500" fill="hold"/>
                                        <p:tgtEl>
                                          <p:spTgt spid="6">
                                            <p:graphicEl>
                                              <a:dgm id="{CB3F306A-794B-4C2F-B665-7AE46CCA285A}"/>
                                            </p:graphicEl>
                                          </p:spTgt>
                                        </p:tgtEl>
                                        <p:attrNameLst>
                                          <p:attrName>ppt_x</p:attrName>
                                        </p:attrNameLst>
                                      </p:cBhvr>
                                      <p:tavLst>
                                        <p:tav tm="0">
                                          <p:val>
                                            <p:strVal val="#ppt_x"/>
                                          </p:val>
                                        </p:tav>
                                        <p:tav tm="100000">
                                          <p:val>
                                            <p:strVal val="#ppt_x"/>
                                          </p:val>
                                        </p:tav>
                                      </p:tavLst>
                                    </p:anim>
                                    <p:anim calcmode="lin" valueType="num">
                                      <p:cBhvr additive="base">
                                        <p:cTn id="42" dur="500" fill="hold"/>
                                        <p:tgtEl>
                                          <p:spTgt spid="6">
                                            <p:graphicEl>
                                              <a:dgm id="{CB3F306A-794B-4C2F-B665-7AE46CCA285A}"/>
                                            </p:graphicEl>
                                          </p:spTgt>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6">
                                            <p:graphicEl>
                                              <a:dgm id="{B06BA2D1-05FF-4630-B021-E9E6F22D98BE}"/>
                                            </p:graphicEl>
                                          </p:spTgt>
                                        </p:tgtEl>
                                        <p:attrNameLst>
                                          <p:attrName>style.visibility</p:attrName>
                                        </p:attrNameLst>
                                      </p:cBhvr>
                                      <p:to>
                                        <p:strVal val="visible"/>
                                      </p:to>
                                    </p:set>
                                    <p:anim calcmode="lin" valueType="num">
                                      <p:cBhvr additive="base">
                                        <p:cTn id="47" dur="500" fill="hold"/>
                                        <p:tgtEl>
                                          <p:spTgt spid="6">
                                            <p:graphicEl>
                                              <a:dgm id="{B06BA2D1-05FF-4630-B021-E9E6F22D98BE}"/>
                                            </p:graphicEl>
                                          </p:spTgt>
                                        </p:tgtEl>
                                        <p:attrNameLst>
                                          <p:attrName>ppt_x</p:attrName>
                                        </p:attrNameLst>
                                      </p:cBhvr>
                                      <p:tavLst>
                                        <p:tav tm="0">
                                          <p:val>
                                            <p:strVal val="#ppt_x"/>
                                          </p:val>
                                        </p:tav>
                                        <p:tav tm="100000">
                                          <p:val>
                                            <p:strVal val="#ppt_x"/>
                                          </p:val>
                                        </p:tav>
                                      </p:tavLst>
                                    </p:anim>
                                    <p:anim calcmode="lin" valueType="num">
                                      <p:cBhvr additive="base">
                                        <p:cTn id="48" dur="500" fill="hold"/>
                                        <p:tgtEl>
                                          <p:spTgt spid="6">
                                            <p:graphicEl>
                                              <a:dgm id="{B06BA2D1-05FF-4630-B021-E9E6F22D98BE}"/>
                                            </p:graphicEl>
                                          </p:spTgt>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6">
                                            <p:graphicEl>
                                              <a:dgm id="{3773BC90-456E-46EA-9351-DE3E1470A014}"/>
                                            </p:graphicEl>
                                          </p:spTgt>
                                        </p:tgtEl>
                                        <p:attrNameLst>
                                          <p:attrName>style.visibility</p:attrName>
                                        </p:attrNameLst>
                                      </p:cBhvr>
                                      <p:to>
                                        <p:strVal val="visible"/>
                                      </p:to>
                                    </p:set>
                                    <p:anim calcmode="lin" valueType="num">
                                      <p:cBhvr additive="base">
                                        <p:cTn id="51" dur="500" fill="hold"/>
                                        <p:tgtEl>
                                          <p:spTgt spid="6">
                                            <p:graphicEl>
                                              <a:dgm id="{3773BC90-456E-46EA-9351-DE3E1470A014}"/>
                                            </p:graphicEl>
                                          </p:spTgt>
                                        </p:tgtEl>
                                        <p:attrNameLst>
                                          <p:attrName>ppt_x</p:attrName>
                                        </p:attrNameLst>
                                      </p:cBhvr>
                                      <p:tavLst>
                                        <p:tav tm="0">
                                          <p:val>
                                            <p:strVal val="#ppt_x"/>
                                          </p:val>
                                        </p:tav>
                                        <p:tav tm="100000">
                                          <p:val>
                                            <p:strVal val="#ppt_x"/>
                                          </p:val>
                                        </p:tav>
                                      </p:tavLst>
                                    </p:anim>
                                    <p:anim calcmode="lin" valueType="num">
                                      <p:cBhvr additive="base">
                                        <p:cTn id="52" dur="500" fill="hold"/>
                                        <p:tgtEl>
                                          <p:spTgt spid="6">
                                            <p:graphicEl>
                                              <a:dgm id="{3773BC90-456E-46EA-9351-DE3E1470A014}"/>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Sub>
          <a:bldDgm bld="lvlOne"/>
        </p:bldSub>
      </p:bldGraphic>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p:cNvGraphicFramePr>
            <a:graphicFrameLocks noGrp="1"/>
          </p:cNvGraphicFramePr>
          <p:nvPr>
            <p:ph idx="4294967295"/>
            <p:extLst>
              <p:ext uri="{D42A27DB-BD31-4B8C-83A1-F6EECF244321}">
                <p14:modId xmlns:p14="http://schemas.microsoft.com/office/powerpoint/2010/main" val="2284314471"/>
              </p:ext>
            </p:extLst>
          </p:nvPr>
        </p:nvGraphicFramePr>
        <p:xfrm>
          <a:off x="1600200" y="2247899"/>
          <a:ext cx="15316200" cy="699611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itle 1"/>
          <p:cNvSpPr txBox="1">
            <a:spLocks/>
          </p:cNvSpPr>
          <p:nvPr/>
        </p:nvSpPr>
        <p:spPr>
          <a:xfrm>
            <a:off x="1280623" y="948916"/>
            <a:ext cx="6356780" cy="1021773"/>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GB" sz="4800" dirty="0">
                <a:solidFill>
                  <a:schemeClr val="tx2">
                    <a:lumMod val="75000"/>
                  </a:schemeClr>
                </a:solidFill>
                <a:latin typeface="Segoe UI 1" panose="020B0802040204020203" charset="0"/>
                <a:cs typeface="Segoe UI 1" panose="020B0802040204020203" charset="0"/>
              </a:rPr>
              <a:t>Characteristics of FP</a:t>
            </a:r>
            <a:endParaRPr lang="en-US" sz="4800" dirty="0">
              <a:solidFill>
                <a:schemeClr val="tx2">
                  <a:lumMod val="75000"/>
                </a:schemeClr>
              </a:solidFill>
              <a:latin typeface="Segoe UI 1" panose="020B0802040204020203" charset="0"/>
              <a:cs typeface="Segoe UI 1" panose="020B0802040204020203" charset="0"/>
            </a:endParaRPr>
          </a:p>
        </p:txBody>
      </p:sp>
      <p:grpSp>
        <p:nvGrpSpPr>
          <p:cNvPr id="5" name="Group 3">
            <a:extLst>
              <a:ext uri="{FF2B5EF4-FFF2-40B4-BE49-F238E27FC236}">
                <a16:creationId xmlns:a16="http://schemas.microsoft.com/office/drawing/2014/main" id="{3D418609-2F76-130E-14AE-86DEC5FB4D02}"/>
              </a:ext>
            </a:extLst>
          </p:cNvPr>
          <p:cNvGrpSpPr/>
          <p:nvPr/>
        </p:nvGrpSpPr>
        <p:grpSpPr>
          <a:xfrm>
            <a:off x="816554" y="1179444"/>
            <a:ext cx="424292" cy="424292"/>
            <a:chOff x="0" y="0"/>
            <a:chExt cx="812800" cy="812800"/>
          </a:xfrm>
        </p:grpSpPr>
        <p:sp>
          <p:nvSpPr>
            <p:cNvPr id="7" name="Freeform 4">
              <a:extLst>
                <a:ext uri="{FF2B5EF4-FFF2-40B4-BE49-F238E27FC236}">
                  <a16:creationId xmlns:a16="http://schemas.microsoft.com/office/drawing/2014/main" id="{542FE6D8-3CEA-4B3E-018E-CBC17A8C735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E3A6E"/>
            </a:solidFill>
          </p:spPr>
          <p:txBody>
            <a:bodyPr/>
            <a:lstStyle/>
            <a:p>
              <a:endParaRPr lang="en-US"/>
            </a:p>
          </p:txBody>
        </p:sp>
        <p:sp>
          <p:nvSpPr>
            <p:cNvPr id="8" name="TextBox 5">
              <a:extLst>
                <a:ext uri="{FF2B5EF4-FFF2-40B4-BE49-F238E27FC236}">
                  <a16:creationId xmlns:a16="http://schemas.microsoft.com/office/drawing/2014/main" id="{07CC5BB2-91A0-F498-3F38-46BAD0524608}"/>
                </a:ext>
              </a:extLst>
            </p:cNvPr>
            <p:cNvSpPr txBox="1"/>
            <p:nvPr/>
          </p:nvSpPr>
          <p:spPr>
            <a:xfrm>
              <a:off x="76200" y="28575"/>
              <a:ext cx="660400" cy="708025"/>
            </a:xfrm>
            <a:prstGeom prst="rect">
              <a:avLst/>
            </a:prstGeom>
          </p:spPr>
          <p:txBody>
            <a:bodyPr lIns="50800" tIns="50800" rIns="50800" bIns="50800" rtlCol="0" anchor="ctr"/>
            <a:lstStyle/>
            <a:p>
              <a:pPr algn="ctr">
                <a:lnSpc>
                  <a:spcPts val="2239"/>
                </a:lnSpc>
              </a:pPr>
              <a:endParaRPr/>
            </a:p>
          </p:txBody>
        </p:sp>
      </p:grpSp>
    </p:spTree>
    <p:extLst>
      <p:ext uri="{BB962C8B-B14F-4D97-AF65-F5344CB8AC3E}">
        <p14:creationId xmlns:p14="http://schemas.microsoft.com/office/powerpoint/2010/main" val="2618395413"/>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3" fill="hold" grpId="0" nodeType="clickEffect">
                                  <p:stCondLst>
                                    <p:cond delay="0"/>
                                  </p:stCondLst>
                                  <p:childTnLst>
                                    <p:set>
                                      <p:cBhvr>
                                        <p:cTn id="6" dur="1" fill="hold">
                                          <p:stCondLst>
                                            <p:cond delay="0"/>
                                          </p:stCondLst>
                                        </p:cTn>
                                        <p:tgtEl>
                                          <p:spTgt spid="6">
                                            <p:graphicEl>
                                              <a:dgm id="{76718EC4-7305-46F0-B948-65B87134DE01}"/>
                                            </p:graphicEl>
                                          </p:spTgt>
                                        </p:tgtEl>
                                        <p:attrNameLst>
                                          <p:attrName>style.visibility</p:attrName>
                                        </p:attrNameLst>
                                      </p:cBhvr>
                                      <p:to>
                                        <p:strVal val="visible"/>
                                      </p:to>
                                    </p:set>
                                    <p:anim calcmode="lin" valueType="num">
                                      <p:cBhvr additive="base">
                                        <p:cTn id="7" dur="500" fill="hold"/>
                                        <p:tgtEl>
                                          <p:spTgt spid="6">
                                            <p:graphicEl>
                                              <a:dgm id="{76718EC4-7305-46F0-B948-65B87134DE01}"/>
                                            </p:graphicEl>
                                          </p:spTgt>
                                        </p:tgtEl>
                                        <p:attrNameLst>
                                          <p:attrName>ppt_x</p:attrName>
                                        </p:attrNameLst>
                                      </p:cBhvr>
                                      <p:tavLst>
                                        <p:tav tm="0">
                                          <p:val>
                                            <p:strVal val="1+#ppt_w/2"/>
                                          </p:val>
                                        </p:tav>
                                        <p:tav tm="100000">
                                          <p:val>
                                            <p:strVal val="#ppt_x"/>
                                          </p:val>
                                        </p:tav>
                                      </p:tavLst>
                                    </p:anim>
                                    <p:anim calcmode="lin" valueType="num">
                                      <p:cBhvr additive="base">
                                        <p:cTn id="8" dur="500" fill="hold"/>
                                        <p:tgtEl>
                                          <p:spTgt spid="6">
                                            <p:graphicEl>
                                              <a:dgm id="{76718EC4-7305-46F0-B948-65B87134DE01}"/>
                                            </p:graphicEl>
                                          </p:spTgt>
                                        </p:tgtEl>
                                        <p:attrNameLst>
                                          <p:attrName>ppt_y</p:attrName>
                                        </p:attrNameLst>
                                      </p:cBhvr>
                                      <p:tavLst>
                                        <p:tav tm="0">
                                          <p:val>
                                            <p:strVal val="0-#ppt_h/2"/>
                                          </p:val>
                                        </p:tav>
                                        <p:tav tm="100000">
                                          <p:val>
                                            <p:strVal val="#ppt_y"/>
                                          </p:val>
                                        </p:tav>
                                      </p:tavLst>
                                    </p:anim>
                                  </p:childTnLst>
                                </p:cTn>
                              </p:par>
                              <p:par>
                                <p:cTn id="9" presetID="2" presetClass="entr" presetSubtype="3" fill="hold" grpId="0" nodeType="withEffect">
                                  <p:stCondLst>
                                    <p:cond delay="0"/>
                                  </p:stCondLst>
                                  <p:childTnLst>
                                    <p:set>
                                      <p:cBhvr>
                                        <p:cTn id="10" dur="1" fill="hold">
                                          <p:stCondLst>
                                            <p:cond delay="0"/>
                                          </p:stCondLst>
                                        </p:cTn>
                                        <p:tgtEl>
                                          <p:spTgt spid="6">
                                            <p:graphicEl>
                                              <a:dgm id="{05F0F642-F31D-4755-A861-32A216E688AB}"/>
                                            </p:graphicEl>
                                          </p:spTgt>
                                        </p:tgtEl>
                                        <p:attrNameLst>
                                          <p:attrName>style.visibility</p:attrName>
                                        </p:attrNameLst>
                                      </p:cBhvr>
                                      <p:to>
                                        <p:strVal val="visible"/>
                                      </p:to>
                                    </p:set>
                                    <p:anim calcmode="lin" valueType="num">
                                      <p:cBhvr additive="base">
                                        <p:cTn id="11" dur="500" fill="hold"/>
                                        <p:tgtEl>
                                          <p:spTgt spid="6">
                                            <p:graphicEl>
                                              <a:dgm id="{05F0F642-F31D-4755-A861-32A216E688AB}"/>
                                            </p:graphicEl>
                                          </p:spTgt>
                                        </p:tgtEl>
                                        <p:attrNameLst>
                                          <p:attrName>ppt_x</p:attrName>
                                        </p:attrNameLst>
                                      </p:cBhvr>
                                      <p:tavLst>
                                        <p:tav tm="0">
                                          <p:val>
                                            <p:strVal val="1+#ppt_w/2"/>
                                          </p:val>
                                        </p:tav>
                                        <p:tav tm="100000">
                                          <p:val>
                                            <p:strVal val="#ppt_x"/>
                                          </p:val>
                                        </p:tav>
                                      </p:tavLst>
                                    </p:anim>
                                    <p:anim calcmode="lin" valueType="num">
                                      <p:cBhvr additive="base">
                                        <p:cTn id="12" dur="500" fill="hold"/>
                                        <p:tgtEl>
                                          <p:spTgt spid="6">
                                            <p:graphicEl>
                                              <a:dgm id="{05F0F642-F31D-4755-A861-32A216E688AB}"/>
                                            </p:graphicEl>
                                          </p:spTgt>
                                        </p:tgtEl>
                                        <p:attrNameLst>
                                          <p:attrName>ppt_y</p:attrName>
                                        </p:attrNameLst>
                                      </p:cBhvr>
                                      <p:tavLst>
                                        <p:tav tm="0">
                                          <p:val>
                                            <p:strVal val="0-#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3" fill="hold" grpId="0" nodeType="clickEffect">
                                  <p:stCondLst>
                                    <p:cond delay="0"/>
                                  </p:stCondLst>
                                  <p:childTnLst>
                                    <p:set>
                                      <p:cBhvr>
                                        <p:cTn id="16" dur="1" fill="hold">
                                          <p:stCondLst>
                                            <p:cond delay="0"/>
                                          </p:stCondLst>
                                        </p:cTn>
                                        <p:tgtEl>
                                          <p:spTgt spid="6">
                                            <p:graphicEl>
                                              <a:dgm id="{F0C7F817-5D08-45EB-9679-25EB48BE7CFD}"/>
                                            </p:graphicEl>
                                          </p:spTgt>
                                        </p:tgtEl>
                                        <p:attrNameLst>
                                          <p:attrName>style.visibility</p:attrName>
                                        </p:attrNameLst>
                                      </p:cBhvr>
                                      <p:to>
                                        <p:strVal val="visible"/>
                                      </p:to>
                                    </p:set>
                                    <p:anim calcmode="lin" valueType="num">
                                      <p:cBhvr additive="base">
                                        <p:cTn id="17" dur="500" fill="hold"/>
                                        <p:tgtEl>
                                          <p:spTgt spid="6">
                                            <p:graphicEl>
                                              <a:dgm id="{F0C7F817-5D08-45EB-9679-25EB48BE7CFD}"/>
                                            </p:graphicEl>
                                          </p:spTgt>
                                        </p:tgtEl>
                                        <p:attrNameLst>
                                          <p:attrName>ppt_x</p:attrName>
                                        </p:attrNameLst>
                                      </p:cBhvr>
                                      <p:tavLst>
                                        <p:tav tm="0">
                                          <p:val>
                                            <p:strVal val="1+#ppt_w/2"/>
                                          </p:val>
                                        </p:tav>
                                        <p:tav tm="100000">
                                          <p:val>
                                            <p:strVal val="#ppt_x"/>
                                          </p:val>
                                        </p:tav>
                                      </p:tavLst>
                                    </p:anim>
                                    <p:anim calcmode="lin" valueType="num">
                                      <p:cBhvr additive="base">
                                        <p:cTn id="18" dur="500" fill="hold"/>
                                        <p:tgtEl>
                                          <p:spTgt spid="6">
                                            <p:graphicEl>
                                              <a:dgm id="{F0C7F817-5D08-45EB-9679-25EB48BE7CFD}"/>
                                            </p:graphicEl>
                                          </p:spTgt>
                                        </p:tgtEl>
                                        <p:attrNameLst>
                                          <p:attrName>ppt_y</p:attrName>
                                        </p:attrNameLst>
                                      </p:cBhvr>
                                      <p:tavLst>
                                        <p:tav tm="0">
                                          <p:val>
                                            <p:strVal val="0-#ppt_h/2"/>
                                          </p:val>
                                        </p:tav>
                                        <p:tav tm="100000">
                                          <p:val>
                                            <p:strVal val="#ppt_y"/>
                                          </p:val>
                                        </p:tav>
                                      </p:tavLst>
                                    </p:anim>
                                  </p:childTnLst>
                                </p:cTn>
                              </p:par>
                              <p:par>
                                <p:cTn id="19" presetID="2" presetClass="entr" presetSubtype="3" fill="hold" grpId="0" nodeType="withEffect">
                                  <p:stCondLst>
                                    <p:cond delay="0"/>
                                  </p:stCondLst>
                                  <p:childTnLst>
                                    <p:set>
                                      <p:cBhvr>
                                        <p:cTn id="20" dur="1" fill="hold">
                                          <p:stCondLst>
                                            <p:cond delay="0"/>
                                          </p:stCondLst>
                                        </p:cTn>
                                        <p:tgtEl>
                                          <p:spTgt spid="6">
                                            <p:graphicEl>
                                              <a:dgm id="{BCE25BC2-6643-40F8-ADCB-E44386E9D550}"/>
                                            </p:graphicEl>
                                          </p:spTgt>
                                        </p:tgtEl>
                                        <p:attrNameLst>
                                          <p:attrName>style.visibility</p:attrName>
                                        </p:attrNameLst>
                                      </p:cBhvr>
                                      <p:to>
                                        <p:strVal val="visible"/>
                                      </p:to>
                                    </p:set>
                                    <p:anim calcmode="lin" valueType="num">
                                      <p:cBhvr additive="base">
                                        <p:cTn id="21" dur="500" fill="hold"/>
                                        <p:tgtEl>
                                          <p:spTgt spid="6">
                                            <p:graphicEl>
                                              <a:dgm id="{BCE25BC2-6643-40F8-ADCB-E44386E9D550}"/>
                                            </p:graphicEl>
                                          </p:spTgt>
                                        </p:tgtEl>
                                        <p:attrNameLst>
                                          <p:attrName>ppt_x</p:attrName>
                                        </p:attrNameLst>
                                      </p:cBhvr>
                                      <p:tavLst>
                                        <p:tav tm="0">
                                          <p:val>
                                            <p:strVal val="1+#ppt_w/2"/>
                                          </p:val>
                                        </p:tav>
                                        <p:tav tm="100000">
                                          <p:val>
                                            <p:strVal val="#ppt_x"/>
                                          </p:val>
                                        </p:tav>
                                      </p:tavLst>
                                    </p:anim>
                                    <p:anim calcmode="lin" valueType="num">
                                      <p:cBhvr additive="base">
                                        <p:cTn id="22" dur="500" fill="hold"/>
                                        <p:tgtEl>
                                          <p:spTgt spid="6">
                                            <p:graphicEl>
                                              <a:dgm id="{BCE25BC2-6643-40F8-ADCB-E44386E9D550}"/>
                                            </p:graphicEl>
                                          </p:spTgt>
                                        </p:tgtEl>
                                        <p:attrNameLst>
                                          <p:attrName>ppt_y</p:attrName>
                                        </p:attrNameLst>
                                      </p:cBhvr>
                                      <p:tavLst>
                                        <p:tav tm="0">
                                          <p:val>
                                            <p:strVal val="0-#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3" fill="hold" grpId="0" nodeType="clickEffect">
                                  <p:stCondLst>
                                    <p:cond delay="0"/>
                                  </p:stCondLst>
                                  <p:childTnLst>
                                    <p:set>
                                      <p:cBhvr>
                                        <p:cTn id="26" dur="1" fill="hold">
                                          <p:stCondLst>
                                            <p:cond delay="0"/>
                                          </p:stCondLst>
                                        </p:cTn>
                                        <p:tgtEl>
                                          <p:spTgt spid="6">
                                            <p:graphicEl>
                                              <a:dgm id="{B85F97C3-8175-4824-9636-8635278A4DC0}"/>
                                            </p:graphicEl>
                                          </p:spTgt>
                                        </p:tgtEl>
                                        <p:attrNameLst>
                                          <p:attrName>style.visibility</p:attrName>
                                        </p:attrNameLst>
                                      </p:cBhvr>
                                      <p:to>
                                        <p:strVal val="visible"/>
                                      </p:to>
                                    </p:set>
                                    <p:anim calcmode="lin" valueType="num">
                                      <p:cBhvr additive="base">
                                        <p:cTn id="27" dur="500" fill="hold"/>
                                        <p:tgtEl>
                                          <p:spTgt spid="6">
                                            <p:graphicEl>
                                              <a:dgm id="{B85F97C3-8175-4824-9636-8635278A4DC0}"/>
                                            </p:graphicEl>
                                          </p:spTgt>
                                        </p:tgtEl>
                                        <p:attrNameLst>
                                          <p:attrName>ppt_x</p:attrName>
                                        </p:attrNameLst>
                                      </p:cBhvr>
                                      <p:tavLst>
                                        <p:tav tm="0">
                                          <p:val>
                                            <p:strVal val="1+#ppt_w/2"/>
                                          </p:val>
                                        </p:tav>
                                        <p:tav tm="100000">
                                          <p:val>
                                            <p:strVal val="#ppt_x"/>
                                          </p:val>
                                        </p:tav>
                                      </p:tavLst>
                                    </p:anim>
                                    <p:anim calcmode="lin" valueType="num">
                                      <p:cBhvr additive="base">
                                        <p:cTn id="28" dur="500" fill="hold"/>
                                        <p:tgtEl>
                                          <p:spTgt spid="6">
                                            <p:graphicEl>
                                              <a:dgm id="{B85F97C3-8175-4824-9636-8635278A4DC0}"/>
                                            </p:graphicEl>
                                          </p:spTgt>
                                        </p:tgtEl>
                                        <p:attrNameLst>
                                          <p:attrName>ppt_y</p:attrName>
                                        </p:attrNameLst>
                                      </p:cBhvr>
                                      <p:tavLst>
                                        <p:tav tm="0">
                                          <p:val>
                                            <p:strVal val="0-#ppt_h/2"/>
                                          </p:val>
                                        </p:tav>
                                        <p:tav tm="100000">
                                          <p:val>
                                            <p:strVal val="#ppt_y"/>
                                          </p:val>
                                        </p:tav>
                                      </p:tavLst>
                                    </p:anim>
                                  </p:childTnLst>
                                </p:cTn>
                              </p:par>
                              <p:par>
                                <p:cTn id="29" presetID="2" presetClass="entr" presetSubtype="3" fill="hold" grpId="0" nodeType="withEffect">
                                  <p:stCondLst>
                                    <p:cond delay="0"/>
                                  </p:stCondLst>
                                  <p:childTnLst>
                                    <p:set>
                                      <p:cBhvr>
                                        <p:cTn id="30" dur="1" fill="hold">
                                          <p:stCondLst>
                                            <p:cond delay="0"/>
                                          </p:stCondLst>
                                        </p:cTn>
                                        <p:tgtEl>
                                          <p:spTgt spid="6">
                                            <p:graphicEl>
                                              <a:dgm id="{5B7C35A6-ECFD-4850-A922-2CF57C4D9E79}"/>
                                            </p:graphicEl>
                                          </p:spTgt>
                                        </p:tgtEl>
                                        <p:attrNameLst>
                                          <p:attrName>style.visibility</p:attrName>
                                        </p:attrNameLst>
                                      </p:cBhvr>
                                      <p:to>
                                        <p:strVal val="visible"/>
                                      </p:to>
                                    </p:set>
                                    <p:anim calcmode="lin" valueType="num">
                                      <p:cBhvr additive="base">
                                        <p:cTn id="31" dur="500" fill="hold"/>
                                        <p:tgtEl>
                                          <p:spTgt spid="6">
                                            <p:graphicEl>
                                              <a:dgm id="{5B7C35A6-ECFD-4850-A922-2CF57C4D9E79}"/>
                                            </p:graphic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6">
                                            <p:graphicEl>
                                              <a:dgm id="{5B7C35A6-ECFD-4850-A922-2CF57C4D9E79}"/>
                                            </p:graphicEl>
                                          </p:spTgt>
                                        </p:tgtEl>
                                        <p:attrNameLst>
                                          <p:attrName>ppt_y</p:attrName>
                                        </p:attrNameLst>
                                      </p:cBhvr>
                                      <p:tavLst>
                                        <p:tav tm="0">
                                          <p:val>
                                            <p:strVal val="0-#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3" fill="hold" grpId="0" nodeType="clickEffect">
                                  <p:stCondLst>
                                    <p:cond delay="0"/>
                                  </p:stCondLst>
                                  <p:childTnLst>
                                    <p:set>
                                      <p:cBhvr>
                                        <p:cTn id="36" dur="1" fill="hold">
                                          <p:stCondLst>
                                            <p:cond delay="0"/>
                                          </p:stCondLst>
                                        </p:cTn>
                                        <p:tgtEl>
                                          <p:spTgt spid="6">
                                            <p:graphicEl>
                                              <a:dgm id="{52802B68-B47C-4DAD-903C-DDE925C392DE}"/>
                                            </p:graphicEl>
                                          </p:spTgt>
                                        </p:tgtEl>
                                        <p:attrNameLst>
                                          <p:attrName>style.visibility</p:attrName>
                                        </p:attrNameLst>
                                      </p:cBhvr>
                                      <p:to>
                                        <p:strVal val="visible"/>
                                      </p:to>
                                    </p:set>
                                    <p:anim calcmode="lin" valueType="num">
                                      <p:cBhvr additive="base">
                                        <p:cTn id="37" dur="500" fill="hold"/>
                                        <p:tgtEl>
                                          <p:spTgt spid="6">
                                            <p:graphicEl>
                                              <a:dgm id="{52802B68-B47C-4DAD-903C-DDE925C392DE}"/>
                                            </p:graphic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6">
                                            <p:graphicEl>
                                              <a:dgm id="{52802B68-B47C-4DAD-903C-DDE925C392DE}"/>
                                            </p:graphicEl>
                                          </p:spTgt>
                                        </p:tgtEl>
                                        <p:attrNameLst>
                                          <p:attrName>ppt_y</p:attrName>
                                        </p:attrNameLst>
                                      </p:cBhvr>
                                      <p:tavLst>
                                        <p:tav tm="0">
                                          <p:val>
                                            <p:strVal val="0-#ppt_h/2"/>
                                          </p:val>
                                        </p:tav>
                                        <p:tav tm="100000">
                                          <p:val>
                                            <p:strVal val="#ppt_y"/>
                                          </p:val>
                                        </p:tav>
                                      </p:tavLst>
                                    </p:anim>
                                  </p:childTnLst>
                                </p:cTn>
                              </p:par>
                              <p:par>
                                <p:cTn id="39" presetID="2" presetClass="entr" presetSubtype="3" fill="hold" grpId="0" nodeType="withEffect">
                                  <p:stCondLst>
                                    <p:cond delay="0"/>
                                  </p:stCondLst>
                                  <p:childTnLst>
                                    <p:set>
                                      <p:cBhvr>
                                        <p:cTn id="40" dur="1" fill="hold">
                                          <p:stCondLst>
                                            <p:cond delay="0"/>
                                          </p:stCondLst>
                                        </p:cTn>
                                        <p:tgtEl>
                                          <p:spTgt spid="6">
                                            <p:graphicEl>
                                              <a:dgm id="{9FD097B2-6FB2-41BE-94B1-3212A2046F21}"/>
                                            </p:graphicEl>
                                          </p:spTgt>
                                        </p:tgtEl>
                                        <p:attrNameLst>
                                          <p:attrName>style.visibility</p:attrName>
                                        </p:attrNameLst>
                                      </p:cBhvr>
                                      <p:to>
                                        <p:strVal val="visible"/>
                                      </p:to>
                                    </p:set>
                                    <p:anim calcmode="lin" valueType="num">
                                      <p:cBhvr additive="base">
                                        <p:cTn id="41" dur="500" fill="hold"/>
                                        <p:tgtEl>
                                          <p:spTgt spid="6">
                                            <p:graphicEl>
                                              <a:dgm id="{9FD097B2-6FB2-41BE-94B1-3212A2046F21}"/>
                                            </p:graphicEl>
                                          </p:spTgt>
                                        </p:tgtEl>
                                        <p:attrNameLst>
                                          <p:attrName>ppt_x</p:attrName>
                                        </p:attrNameLst>
                                      </p:cBhvr>
                                      <p:tavLst>
                                        <p:tav tm="0">
                                          <p:val>
                                            <p:strVal val="1+#ppt_w/2"/>
                                          </p:val>
                                        </p:tav>
                                        <p:tav tm="100000">
                                          <p:val>
                                            <p:strVal val="#ppt_x"/>
                                          </p:val>
                                        </p:tav>
                                      </p:tavLst>
                                    </p:anim>
                                    <p:anim calcmode="lin" valueType="num">
                                      <p:cBhvr additive="base">
                                        <p:cTn id="42" dur="500" fill="hold"/>
                                        <p:tgtEl>
                                          <p:spTgt spid="6">
                                            <p:graphicEl>
                                              <a:dgm id="{9FD097B2-6FB2-41BE-94B1-3212A2046F21}"/>
                                            </p:graphicEl>
                                          </p:spTgt>
                                        </p:tgtEl>
                                        <p:attrNameLst>
                                          <p:attrName>ppt_y</p:attrName>
                                        </p:attrNameLst>
                                      </p:cBhvr>
                                      <p:tavLst>
                                        <p:tav tm="0">
                                          <p:val>
                                            <p:strVal val="0-#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3" fill="hold" grpId="0" nodeType="clickEffect">
                                  <p:stCondLst>
                                    <p:cond delay="0"/>
                                  </p:stCondLst>
                                  <p:childTnLst>
                                    <p:set>
                                      <p:cBhvr>
                                        <p:cTn id="46" dur="1" fill="hold">
                                          <p:stCondLst>
                                            <p:cond delay="0"/>
                                          </p:stCondLst>
                                        </p:cTn>
                                        <p:tgtEl>
                                          <p:spTgt spid="6">
                                            <p:graphicEl>
                                              <a:dgm id="{696C75A0-DF65-4BA8-AD59-6DA134D3E339}"/>
                                            </p:graphicEl>
                                          </p:spTgt>
                                        </p:tgtEl>
                                        <p:attrNameLst>
                                          <p:attrName>style.visibility</p:attrName>
                                        </p:attrNameLst>
                                      </p:cBhvr>
                                      <p:to>
                                        <p:strVal val="visible"/>
                                      </p:to>
                                    </p:set>
                                    <p:anim calcmode="lin" valueType="num">
                                      <p:cBhvr additive="base">
                                        <p:cTn id="47" dur="500" fill="hold"/>
                                        <p:tgtEl>
                                          <p:spTgt spid="6">
                                            <p:graphicEl>
                                              <a:dgm id="{696C75A0-DF65-4BA8-AD59-6DA134D3E339}"/>
                                            </p:graphicEl>
                                          </p:spTgt>
                                        </p:tgtEl>
                                        <p:attrNameLst>
                                          <p:attrName>ppt_x</p:attrName>
                                        </p:attrNameLst>
                                      </p:cBhvr>
                                      <p:tavLst>
                                        <p:tav tm="0">
                                          <p:val>
                                            <p:strVal val="1+#ppt_w/2"/>
                                          </p:val>
                                        </p:tav>
                                        <p:tav tm="100000">
                                          <p:val>
                                            <p:strVal val="#ppt_x"/>
                                          </p:val>
                                        </p:tav>
                                      </p:tavLst>
                                    </p:anim>
                                    <p:anim calcmode="lin" valueType="num">
                                      <p:cBhvr additive="base">
                                        <p:cTn id="48" dur="500" fill="hold"/>
                                        <p:tgtEl>
                                          <p:spTgt spid="6">
                                            <p:graphicEl>
                                              <a:dgm id="{696C75A0-DF65-4BA8-AD59-6DA134D3E339}"/>
                                            </p:graphicEl>
                                          </p:spTgt>
                                        </p:tgtEl>
                                        <p:attrNameLst>
                                          <p:attrName>ppt_y</p:attrName>
                                        </p:attrNameLst>
                                      </p:cBhvr>
                                      <p:tavLst>
                                        <p:tav tm="0">
                                          <p:val>
                                            <p:strVal val="0-#ppt_h/2"/>
                                          </p:val>
                                        </p:tav>
                                        <p:tav tm="100000">
                                          <p:val>
                                            <p:strVal val="#ppt_y"/>
                                          </p:val>
                                        </p:tav>
                                      </p:tavLst>
                                    </p:anim>
                                  </p:childTnLst>
                                </p:cTn>
                              </p:par>
                              <p:par>
                                <p:cTn id="49" presetID="2" presetClass="entr" presetSubtype="3" fill="hold" grpId="0" nodeType="withEffect">
                                  <p:stCondLst>
                                    <p:cond delay="0"/>
                                  </p:stCondLst>
                                  <p:childTnLst>
                                    <p:set>
                                      <p:cBhvr>
                                        <p:cTn id="50" dur="1" fill="hold">
                                          <p:stCondLst>
                                            <p:cond delay="0"/>
                                          </p:stCondLst>
                                        </p:cTn>
                                        <p:tgtEl>
                                          <p:spTgt spid="6">
                                            <p:graphicEl>
                                              <a:dgm id="{342F630E-B07D-4117-A6F3-ED4E02F3A807}"/>
                                            </p:graphicEl>
                                          </p:spTgt>
                                        </p:tgtEl>
                                        <p:attrNameLst>
                                          <p:attrName>style.visibility</p:attrName>
                                        </p:attrNameLst>
                                      </p:cBhvr>
                                      <p:to>
                                        <p:strVal val="visible"/>
                                      </p:to>
                                    </p:set>
                                    <p:anim calcmode="lin" valueType="num">
                                      <p:cBhvr additive="base">
                                        <p:cTn id="51" dur="500" fill="hold"/>
                                        <p:tgtEl>
                                          <p:spTgt spid="6">
                                            <p:graphicEl>
                                              <a:dgm id="{342F630E-B07D-4117-A6F3-ED4E02F3A807}"/>
                                            </p:graphicEl>
                                          </p:spTgt>
                                        </p:tgtEl>
                                        <p:attrNameLst>
                                          <p:attrName>ppt_x</p:attrName>
                                        </p:attrNameLst>
                                      </p:cBhvr>
                                      <p:tavLst>
                                        <p:tav tm="0">
                                          <p:val>
                                            <p:strVal val="1+#ppt_w/2"/>
                                          </p:val>
                                        </p:tav>
                                        <p:tav tm="100000">
                                          <p:val>
                                            <p:strVal val="#ppt_x"/>
                                          </p:val>
                                        </p:tav>
                                      </p:tavLst>
                                    </p:anim>
                                    <p:anim calcmode="lin" valueType="num">
                                      <p:cBhvr additive="base">
                                        <p:cTn id="52" dur="500" fill="hold"/>
                                        <p:tgtEl>
                                          <p:spTgt spid="6">
                                            <p:graphicEl>
                                              <a:dgm id="{342F630E-B07D-4117-A6F3-ED4E02F3A807}"/>
                                            </p:graphicEl>
                                          </p:spTgt>
                                        </p:tgtEl>
                                        <p:attrNameLst>
                                          <p:attrName>ppt_y</p:attrName>
                                        </p:attrNameLst>
                                      </p:cBhvr>
                                      <p:tavLst>
                                        <p:tav tm="0">
                                          <p:val>
                                            <p:strVal val="0-#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3" fill="hold" grpId="0" nodeType="clickEffect">
                                  <p:stCondLst>
                                    <p:cond delay="0"/>
                                  </p:stCondLst>
                                  <p:childTnLst>
                                    <p:set>
                                      <p:cBhvr>
                                        <p:cTn id="56" dur="1" fill="hold">
                                          <p:stCondLst>
                                            <p:cond delay="0"/>
                                          </p:stCondLst>
                                        </p:cTn>
                                        <p:tgtEl>
                                          <p:spTgt spid="6">
                                            <p:graphicEl>
                                              <a:dgm id="{AE640401-95BB-403B-A2CB-5E4D8ABBB175}"/>
                                            </p:graphicEl>
                                          </p:spTgt>
                                        </p:tgtEl>
                                        <p:attrNameLst>
                                          <p:attrName>style.visibility</p:attrName>
                                        </p:attrNameLst>
                                      </p:cBhvr>
                                      <p:to>
                                        <p:strVal val="visible"/>
                                      </p:to>
                                    </p:set>
                                    <p:anim calcmode="lin" valueType="num">
                                      <p:cBhvr additive="base">
                                        <p:cTn id="57" dur="500" fill="hold"/>
                                        <p:tgtEl>
                                          <p:spTgt spid="6">
                                            <p:graphicEl>
                                              <a:dgm id="{AE640401-95BB-403B-A2CB-5E4D8ABBB175}"/>
                                            </p:graphicEl>
                                          </p:spTgt>
                                        </p:tgtEl>
                                        <p:attrNameLst>
                                          <p:attrName>ppt_x</p:attrName>
                                        </p:attrNameLst>
                                      </p:cBhvr>
                                      <p:tavLst>
                                        <p:tav tm="0">
                                          <p:val>
                                            <p:strVal val="1+#ppt_w/2"/>
                                          </p:val>
                                        </p:tav>
                                        <p:tav tm="100000">
                                          <p:val>
                                            <p:strVal val="#ppt_x"/>
                                          </p:val>
                                        </p:tav>
                                      </p:tavLst>
                                    </p:anim>
                                    <p:anim calcmode="lin" valueType="num">
                                      <p:cBhvr additive="base">
                                        <p:cTn id="58" dur="500" fill="hold"/>
                                        <p:tgtEl>
                                          <p:spTgt spid="6">
                                            <p:graphicEl>
                                              <a:dgm id="{AE640401-95BB-403B-A2CB-5E4D8ABBB175}"/>
                                            </p:graphicEl>
                                          </p:spTgt>
                                        </p:tgtEl>
                                        <p:attrNameLst>
                                          <p:attrName>ppt_y</p:attrName>
                                        </p:attrNameLst>
                                      </p:cBhvr>
                                      <p:tavLst>
                                        <p:tav tm="0">
                                          <p:val>
                                            <p:strVal val="0-#ppt_h/2"/>
                                          </p:val>
                                        </p:tav>
                                        <p:tav tm="100000">
                                          <p:val>
                                            <p:strVal val="#ppt_y"/>
                                          </p:val>
                                        </p:tav>
                                      </p:tavLst>
                                    </p:anim>
                                  </p:childTnLst>
                                </p:cTn>
                              </p:par>
                              <p:par>
                                <p:cTn id="59" presetID="2" presetClass="entr" presetSubtype="3" fill="hold" grpId="0" nodeType="withEffect">
                                  <p:stCondLst>
                                    <p:cond delay="0"/>
                                  </p:stCondLst>
                                  <p:childTnLst>
                                    <p:set>
                                      <p:cBhvr>
                                        <p:cTn id="60" dur="1" fill="hold">
                                          <p:stCondLst>
                                            <p:cond delay="0"/>
                                          </p:stCondLst>
                                        </p:cTn>
                                        <p:tgtEl>
                                          <p:spTgt spid="6">
                                            <p:graphicEl>
                                              <a:dgm id="{B13ECAD1-6554-4B7B-89BB-1933FD8C413F}"/>
                                            </p:graphicEl>
                                          </p:spTgt>
                                        </p:tgtEl>
                                        <p:attrNameLst>
                                          <p:attrName>style.visibility</p:attrName>
                                        </p:attrNameLst>
                                      </p:cBhvr>
                                      <p:to>
                                        <p:strVal val="visible"/>
                                      </p:to>
                                    </p:set>
                                    <p:anim calcmode="lin" valueType="num">
                                      <p:cBhvr additive="base">
                                        <p:cTn id="61" dur="500" fill="hold"/>
                                        <p:tgtEl>
                                          <p:spTgt spid="6">
                                            <p:graphicEl>
                                              <a:dgm id="{B13ECAD1-6554-4B7B-89BB-1933FD8C413F}"/>
                                            </p:graphicEl>
                                          </p:spTgt>
                                        </p:tgtEl>
                                        <p:attrNameLst>
                                          <p:attrName>ppt_x</p:attrName>
                                        </p:attrNameLst>
                                      </p:cBhvr>
                                      <p:tavLst>
                                        <p:tav tm="0">
                                          <p:val>
                                            <p:strVal val="1+#ppt_w/2"/>
                                          </p:val>
                                        </p:tav>
                                        <p:tav tm="100000">
                                          <p:val>
                                            <p:strVal val="#ppt_x"/>
                                          </p:val>
                                        </p:tav>
                                      </p:tavLst>
                                    </p:anim>
                                    <p:anim calcmode="lin" valueType="num">
                                      <p:cBhvr additive="base">
                                        <p:cTn id="62" dur="500" fill="hold"/>
                                        <p:tgtEl>
                                          <p:spTgt spid="6">
                                            <p:graphicEl>
                                              <a:dgm id="{B13ECAD1-6554-4B7B-89BB-1933FD8C413F}"/>
                                            </p:graphicEl>
                                          </p:spTgt>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Sub>
          <a:bldDgm bld="one"/>
        </p:bldSub>
      </p:bldGraphic>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p:cNvGraphicFramePr>
            <a:graphicFrameLocks noGrp="1"/>
          </p:cNvGraphicFramePr>
          <p:nvPr>
            <p:ph idx="4294967295"/>
            <p:extLst>
              <p:ext uri="{D42A27DB-BD31-4B8C-83A1-F6EECF244321}">
                <p14:modId xmlns:p14="http://schemas.microsoft.com/office/powerpoint/2010/main" val="1237001114"/>
              </p:ext>
            </p:extLst>
          </p:nvPr>
        </p:nvGraphicFramePr>
        <p:xfrm>
          <a:off x="1280623" y="2247900"/>
          <a:ext cx="16169177" cy="5638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itle 1"/>
          <p:cNvSpPr txBox="1">
            <a:spLocks/>
          </p:cNvSpPr>
          <p:nvPr/>
        </p:nvSpPr>
        <p:spPr>
          <a:xfrm>
            <a:off x="1280623" y="948916"/>
            <a:ext cx="6356780" cy="1021773"/>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GB" sz="4800" dirty="0">
                <a:solidFill>
                  <a:schemeClr val="tx2">
                    <a:lumMod val="75000"/>
                  </a:schemeClr>
                </a:solidFill>
                <a:latin typeface="Segoe UI 1" panose="020B0802040204020203" charset="0"/>
                <a:cs typeface="Segoe UI 1" panose="020B0802040204020203" charset="0"/>
              </a:rPr>
              <a:t>Benefits of FP</a:t>
            </a:r>
            <a:endParaRPr lang="en-US" sz="4800" dirty="0">
              <a:solidFill>
                <a:schemeClr val="tx2">
                  <a:lumMod val="75000"/>
                </a:schemeClr>
              </a:solidFill>
              <a:latin typeface="Segoe UI 1" panose="020B0802040204020203" charset="0"/>
              <a:cs typeface="Segoe UI 1" panose="020B0802040204020203" charset="0"/>
            </a:endParaRPr>
          </a:p>
        </p:txBody>
      </p:sp>
      <p:grpSp>
        <p:nvGrpSpPr>
          <p:cNvPr id="5" name="Group 3">
            <a:extLst>
              <a:ext uri="{FF2B5EF4-FFF2-40B4-BE49-F238E27FC236}">
                <a16:creationId xmlns:a16="http://schemas.microsoft.com/office/drawing/2014/main" id="{3D418609-2F76-130E-14AE-86DEC5FB4D02}"/>
              </a:ext>
            </a:extLst>
          </p:cNvPr>
          <p:cNvGrpSpPr/>
          <p:nvPr/>
        </p:nvGrpSpPr>
        <p:grpSpPr>
          <a:xfrm>
            <a:off x="816554" y="1179444"/>
            <a:ext cx="424292" cy="424292"/>
            <a:chOff x="0" y="0"/>
            <a:chExt cx="812800" cy="812800"/>
          </a:xfrm>
        </p:grpSpPr>
        <p:sp>
          <p:nvSpPr>
            <p:cNvPr id="7" name="Freeform 4">
              <a:extLst>
                <a:ext uri="{FF2B5EF4-FFF2-40B4-BE49-F238E27FC236}">
                  <a16:creationId xmlns:a16="http://schemas.microsoft.com/office/drawing/2014/main" id="{542FE6D8-3CEA-4B3E-018E-CBC17A8C735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E3A6E"/>
            </a:solidFill>
          </p:spPr>
          <p:txBody>
            <a:bodyPr/>
            <a:lstStyle/>
            <a:p>
              <a:endParaRPr lang="en-US"/>
            </a:p>
          </p:txBody>
        </p:sp>
        <p:sp>
          <p:nvSpPr>
            <p:cNvPr id="8" name="TextBox 5">
              <a:extLst>
                <a:ext uri="{FF2B5EF4-FFF2-40B4-BE49-F238E27FC236}">
                  <a16:creationId xmlns:a16="http://schemas.microsoft.com/office/drawing/2014/main" id="{07CC5BB2-91A0-F498-3F38-46BAD0524608}"/>
                </a:ext>
              </a:extLst>
            </p:cNvPr>
            <p:cNvSpPr txBox="1"/>
            <p:nvPr/>
          </p:nvSpPr>
          <p:spPr>
            <a:xfrm>
              <a:off x="76200" y="28575"/>
              <a:ext cx="660400" cy="708025"/>
            </a:xfrm>
            <a:prstGeom prst="rect">
              <a:avLst/>
            </a:prstGeom>
          </p:spPr>
          <p:txBody>
            <a:bodyPr lIns="50800" tIns="50800" rIns="50800" bIns="50800" rtlCol="0" anchor="ctr"/>
            <a:lstStyle/>
            <a:p>
              <a:pPr algn="ctr">
                <a:lnSpc>
                  <a:spcPts val="2239"/>
                </a:lnSpc>
              </a:pPr>
              <a:endParaRPr/>
            </a:p>
          </p:txBody>
        </p:sp>
      </p:grpSp>
    </p:spTree>
    <p:extLst>
      <p:ext uri="{BB962C8B-B14F-4D97-AF65-F5344CB8AC3E}">
        <p14:creationId xmlns:p14="http://schemas.microsoft.com/office/powerpoint/2010/main" val="716314372"/>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
                                            <p:graphicEl>
                                              <a:dgm id="{3F8F5652-127F-464C-B53F-95437300DC73}"/>
                                            </p:graphicEl>
                                          </p:spTgt>
                                        </p:tgtEl>
                                        <p:attrNameLst>
                                          <p:attrName>style.visibility</p:attrName>
                                        </p:attrNameLst>
                                      </p:cBhvr>
                                      <p:to>
                                        <p:strVal val="visible"/>
                                      </p:to>
                                    </p:set>
                                    <p:anim calcmode="lin" valueType="num">
                                      <p:cBhvr additive="base">
                                        <p:cTn id="7" dur="500" fill="hold"/>
                                        <p:tgtEl>
                                          <p:spTgt spid="6">
                                            <p:graphicEl>
                                              <a:dgm id="{3F8F5652-127F-464C-B53F-95437300DC73}"/>
                                            </p:graphicEl>
                                          </p:spTgt>
                                        </p:tgtEl>
                                        <p:attrNameLst>
                                          <p:attrName>ppt_x</p:attrName>
                                        </p:attrNameLst>
                                      </p:cBhvr>
                                      <p:tavLst>
                                        <p:tav tm="0">
                                          <p:val>
                                            <p:strVal val="0-#ppt_w/2"/>
                                          </p:val>
                                        </p:tav>
                                        <p:tav tm="100000">
                                          <p:val>
                                            <p:strVal val="#ppt_x"/>
                                          </p:val>
                                        </p:tav>
                                      </p:tavLst>
                                    </p:anim>
                                    <p:anim calcmode="lin" valueType="num">
                                      <p:cBhvr additive="base">
                                        <p:cTn id="8" dur="500" fill="hold"/>
                                        <p:tgtEl>
                                          <p:spTgt spid="6">
                                            <p:graphicEl>
                                              <a:dgm id="{3F8F5652-127F-464C-B53F-95437300DC73}"/>
                                            </p:graphic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6">
                                            <p:graphicEl>
                                              <a:dgm id="{9554161C-983D-43C0-B42B-34FDB20E8CFB}"/>
                                            </p:graphicEl>
                                          </p:spTgt>
                                        </p:tgtEl>
                                        <p:attrNameLst>
                                          <p:attrName>style.visibility</p:attrName>
                                        </p:attrNameLst>
                                      </p:cBhvr>
                                      <p:to>
                                        <p:strVal val="visible"/>
                                      </p:to>
                                    </p:set>
                                    <p:anim calcmode="lin" valueType="num">
                                      <p:cBhvr additive="base">
                                        <p:cTn id="13" dur="500" fill="hold"/>
                                        <p:tgtEl>
                                          <p:spTgt spid="6">
                                            <p:graphicEl>
                                              <a:dgm id="{9554161C-983D-43C0-B42B-34FDB20E8CFB}"/>
                                            </p:graphic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6">
                                            <p:graphicEl>
                                              <a:dgm id="{9554161C-983D-43C0-B42B-34FDB20E8CFB}"/>
                                            </p:graphicEl>
                                          </p:spTgt>
                                        </p:tgtEl>
                                        <p:attrNameLst>
                                          <p:attrName>ppt_y</p:attrName>
                                        </p:attrNameLst>
                                      </p:cBhvr>
                                      <p:tavLst>
                                        <p:tav tm="0">
                                          <p:val>
                                            <p:strVal val="#ppt_y"/>
                                          </p:val>
                                        </p:tav>
                                        <p:tav tm="100000">
                                          <p:val>
                                            <p:strVal val="#ppt_y"/>
                                          </p:val>
                                        </p:tav>
                                      </p:tavLst>
                                    </p:anim>
                                  </p:childTnLst>
                                </p:cTn>
                              </p:par>
                              <p:par>
                                <p:cTn id="15" presetID="2" presetClass="entr" presetSubtype="8" fill="hold" grpId="0" nodeType="withEffect">
                                  <p:stCondLst>
                                    <p:cond delay="0"/>
                                  </p:stCondLst>
                                  <p:childTnLst>
                                    <p:set>
                                      <p:cBhvr>
                                        <p:cTn id="16" dur="1" fill="hold">
                                          <p:stCondLst>
                                            <p:cond delay="0"/>
                                          </p:stCondLst>
                                        </p:cTn>
                                        <p:tgtEl>
                                          <p:spTgt spid="6">
                                            <p:graphicEl>
                                              <a:dgm id="{872ECAA5-C6FE-4005-BB8D-C2533CE70AF2}"/>
                                            </p:graphicEl>
                                          </p:spTgt>
                                        </p:tgtEl>
                                        <p:attrNameLst>
                                          <p:attrName>style.visibility</p:attrName>
                                        </p:attrNameLst>
                                      </p:cBhvr>
                                      <p:to>
                                        <p:strVal val="visible"/>
                                      </p:to>
                                    </p:set>
                                    <p:anim calcmode="lin" valueType="num">
                                      <p:cBhvr additive="base">
                                        <p:cTn id="17" dur="500" fill="hold"/>
                                        <p:tgtEl>
                                          <p:spTgt spid="6">
                                            <p:graphicEl>
                                              <a:dgm id="{872ECAA5-C6FE-4005-BB8D-C2533CE70AF2}"/>
                                            </p:graphic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6">
                                            <p:graphicEl>
                                              <a:dgm id="{872ECAA5-C6FE-4005-BB8D-C2533CE70AF2}"/>
                                            </p:graphicEl>
                                          </p:spTgt>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6">
                                            <p:graphicEl>
                                              <a:dgm id="{A7A7DD1F-4DC5-441A-BA3C-7A59EF762178}"/>
                                            </p:graphicEl>
                                          </p:spTgt>
                                        </p:tgtEl>
                                        <p:attrNameLst>
                                          <p:attrName>style.visibility</p:attrName>
                                        </p:attrNameLst>
                                      </p:cBhvr>
                                      <p:to>
                                        <p:strVal val="visible"/>
                                      </p:to>
                                    </p:set>
                                    <p:anim calcmode="lin" valueType="num">
                                      <p:cBhvr additive="base">
                                        <p:cTn id="23" dur="500" fill="hold"/>
                                        <p:tgtEl>
                                          <p:spTgt spid="6">
                                            <p:graphicEl>
                                              <a:dgm id="{A7A7DD1F-4DC5-441A-BA3C-7A59EF762178}"/>
                                            </p:graphic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6">
                                            <p:graphicEl>
                                              <a:dgm id="{A7A7DD1F-4DC5-441A-BA3C-7A59EF762178}"/>
                                            </p:graphicEl>
                                          </p:spTgt>
                                        </p:tgtEl>
                                        <p:attrNameLst>
                                          <p:attrName>ppt_y</p:attrName>
                                        </p:attrNameLst>
                                      </p:cBhvr>
                                      <p:tavLst>
                                        <p:tav tm="0">
                                          <p:val>
                                            <p:strVal val="#ppt_y"/>
                                          </p:val>
                                        </p:tav>
                                        <p:tav tm="100000">
                                          <p:val>
                                            <p:strVal val="#ppt_y"/>
                                          </p:val>
                                        </p:tav>
                                      </p:tavLst>
                                    </p:anim>
                                  </p:childTnLst>
                                </p:cTn>
                              </p:par>
                              <p:par>
                                <p:cTn id="25" presetID="2" presetClass="entr" presetSubtype="8" fill="hold" grpId="0" nodeType="withEffect">
                                  <p:stCondLst>
                                    <p:cond delay="0"/>
                                  </p:stCondLst>
                                  <p:childTnLst>
                                    <p:set>
                                      <p:cBhvr>
                                        <p:cTn id="26" dur="1" fill="hold">
                                          <p:stCondLst>
                                            <p:cond delay="0"/>
                                          </p:stCondLst>
                                        </p:cTn>
                                        <p:tgtEl>
                                          <p:spTgt spid="6">
                                            <p:graphicEl>
                                              <a:dgm id="{DB251C02-E56B-4C93-84AC-BA65CD3A57FF}"/>
                                            </p:graphicEl>
                                          </p:spTgt>
                                        </p:tgtEl>
                                        <p:attrNameLst>
                                          <p:attrName>style.visibility</p:attrName>
                                        </p:attrNameLst>
                                      </p:cBhvr>
                                      <p:to>
                                        <p:strVal val="visible"/>
                                      </p:to>
                                    </p:set>
                                    <p:anim calcmode="lin" valueType="num">
                                      <p:cBhvr additive="base">
                                        <p:cTn id="27" dur="500" fill="hold"/>
                                        <p:tgtEl>
                                          <p:spTgt spid="6">
                                            <p:graphicEl>
                                              <a:dgm id="{DB251C02-E56B-4C93-84AC-BA65CD3A57FF}"/>
                                            </p:graphicEl>
                                          </p:spTgt>
                                        </p:tgtEl>
                                        <p:attrNameLst>
                                          <p:attrName>ppt_x</p:attrName>
                                        </p:attrNameLst>
                                      </p:cBhvr>
                                      <p:tavLst>
                                        <p:tav tm="0">
                                          <p:val>
                                            <p:strVal val="0-#ppt_w/2"/>
                                          </p:val>
                                        </p:tav>
                                        <p:tav tm="100000">
                                          <p:val>
                                            <p:strVal val="#ppt_x"/>
                                          </p:val>
                                        </p:tav>
                                      </p:tavLst>
                                    </p:anim>
                                    <p:anim calcmode="lin" valueType="num">
                                      <p:cBhvr additive="base">
                                        <p:cTn id="28" dur="500" fill="hold"/>
                                        <p:tgtEl>
                                          <p:spTgt spid="6">
                                            <p:graphicEl>
                                              <a:dgm id="{DB251C02-E56B-4C93-84AC-BA65CD3A57FF}"/>
                                            </p:graphicEl>
                                          </p:spTgt>
                                        </p:tgtEl>
                                        <p:attrNameLst>
                                          <p:attrName>ppt_y</p:attrName>
                                        </p:attrNameLst>
                                      </p:cBhvr>
                                      <p:tavLst>
                                        <p:tav tm="0">
                                          <p:val>
                                            <p:strVal val="#ppt_y"/>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8" fill="hold" grpId="0" nodeType="clickEffect">
                                  <p:stCondLst>
                                    <p:cond delay="0"/>
                                  </p:stCondLst>
                                  <p:childTnLst>
                                    <p:set>
                                      <p:cBhvr>
                                        <p:cTn id="32" dur="1" fill="hold">
                                          <p:stCondLst>
                                            <p:cond delay="0"/>
                                          </p:stCondLst>
                                        </p:cTn>
                                        <p:tgtEl>
                                          <p:spTgt spid="6">
                                            <p:graphicEl>
                                              <a:dgm id="{355A753B-D5BF-4962-A2FB-56C23A5EEC1F}"/>
                                            </p:graphicEl>
                                          </p:spTgt>
                                        </p:tgtEl>
                                        <p:attrNameLst>
                                          <p:attrName>style.visibility</p:attrName>
                                        </p:attrNameLst>
                                      </p:cBhvr>
                                      <p:to>
                                        <p:strVal val="visible"/>
                                      </p:to>
                                    </p:set>
                                    <p:anim calcmode="lin" valueType="num">
                                      <p:cBhvr additive="base">
                                        <p:cTn id="33" dur="500" fill="hold"/>
                                        <p:tgtEl>
                                          <p:spTgt spid="6">
                                            <p:graphicEl>
                                              <a:dgm id="{355A753B-D5BF-4962-A2FB-56C23A5EEC1F}"/>
                                            </p:graphicEl>
                                          </p:spTgt>
                                        </p:tgtEl>
                                        <p:attrNameLst>
                                          <p:attrName>ppt_x</p:attrName>
                                        </p:attrNameLst>
                                      </p:cBhvr>
                                      <p:tavLst>
                                        <p:tav tm="0">
                                          <p:val>
                                            <p:strVal val="0-#ppt_w/2"/>
                                          </p:val>
                                        </p:tav>
                                        <p:tav tm="100000">
                                          <p:val>
                                            <p:strVal val="#ppt_x"/>
                                          </p:val>
                                        </p:tav>
                                      </p:tavLst>
                                    </p:anim>
                                    <p:anim calcmode="lin" valueType="num">
                                      <p:cBhvr additive="base">
                                        <p:cTn id="34" dur="500" fill="hold"/>
                                        <p:tgtEl>
                                          <p:spTgt spid="6">
                                            <p:graphicEl>
                                              <a:dgm id="{355A753B-D5BF-4962-A2FB-56C23A5EEC1F}"/>
                                            </p:graphicEl>
                                          </p:spTgt>
                                        </p:tgtEl>
                                        <p:attrNameLst>
                                          <p:attrName>ppt_y</p:attrName>
                                        </p:attrNameLst>
                                      </p:cBhvr>
                                      <p:tavLst>
                                        <p:tav tm="0">
                                          <p:val>
                                            <p:strVal val="#ppt_y"/>
                                          </p:val>
                                        </p:tav>
                                        <p:tav tm="100000">
                                          <p:val>
                                            <p:strVal val="#ppt_y"/>
                                          </p:val>
                                        </p:tav>
                                      </p:tavLst>
                                    </p:anim>
                                  </p:childTnLst>
                                </p:cTn>
                              </p:par>
                              <p:par>
                                <p:cTn id="35" presetID="2" presetClass="entr" presetSubtype="8" fill="hold" grpId="0" nodeType="withEffect">
                                  <p:stCondLst>
                                    <p:cond delay="0"/>
                                  </p:stCondLst>
                                  <p:childTnLst>
                                    <p:set>
                                      <p:cBhvr>
                                        <p:cTn id="36" dur="1" fill="hold">
                                          <p:stCondLst>
                                            <p:cond delay="0"/>
                                          </p:stCondLst>
                                        </p:cTn>
                                        <p:tgtEl>
                                          <p:spTgt spid="6">
                                            <p:graphicEl>
                                              <a:dgm id="{09E4CC98-5A31-42D9-9921-063A7456F2C7}"/>
                                            </p:graphicEl>
                                          </p:spTgt>
                                        </p:tgtEl>
                                        <p:attrNameLst>
                                          <p:attrName>style.visibility</p:attrName>
                                        </p:attrNameLst>
                                      </p:cBhvr>
                                      <p:to>
                                        <p:strVal val="visible"/>
                                      </p:to>
                                    </p:set>
                                    <p:anim calcmode="lin" valueType="num">
                                      <p:cBhvr additive="base">
                                        <p:cTn id="37" dur="500" fill="hold"/>
                                        <p:tgtEl>
                                          <p:spTgt spid="6">
                                            <p:graphicEl>
                                              <a:dgm id="{09E4CC98-5A31-42D9-9921-063A7456F2C7}"/>
                                            </p:graphic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6">
                                            <p:graphicEl>
                                              <a:dgm id="{09E4CC98-5A31-42D9-9921-063A7456F2C7}"/>
                                            </p:graphic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6">
                                            <p:graphicEl>
                                              <a:dgm id="{9A1B7606-2253-4A44-909D-F0699FCB9F4B}"/>
                                            </p:graphicEl>
                                          </p:spTgt>
                                        </p:tgtEl>
                                        <p:attrNameLst>
                                          <p:attrName>style.visibility</p:attrName>
                                        </p:attrNameLst>
                                      </p:cBhvr>
                                      <p:to>
                                        <p:strVal val="visible"/>
                                      </p:to>
                                    </p:set>
                                    <p:anim calcmode="lin" valueType="num">
                                      <p:cBhvr additive="base">
                                        <p:cTn id="43" dur="500" fill="hold"/>
                                        <p:tgtEl>
                                          <p:spTgt spid="6">
                                            <p:graphicEl>
                                              <a:dgm id="{9A1B7606-2253-4A44-909D-F0699FCB9F4B}"/>
                                            </p:graphic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6">
                                            <p:graphicEl>
                                              <a:dgm id="{9A1B7606-2253-4A44-909D-F0699FCB9F4B}"/>
                                            </p:graphicEl>
                                          </p:spTgt>
                                        </p:tgtEl>
                                        <p:attrNameLst>
                                          <p:attrName>ppt_y</p:attrName>
                                        </p:attrNameLst>
                                      </p:cBhvr>
                                      <p:tavLst>
                                        <p:tav tm="0">
                                          <p:val>
                                            <p:strVal val="#ppt_y"/>
                                          </p:val>
                                        </p:tav>
                                        <p:tav tm="100000">
                                          <p:val>
                                            <p:strVal val="#ppt_y"/>
                                          </p:val>
                                        </p:tav>
                                      </p:tavLst>
                                    </p:anim>
                                  </p:childTnLst>
                                </p:cTn>
                              </p:par>
                              <p:par>
                                <p:cTn id="45" presetID="2" presetClass="entr" presetSubtype="8" fill="hold" grpId="0" nodeType="withEffect">
                                  <p:stCondLst>
                                    <p:cond delay="0"/>
                                  </p:stCondLst>
                                  <p:childTnLst>
                                    <p:set>
                                      <p:cBhvr>
                                        <p:cTn id="46" dur="1" fill="hold">
                                          <p:stCondLst>
                                            <p:cond delay="0"/>
                                          </p:stCondLst>
                                        </p:cTn>
                                        <p:tgtEl>
                                          <p:spTgt spid="6">
                                            <p:graphicEl>
                                              <a:dgm id="{D5CF1A70-5B8D-4BB9-A8DB-B0116318E0FF}"/>
                                            </p:graphicEl>
                                          </p:spTgt>
                                        </p:tgtEl>
                                        <p:attrNameLst>
                                          <p:attrName>style.visibility</p:attrName>
                                        </p:attrNameLst>
                                      </p:cBhvr>
                                      <p:to>
                                        <p:strVal val="visible"/>
                                      </p:to>
                                    </p:set>
                                    <p:anim calcmode="lin" valueType="num">
                                      <p:cBhvr additive="base">
                                        <p:cTn id="47" dur="500" fill="hold"/>
                                        <p:tgtEl>
                                          <p:spTgt spid="6">
                                            <p:graphicEl>
                                              <a:dgm id="{D5CF1A70-5B8D-4BB9-A8DB-B0116318E0FF}"/>
                                            </p:graphicEl>
                                          </p:spTgt>
                                        </p:tgtEl>
                                        <p:attrNameLst>
                                          <p:attrName>ppt_x</p:attrName>
                                        </p:attrNameLst>
                                      </p:cBhvr>
                                      <p:tavLst>
                                        <p:tav tm="0">
                                          <p:val>
                                            <p:strVal val="0-#ppt_w/2"/>
                                          </p:val>
                                        </p:tav>
                                        <p:tav tm="100000">
                                          <p:val>
                                            <p:strVal val="#ppt_x"/>
                                          </p:val>
                                        </p:tav>
                                      </p:tavLst>
                                    </p:anim>
                                    <p:anim calcmode="lin" valueType="num">
                                      <p:cBhvr additive="base">
                                        <p:cTn id="48" dur="500" fill="hold"/>
                                        <p:tgtEl>
                                          <p:spTgt spid="6">
                                            <p:graphicEl>
                                              <a:dgm id="{D5CF1A70-5B8D-4BB9-A8DB-B0116318E0FF}"/>
                                            </p:graphicEl>
                                          </p:spTgt>
                                        </p:tgtEl>
                                        <p:attrNameLst>
                                          <p:attrName>ppt_y</p:attrName>
                                        </p:attrNameLst>
                                      </p:cBhvr>
                                      <p:tavLst>
                                        <p:tav tm="0">
                                          <p:val>
                                            <p:strVal val="#ppt_y"/>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8" fill="hold" grpId="0" nodeType="clickEffect">
                                  <p:stCondLst>
                                    <p:cond delay="0"/>
                                  </p:stCondLst>
                                  <p:childTnLst>
                                    <p:set>
                                      <p:cBhvr>
                                        <p:cTn id="52" dur="1" fill="hold">
                                          <p:stCondLst>
                                            <p:cond delay="0"/>
                                          </p:stCondLst>
                                        </p:cTn>
                                        <p:tgtEl>
                                          <p:spTgt spid="6">
                                            <p:graphicEl>
                                              <a:dgm id="{BE974370-1E52-4AB7-9D45-174A1E9EBF7C}"/>
                                            </p:graphicEl>
                                          </p:spTgt>
                                        </p:tgtEl>
                                        <p:attrNameLst>
                                          <p:attrName>style.visibility</p:attrName>
                                        </p:attrNameLst>
                                      </p:cBhvr>
                                      <p:to>
                                        <p:strVal val="visible"/>
                                      </p:to>
                                    </p:set>
                                    <p:anim calcmode="lin" valueType="num">
                                      <p:cBhvr additive="base">
                                        <p:cTn id="53" dur="500" fill="hold"/>
                                        <p:tgtEl>
                                          <p:spTgt spid="6">
                                            <p:graphicEl>
                                              <a:dgm id="{BE974370-1E52-4AB7-9D45-174A1E9EBF7C}"/>
                                            </p:graphicEl>
                                          </p:spTgt>
                                        </p:tgtEl>
                                        <p:attrNameLst>
                                          <p:attrName>ppt_x</p:attrName>
                                        </p:attrNameLst>
                                      </p:cBhvr>
                                      <p:tavLst>
                                        <p:tav tm="0">
                                          <p:val>
                                            <p:strVal val="0-#ppt_w/2"/>
                                          </p:val>
                                        </p:tav>
                                        <p:tav tm="100000">
                                          <p:val>
                                            <p:strVal val="#ppt_x"/>
                                          </p:val>
                                        </p:tav>
                                      </p:tavLst>
                                    </p:anim>
                                    <p:anim calcmode="lin" valueType="num">
                                      <p:cBhvr additive="base">
                                        <p:cTn id="54" dur="500" fill="hold"/>
                                        <p:tgtEl>
                                          <p:spTgt spid="6">
                                            <p:graphicEl>
                                              <a:dgm id="{BE974370-1E52-4AB7-9D45-174A1E9EBF7C}"/>
                                            </p:graphicEl>
                                          </p:spTgt>
                                        </p:tgtEl>
                                        <p:attrNameLst>
                                          <p:attrName>ppt_y</p:attrName>
                                        </p:attrNameLst>
                                      </p:cBhvr>
                                      <p:tavLst>
                                        <p:tav tm="0">
                                          <p:val>
                                            <p:strVal val="#ppt_y"/>
                                          </p:val>
                                        </p:tav>
                                        <p:tav tm="100000">
                                          <p:val>
                                            <p:strVal val="#ppt_y"/>
                                          </p:val>
                                        </p:tav>
                                      </p:tavLst>
                                    </p:anim>
                                  </p:childTnLst>
                                </p:cTn>
                              </p:par>
                              <p:par>
                                <p:cTn id="55" presetID="2" presetClass="entr" presetSubtype="8" fill="hold" grpId="0" nodeType="withEffect">
                                  <p:stCondLst>
                                    <p:cond delay="0"/>
                                  </p:stCondLst>
                                  <p:childTnLst>
                                    <p:set>
                                      <p:cBhvr>
                                        <p:cTn id="56" dur="1" fill="hold">
                                          <p:stCondLst>
                                            <p:cond delay="0"/>
                                          </p:stCondLst>
                                        </p:cTn>
                                        <p:tgtEl>
                                          <p:spTgt spid="6">
                                            <p:graphicEl>
                                              <a:dgm id="{6D6459BA-FACD-4735-83F4-4C7EB6D2B561}"/>
                                            </p:graphicEl>
                                          </p:spTgt>
                                        </p:tgtEl>
                                        <p:attrNameLst>
                                          <p:attrName>style.visibility</p:attrName>
                                        </p:attrNameLst>
                                      </p:cBhvr>
                                      <p:to>
                                        <p:strVal val="visible"/>
                                      </p:to>
                                    </p:set>
                                    <p:anim calcmode="lin" valueType="num">
                                      <p:cBhvr additive="base">
                                        <p:cTn id="57" dur="500" fill="hold"/>
                                        <p:tgtEl>
                                          <p:spTgt spid="6">
                                            <p:graphicEl>
                                              <a:dgm id="{6D6459BA-FACD-4735-83F4-4C7EB6D2B561}"/>
                                            </p:graphicEl>
                                          </p:spTgt>
                                        </p:tgtEl>
                                        <p:attrNameLst>
                                          <p:attrName>ppt_x</p:attrName>
                                        </p:attrNameLst>
                                      </p:cBhvr>
                                      <p:tavLst>
                                        <p:tav tm="0">
                                          <p:val>
                                            <p:strVal val="0-#ppt_w/2"/>
                                          </p:val>
                                        </p:tav>
                                        <p:tav tm="100000">
                                          <p:val>
                                            <p:strVal val="#ppt_x"/>
                                          </p:val>
                                        </p:tav>
                                      </p:tavLst>
                                    </p:anim>
                                    <p:anim calcmode="lin" valueType="num">
                                      <p:cBhvr additive="base">
                                        <p:cTn id="58" dur="500" fill="hold"/>
                                        <p:tgtEl>
                                          <p:spTgt spid="6">
                                            <p:graphicEl>
                                              <a:dgm id="{6D6459BA-FACD-4735-83F4-4C7EB6D2B561}"/>
                                            </p:graphicEl>
                                          </p:spTgt>
                                        </p:tgtEl>
                                        <p:attrNameLst>
                                          <p:attrName>ppt_y</p:attrName>
                                        </p:attrNameLst>
                                      </p:cBhvr>
                                      <p:tavLst>
                                        <p:tav tm="0">
                                          <p:val>
                                            <p:strVal val="#ppt_y"/>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2" presetClass="entr" presetSubtype="8" fill="hold" grpId="0" nodeType="clickEffect">
                                  <p:stCondLst>
                                    <p:cond delay="0"/>
                                  </p:stCondLst>
                                  <p:childTnLst>
                                    <p:set>
                                      <p:cBhvr>
                                        <p:cTn id="62" dur="1" fill="hold">
                                          <p:stCondLst>
                                            <p:cond delay="0"/>
                                          </p:stCondLst>
                                        </p:cTn>
                                        <p:tgtEl>
                                          <p:spTgt spid="6">
                                            <p:graphicEl>
                                              <a:dgm id="{6BB1DCCE-7FE5-4B77-A7C6-95E40EACA004}"/>
                                            </p:graphicEl>
                                          </p:spTgt>
                                        </p:tgtEl>
                                        <p:attrNameLst>
                                          <p:attrName>style.visibility</p:attrName>
                                        </p:attrNameLst>
                                      </p:cBhvr>
                                      <p:to>
                                        <p:strVal val="visible"/>
                                      </p:to>
                                    </p:set>
                                    <p:anim calcmode="lin" valueType="num">
                                      <p:cBhvr additive="base">
                                        <p:cTn id="63" dur="500" fill="hold"/>
                                        <p:tgtEl>
                                          <p:spTgt spid="6">
                                            <p:graphicEl>
                                              <a:dgm id="{6BB1DCCE-7FE5-4B77-A7C6-95E40EACA004}"/>
                                            </p:graphicEl>
                                          </p:spTgt>
                                        </p:tgtEl>
                                        <p:attrNameLst>
                                          <p:attrName>ppt_x</p:attrName>
                                        </p:attrNameLst>
                                      </p:cBhvr>
                                      <p:tavLst>
                                        <p:tav tm="0">
                                          <p:val>
                                            <p:strVal val="0-#ppt_w/2"/>
                                          </p:val>
                                        </p:tav>
                                        <p:tav tm="100000">
                                          <p:val>
                                            <p:strVal val="#ppt_x"/>
                                          </p:val>
                                        </p:tav>
                                      </p:tavLst>
                                    </p:anim>
                                    <p:anim calcmode="lin" valueType="num">
                                      <p:cBhvr additive="base">
                                        <p:cTn id="64" dur="500" fill="hold"/>
                                        <p:tgtEl>
                                          <p:spTgt spid="6">
                                            <p:graphicEl>
                                              <a:dgm id="{6BB1DCCE-7FE5-4B77-A7C6-95E40EACA004}"/>
                                            </p:graphicEl>
                                          </p:spTgt>
                                        </p:tgtEl>
                                        <p:attrNameLst>
                                          <p:attrName>ppt_y</p:attrName>
                                        </p:attrNameLst>
                                      </p:cBhvr>
                                      <p:tavLst>
                                        <p:tav tm="0">
                                          <p:val>
                                            <p:strVal val="#ppt_y"/>
                                          </p:val>
                                        </p:tav>
                                        <p:tav tm="100000">
                                          <p:val>
                                            <p:strVal val="#ppt_y"/>
                                          </p:val>
                                        </p:tav>
                                      </p:tavLst>
                                    </p:anim>
                                  </p:childTnLst>
                                </p:cTn>
                              </p:par>
                              <p:par>
                                <p:cTn id="65" presetID="2" presetClass="entr" presetSubtype="8" fill="hold" grpId="0" nodeType="withEffect">
                                  <p:stCondLst>
                                    <p:cond delay="0"/>
                                  </p:stCondLst>
                                  <p:childTnLst>
                                    <p:set>
                                      <p:cBhvr>
                                        <p:cTn id="66" dur="1" fill="hold">
                                          <p:stCondLst>
                                            <p:cond delay="0"/>
                                          </p:stCondLst>
                                        </p:cTn>
                                        <p:tgtEl>
                                          <p:spTgt spid="6">
                                            <p:graphicEl>
                                              <a:dgm id="{E93800E6-DD28-4C2F-BD2C-873E4301C0CB}"/>
                                            </p:graphicEl>
                                          </p:spTgt>
                                        </p:tgtEl>
                                        <p:attrNameLst>
                                          <p:attrName>style.visibility</p:attrName>
                                        </p:attrNameLst>
                                      </p:cBhvr>
                                      <p:to>
                                        <p:strVal val="visible"/>
                                      </p:to>
                                    </p:set>
                                    <p:anim calcmode="lin" valueType="num">
                                      <p:cBhvr additive="base">
                                        <p:cTn id="67" dur="500" fill="hold"/>
                                        <p:tgtEl>
                                          <p:spTgt spid="6">
                                            <p:graphicEl>
                                              <a:dgm id="{E93800E6-DD28-4C2F-BD2C-873E4301C0CB}"/>
                                            </p:graphicEl>
                                          </p:spTgt>
                                        </p:tgtEl>
                                        <p:attrNameLst>
                                          <p:attrName>ppt_x</p:attrName>
                                        </p:attrNameLst>
                                      </p:cBhvr>
                                      <p:tavLst>
                                        <p:tav tm="0">
                                          <p:val>
                                            <p:strVal val="0-#ppt_w/2"/>
                                          </p:val>
                                        </p:tav>
                                        <p:tav tm="100000">
                                          <p:val>
                                            <p:strVal val="#ppt_x"/>
                                          </p:val>
                                        </p:tav>
                                      </p:tavLst>
                                    </p:anim>
                                    <p:anim calcmode="lin" valueType="num">
                                      <p:cBhvr additive="base">
                                        <p:cTn id="68" dur="500" fill="hold"/>
                                        <p:tgtEl>
                                          <p:spTgt spid="6">
                                            <p:graphicEl>
                                              <a:dgm id="{E93800E6-DD28-4C2F-BD2C-873E4301C0CB}"/>
                                            </p:graphic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Sub>
          <a:bldDgm bld="one"/>
        </p:bldSub>
      </p:bldGraphic>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p:cNvGraphicFramePr>
            <a:graphicFrameLocks noGrp="1"/>
          </p:cNvGraphicFramePr>
          <p:nvPr>
            <p:ph idx="4294967295"/>
            <p:extLst>
              <p:ext uri="{D42A27DB-BD31-4B8C-83A1-F6EECF244321}">
                <p14:modId xmlns:p14="http://schemas.microsoft.com/office/powerpoint/2010/main" val="3328446596"/>
              </p:ext>
            </p:extLst>
          </p:nvPr>
        </p:nvGraphicFramePr>
        <p:xfrm>
          <a:off x="1600200" y="2095500"/>
          <a:ext cx="13944600" cy="6858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itle 1"/>
          <p:cNvSpPr txBox="1">
            <a:spLocks/>
          </p:cNvSpPr>
          <p:nvPr/>
        </p:nvSpPr>
        <p:spPr>
          <a:xfrm>
            <a:off x="1280623" y="948916"/>
            <a:ext cx="6356780" cy="1021773"/>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GB" sz="4800" dirty="0">
                <a:solidFill>
                  <a:schemeClr val="tx2">
                    <a:lumMod val="75000"/>
                  </a:schemeClr>
                </a:solidFill>
                <a:latin typeface="Segoe UI 1" panose="020B0802040204020203" charset="0"/>
                <a:cs typeface="Segoe UI 1" panose="020B0802040204020203" charset="0"/>
              </a:rPr>
              <a:t>Types of FP</a:t>
            </a:r>
            <a:endParaRPr lang="en-US" sz="4800" dirty="0">
              <a:solidFill>
                <a:schemeClr val="tx2">
                  <a:lumMod val="75000"/>
                </a:schemeClr>
              </a:solidFill>
              <a:latin typeface="Segoe UI 1" panose="020B0802040204020203" charset="0"/>
              <a:cs typeface="Segoe UI 1" panose="020B0802040204020203" charset="0"/>
            </a:endParaRPr>
          </a:p>
        </p:txBody>
      </p:sp>
      <p:grpSp>
        <p:nvGrpSpPr>
          <p:cNvPr id="5" name="Group 3">
            <a:extLst>
              <a:ext uri="{FF2B5EF4-FFF2-40B4-BE49-F238E27FC236}">
                <a16:creationId xmlns:a16="http://schemas.microsoft.com/office/drawing/2014/main" id="{3D418609-2F76-130E-14AE-86DEC5FB4D02}"/>
              </a:ext>
            </a:extLst>
          </p:cNvPr>
          <p:cNvGrpSpPr/>
          <p:nvPr/>
        </p:nvGrpSpPr>
        <p:grpSpPr>
          <a:xfrm>
            <a:off x="816554" y="1179444"/>
            <a:ext cx="424292" cy="424292"/>
            <a:chOff x="0" y="0"/>
            <a:chExt cx="812800" cy="812800"/>
          </a:xfrm>
        </p:grpSpPr>
        <p:sp>
          <p:nvSpPr>
            <p:cNvPr id="7" name="Freeform 4">
              <a:extLst>
                <a:ext uri="{FF2B5EF4-FFF2-40B4-BE49-F238E27FC236}">
                  <a16:creationId xmlns:a16="http://schemas.microsoft.com/office/drawing/2014/main" id="{542FE6D8-3CEA-4B3E-018E-CBC17A8C735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E3A6E"/>
            </a:solidFill>
          </p:spPr>
          <p:txBody>
            <a:bodyPr/>
            <a:lstStyle/>
            <a:p>
              <a:endParaRPr lang="en-US"/>
            </a:p>
          </p:txBody>
        </p:sp>
        <p:sp>
          <p:nvSpPr>
            <p:cNvPr id="8" name="TextBox 5">
              <a:extLst>
                <a:ext uri="{FF2B5EF4-FFF2-40B4-BE49-F238E27FC236}">
                  <a16:creationId xmlns:a16="http://schemas.microsoft.com/office/drawing/2014/main" id="{07CC5BB2-91A0-F498-3F38-46BAD0524608}"/>
                </a:ext>
              </a:extLst>
            </p:cNvPr>
            <p:cNvSpPr txBox="1"/>
            <p:nvPr/>
          </p:nvSpPr>
          <p:spPr>
            <a:xfrm>
              <a:off x="76200" y="28575"/>
              <a:ext cx="660400" cy="708025"/>
            </a:xfrm>
            <a:prstGeom prst="rect">
              <a:avLst/>
            </a:prstGeom>
          </p:spPr>
          <p:txBody>
            <a:bodyPr lIns="50800" tIns="50800" rIns="50800" bIns="50800" rtlCol="0" anchor="ctr"/>
            <a:lstStyle/>
            <a:p>
              <a:pPr algn="ctr">
                <a:lnSpc>
                  <a:spcPts val="2239"/>
                </a:lnSpc>
              </a:pPr>
              <a:endParaRPr/>
            </a:p>
          </p:txBody>
        </p:sp>
      </p:grpSp>
    </p:spTree>
    <p:extLst>
      <p:ext uri="{BB962C8B-B14F-4D97-AF65-F5344CB8AC3E}">
        <p14:creationId xmlns:p14="http://schemas.microsoft.com/office/powerpoint/2010/main" val="1520813523"/>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
                                            <p:graphicEl>
                                              <a:dgm id="{DDC90542-B0AD-4C42-B4A6-8B75191B3146}"/>
                                            </p:graphicEl>
                                          </p:spTgt>
                                        </p:tgtEl>
                                        <p:attrNameLst>
                                          <p:attrName>style.visibility</p:attrName>
                                        </p:attrNameLst>
                                      </p:cBhvr>
                                      <p:to>
                                        <p:strVal val="visible"/>
                                      </p:to>
                                    </p:set>
                                    <p:anim calcmode="lin" valueType="num">
                                      <p:cBhvr additive="base">
                                        <p:cTn id="7" dur="500" fill="hold"/>
                                        <p:tgtEl>
                                          <p:spTgt spid="6">
                                            <p:graphicEl>
                                              <a:dgm id="{DDC90542-B0AD-4C42-B4A6-8B75191B3146}"/>
                                            </p:graphicEl>
                                          </p:spTgt>
                                        </p:tgtEl>
                                        <p:attrNameLst>
                                          <p:attrName>ppt_x</p:attrName>
                                        </p:attrNameLst>
                                      </p:cBhvr>
                                      <p:tavLst>
                                        <p:tav tm="0">
                                          <p:val>
                                            <p:strVal val="0-#ppt_w/2"/>
                                          </p:val>
                                        </p:tav>
                                        <p:tav tm="100000">
                                          <p:val>
                                            <p:strVal val="#ppt_x"/>
                                          </p:val>
                                        </p:tav>
                                      </p:tavLst>
                                    </p:anim>
                                    <p:anim calcmode="lin" valueType="num">
                                      <p:cBhvr additive="base">
                                        <p:cTn id="8" dur="500" fill="hold"/>
                                        <p:tgtEl>
                                          <p:spTgt spid="6">
                                            <p:graphicEl>
                                              <a:dgm id="{DDC90542-B0AD-4C42-B4A6-8B75191B3146}"/>
                                            </p:graphic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6">
                                            <p:graphicEl>
                                              <a:dgm id="{439376F2-90D9-4759-A02D-D576F0973A07}"/>
                                            </p:graphicEl>
                                          </p:spTgt>
                                        </p:tgtEl>
                                        <p:attrNameLst>
                                          <p:attrName>style.visibility</p:attrName>
                                        </p:attrNameLst>
                                      </p:cBhvr>
                                      <p:to>
                                        <p:strVal val="visible"/>
                                      </p:to>
                                    </p:set>
                                    <p:anim calcmode="lin" valueType="num">
                                      <p:cBhvr additive="base">
                                        <p:cTn id="13" dur="500" fill="hold"/>
                                        <p:tgtEl>
                                          <p:spTgt spid="6">
                                            <p:graphicEl>
                                              <a:dgm id="{439376F2-90D9-4759-A02D-D576F0973A07}"/>
                                            </p:graphic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6">
                                            <p:graphicEl>
                                              <a:dgm id="{439376F2-90D9-4759-A02D-D576F0973A07}"/>
                                            </p:graphicEl>
                                          </p:spTgt>
                                        </p:tgtEl>
                                        <p:attrNameLst>
                                          <p:attrName>ppt_y</p:attrName>
                                        </p:attrNameLst>
                                      </p:cBhvr>
                                      <p:tavLst>
                                        <p:tav tm="0">
                                          <p:val>
                                            <p:strVal val="#ppt_y"/>
                                          </p:val>
                                        </p:tav>
                                        <p:tav tm="100000">
                                          <p:val>
                                            <p:strVal val="#ppt_y"/>
                                          </p:val>
                                        </p:tav>
                                      </p:tavLst>
                                    </p:anim>
                                  </p:childTnLst>
                                </p:cTn>
                              </p:par>
                              <p:par>
                                <p:cTn id="15" presetID="2" presetClass="entr" presetSubtype="8" fill="hold" grpId="0" nodeType="withEffect">
                                  <p:stCondLst>
                                    <p:cond delay="0"/>
                                  </p:stCondLst>
                                  <p:childTnLst>
                                    <p:set>
                                      <p:cBhvr>
                                        <p:cTn id="16" dur="1" fill="hold">
                                          <p:stCondLst>
                                            <p:cond delay="0"/>
                                          </p:stCondLst>
                                        </p:cTn>
                                        <p:tgtEl>
                                          <p:spTgt spid="6">
                                            <p:graphicEl>
                                              <a:dgm id="{F55E9267-CAD8-4051-9D1E-D7F47414FB67}"/>
                                            </p:graphicEl>
                                          </p:spTgt>
                                        </p:tgtEl>
                                        <p:attrNameLst>
                                          <p:attrName>style.visibility</p:attrName>
                                        </p:attrNameLst>
                                      </p:cBhvr>
                                      <p:to>
                                        <p:strVal val="visible"/>
                                      </p:to>
                                    </p:set>
                                    <p:anim calcmode="lin" valueType="num">
                                      <p:cBhvr additive="base">
                                        <p:cTn id="17" dur="500" fill="hold"/>
                                        <p:tgtEl>
                                          <p:spTgt spid="6">
                                            <p:graphicEl>
                                              <a:dgm id="{F55E9267-CAD8-4051-9D1E-D7F47414FB67}"/>
                                            </p:graphic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6">
                                            <p:graphicEl>
                                              <a:dgm id="{F55E9267-CAD8-4051-9D1E-D7F47414FB67}"/>
                                            </p:graphicEl>
                                          </p:spTgt>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6">
                                            <p:graphicEl>
                                              <a:dgm id="{2CBC9ADD-7E0C-4D2F-828A-68205C5C0AC0}"/>
                                            </p:graphicEl>
                                          </p:spTgt>
                                        </p:tgtEl>
                                        <p:attrNameLst>
                                          <p:attrName>style.visibility</p:attrName>
                                        </p:attrNameLst>
                                      </p:cBhvr>
                                      <p:to>
                                        <p:strVal val="visible"/>
                                      </p:to>
                                    </p:set>
                                    <p:anim calcmode="lin" valueType="num">
                                      <p:cBhvr additive="base">
                                        <p:cTn id="23" dur="500" fill="hold"/>
                                        <p:tgtEl>
                                          <p:spTgt spid="6">
                                            <p:graphicEl>
                                              <a:dgm id="{2CBC9ADD-7E0C-4D2F-828A-68205C5C0AC0}"/>
                                            </p:graphic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6">
                                            <p:graphicEl>
                                              <a:dgm id="{2CBC9ADD-7E0C-4D2F-828A-68205C5C0AC0}"/>
                                            </p:graphicEl>
                                          </p:spTgt>
                                        </p:tgtEl>
                                        <p:attrNameLst>
                                          <p:attrName>ppt_y</p:attrName>
                                        </p:attrNameLst>
                                      </p:cBhvr>
                                      <p:tavLst>
                                        <p:tav tm="0">
                                          <p:val>
                                            <p:strVal val="#ppt_y"/>
                                          </p:val>
                                        </p:tav>
                                        <p:tav tm="100000">
                                          <p:val>
                                            <p:strVal val="#ppt_y"/>
                                          </p:val>
                                        </p:tav>
                                      </p:tavLst>
                                    </p:anim>
                                  </p:childTnLst>
                                </p:cTn>
                              </p:par>
                              <p:par>
                                <p:cTn id="25" presetID="2" presetClass="entr" presetSubtype="8" fill="hold" grpId="0" nodeType="withEffect">
                                  <p:stCondLst>
                                    <p:cond delay="0"/>
                                  </p:stCondLst>
                                  <p:childTnLst>
                                    <p:set>
                                      <p:cBhvr>
                                        <p:cTn id="26" dur="1" fill="hold">
                                          <p:stCondLst>
                                            <p:cond delay="0"/>
                                          </p:stCondLst>
                                        </p:cTn>
                                        <p:tgtEl>
                                          <p:spTgt spid="6">
                                            <p:graphicEl>
                                              <a:dgm id="{039AC339-51F9-44C0-A0C5-A818D773D33A}"/>
                                            </p:graphicEl>
                                          </p:spTgt>
                                        </p:tgtEl>
                                        <p:attrNameLst>
                                          <p:attrName>style.visibility</p:attrName>
                                        </p:attrNameLst>
                                      </p:cBhvr>
                                      <p:to>
                                        <p:strVal val="visible"/>
                                      </p:to>
                                    </p:set>
                                    <p:anim calcmode="lin" valueType="num">
                                      <p:cBhvr additive="base">
                                        <p:cTn id="27" dur="500" fill="hold"/>
                                        <p:tgtEl>
                                          <p:spTgt spid="6">
                                            <p:graphicEl>
                                              <a:dgm id="{039AC339-51F9-44C0-A0C5-A818D773D33A}"/>
                                            </p:graphicEl>
                                          </p:spTgt>
                                        </p:tgtEl>
                                        <p:attrNameLst>
                                          <p:attrName>ppt_x</p:attrName>
                                        </p:attrNameLst>
                                      </p:cBhvr>
                                      <p:tavLst>
                                        <p:tav tm="0">
                                          <p:val>
                                            <p:strVal val="0-#ppt_w/2"/>
                                          </p:val>
                                        </p:tav>
                                        <p:tav tm="100000">
                                          <p:val>
                                            <p:strVal val="#ppt_x"/>
                                          </p:val>
                                        </p:tav>
                                      </p:tavLst>
                                    </p:anim>
                                    <p:anim calcmode="lin" valueType="num">
                                      <p:cBhvr additive="base">
                                        <p:cTn id="28" dur="500" fill="hold"/>
                                        <p:tgtEl>
                                          <p:spTgt spid="6">
                                            <p:graphicEl>
                                              <a:dgm id="{039AC339-51F9-44C0-A0C5-A818D773D33A}"/>
                                            </p:graphicEl>
                                          </p:spTgt>
                                        </p:tgtEl>
                                        <p:attrNameLst>
                                          <p:attrName>ppt_y</p:attrName>
                                        </p:attrNameLst>
                                      </p:cBhvr>
                                      <p:tavLst>
                                        <p:tav tm="0">
                                          <p:val>
                                            <p:strVal val="#ppt_y"/>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8" fill="hold" grpId="0" nodeType="clickEffect">
                                  <p:stCondLst>
                                    <p:cond delay="0"/>
                                  </p:stCondLst>
                                  <p:childTnLst>
                                    <p:set>
                                      <p:cBhvr>
                                        <p:cTn id="32" dur="1" fill="hold">
                                          <p:stCondLst>
                                            <p:cond delay="0"/>
                                          </p:stCondLst>
                                        </p:cTn>
                                        <p:tgtEl>
                                          <p:spTgt spid="6">
                                            <p:graphicEl>
                                              <a:dgm id="{8F0CD18B-2EB1-4381-A991-1B0C5EE4A564}"/>
                                            </p:graphicEl>
                                          </p:spTgt>
                                        </p:tgtEl>
                                        <p:attrNameLst>
                                          <p:attrName>style.visibility</p:attrName>
                                        </p:attrNameLst>
                                      </p:cBhvr>
                                      <p:to>
                                        <p:strVal val="visible"/>
                                      </p:to>
                                    </p:set>
                                    <p:anim calcmode="lin" valueType="num">
                                      <p:cBhvr additive="base">
                                        <p:cTn id="33" dur="500" fill="hold"/>
                                        <p:tgtEl>
                                          <p:spTgt spid="6">
                                            <p:graphicEl>
                                              <a:dgm id="{8F0CD18B-2EB1-4381-A991-1B0C5EE4A564}"/>
                                            </p:graphicEl>
                                          </p:spTgt>
                                        </p:tgtEl>
                                        <p:attrNameLst>
                                          <p:attrName>ppt_x</p:attrName>
                                        </p:attrNameLst>
                                      </p:cBhvr>
                                      <p:tavLst>
                                        <p:tav tm="0">
                                          <p:val>
                                            <p:strVal val="0-#ppt_w/2"/>
                                          </p:val>
                                        </p:tav>
                                        <p:tav tm="100000">
                                          <p:val>
                                            <p:strVal val="#ppt_x"/>
                                          </p:val>
                                        </p:tav>
                                      </p:tavLst>
                                    </p:anim>
                                    <p:anim calcmode="lin" valueType="num">
                                      <p:cBhvr additive="base">
                                        <p:cTn id="34" dur="500" fill="hold"/>
                                        <p:tgtEl>
                                          <p:spTgt spid="6">
                                            <p:graphicEl>
                                              <a:dgm id="{8F0CD18B-2EB1-4381-A991-1B0C5EE4A564}"/>
                                            </p:graphicEl>
                                          </p:spTgt>
                                        </p:tgtEl>
                                        <p:attrNameLst>
                                          <p:attrName>ppt_y</p:attrName>
                                        </p:attrNameLst>
                                      </p:cBhvr>
                                      <p:tavLst>
                                        <p:tav tm="0">
                                          <p:val>
                                            <p:strVal val="#ppt_y"/>
                                          </p:val>
                                        </p:tav>
                                        <p:tav tm="100000">
                                          <p:val>
                                            <p:strVal val="#ppt_y"/>
                                          </p:val>
                                        </p:tav>
                                      </p:tavLst>
                                    </p:anim>
                                  </p:childTnLst>
                                </p:cTn>
                              </p:par>
                              <p:par>
                                <p:cTn id="35" presetID="2" presetClass="entr" presetSubtype="8" fill="hold" grpId="0" nodeType="withEffect">
                                  <p:stCondLst>
                                    <p:cond delay="0"/>
                                  </p:stCondLst>
                                  <p:childTnLst>
                                    <p:set>
                                      <p:cBhvr>
                                        <p:cTn id="36" dur="1" fill="hold">
                                          <p:stCondLst>
                                            <p:cond delay="0"/>
                                          </p:stCondLst>
                                        </p:cTn>
                                        <p:tgtEl>
                                          <p:spTgt spid="6">
                                            <p:graphicEl>
                                              <a:dgm id="{EC97DD3D-0867-44D2-BA3E-163D492AB43E}"/>
                                            </p:graphicEl>
                                          </p:spTgt>
                                        </p:tgtEl>
                                        <p:attrNameLst>
                                          <p:attrName>style.visibility</p:attrName>
                                        </p:attrNameLst>
                                      </p:cBhvr>
                                      <p:to>
                                        <p:strVal val="visible"/>
                                      </p:to>
                                    </p:set>
                                    <p:anim calcmode="lin" valueType="num">
                                      <p:cBhvr additive="base">
                                        <p:cTn id="37" dur="500" fill="hold"/>
                                        <p:tgtEl>
                                          <p:spTgt spid="6">
                                            <p:graphicEl>
                                              <a:dgm id="{EC97DD3D-0867-44D2-BA3E-163D492AB43E}"/>
                                            </p:graphic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6">
                                            <p:graphicEl>
                                              <a:dgm id="{EC97DD3D-0867-44D2-BA3E-163D492AB43E}"/>
                                            </p:graphic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6">
                                            <p:graphicEl>
                                              <a:dgm id="{5ED341B7-D14E-4C20-A013-579264AFDD4C}"/>
                                            </p:graphicEl>
                                          </p:spTgt>
                                        </p:tgtEl>
                                        <p:attrNameLst>
                                          <p:attrName>style.visibility</p:attrName>
                                        </p:attrNameLst>
                                      </p:cBhvr>
                                      <p:to>
                                        <p:strVal val="visible"/>
                                      </p:to>
                                    </p:set>
                                    <p:anim calcmode="lin" valueType="num">
                                      <p:cBhvr additive="base">
                                        <p:cTn id="43" dur="500" fill="hold"/>
                                        <p:tgtEl>
                                          <p:spTgt spid="6">
                                            <p:graphicEl>
                                              <a:dgm id="{5ED341B7-D14E-4C20-A013-579264AFDD4C}"/>
                                            </p:graphic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6">
                                            <p:graphicEl>
                                              <a:dgm id="{5ED341B7-D14E-4C20-A013-579264AFDD4C}"/>
                                            </p:graphicEl>
                                          </p:spTgt>
                                        </p:tgtEl>
                                        <p:attrNameLst>
                                          <p:attrName>ppt_y</p:attrName>
                                        </p:attrNameLst>
                                      </p:cBhvr>
                                      <p:tavLst>
                                        <p:tav tm="0">
                                          <p:val>
                                            <p:strVal val="#ppt_y"/>
                                          </p:val>
                                        </p:tav>
                                        <p:tav tm="100000">
                                          <p:val>
                                            <p:strVal val="#ppt_y"/>
                                          </p:val>
                                        </p:tav>
                                      </p:tavLst>
                                    </p:anim>
                                  </p:childTnLst>
                                </p:cTn>
                              </p:par>
                              <p:par>
                                <p:cTn id="45" presetID="2" presetClass="entr" presetSubtype="8" fill="hold" grpId="0" nodeType="withEffect">
                                  <p:stCondLst>
                                    <p:cond delay="0"/>
                                  </p:stCondLst>
                                  <p:childTnLst>
                                    <p:set>
                                      <p:cBhvr>
                                        <p:cTn id="46" dur="1" fill="hold">
                                          <p:stCondLst>
                                            <p:cond delay="0"/>
                                          </p:stCondLst>
                                        </p:cTn>
                                        <p:tgtEl>
                                          <p:spTgt spid="6">
                                            <p:graphicEl>
                                              <a:dgm id="{8E116F8C-522E-4AA4-BD9F-CBD46013F090}"/>
                                            </p:graphicEl>
                                          </p:spTgt>
                                        </p:tgtEl>
                                        <p:attrNameLst>
                                          <p:attrName>style.visibility</p:attrName>
                                        </p:attrNameLst>
                                      </p:cBhvr>
                                      <p:to>
                                        <p:strVal val="visible"/>
                                      </p:to>
                                    </p:set>
                                    <p:anim calcmode="lin" valueType="num">
                                      <p:cBhvr additive="base">
                                        <p:cTn id="47" dur="500" fill="hold"/>
                                        <p:tgtEl>
                                          <p:spTgt spid="6">
                                            <p:graphicEl>
                                              <a:dgm id="{8E116F8C-522E-4AA4-BD9F-CBD46013F090}"/>
                                            </p:graphicEl>
                                          </p:spTgt>
                                        </p:tgtEl>
                                        <p:attrNameLst>
                                          <p:attrName>ppt_x</p:attrName>
                                        </p:attrNameLst>
                                      </p:cBhvr>
                                      <p:tavLst>
                                        <p:tav tm="0">
                                          <p:val>
                                            <p:strVal val="0-#ppt_w/2"/>
                                          </p:val>
                                        </p:tav>
                                        <p:tav tm="100000">
                                          <p:val>
                                            <p:strVal val="#ppt_x"/>
                                          </p:val>
                                        </p:tav>
                                      </p:tavLst>
                                    </p:anim>
                                    <p:anim calcmode="lin" valueType="num">
                                      <p:cBhvr additive="base">
                                        <p:cTn id="48" dur="500" fill="hold"/>
                                        <p:tgtEl>
                                          <p:spTgt spid="6">
                                            <p:graphicEl>
                                              <a:dgm id="{8E116F8C-522E-4AA4-BD9F-CBD46013F090}"/>
                                            </p:graphicEl>
                                          </p:spTgt>
                                        </p:tgtEl>
                                        <p:attrNameLst>
                                          <p:attrName>ppt_y</p:attrName>
                                        </p:attrNameLst>
                                      </p:cBhvr>
                                      <p:tavLst>
                                        <p:tav tm="0">
                                          <p:val>
                                            <p:strVal val="#ppt_y"/>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8" fill="hold" grpId="0" nodeType="clickEffect">
                                  <p:stCondLst>
                                    <p:cond delay="0"/>
                                  </p:stCondLst>
                                  <p:childTnLst>
                                    <p:set>
                                      <p:cBhvr>
                                        <p:cTn id="52" dur="1" fill="hold">
                                          <p:stCondLst>
                                            <p:cond delay="0"/>
                                          </p:stCondLst>
                                        </p:cTn>
                                        <p:tgtEl>
                                          <p:spTgt spid="6">
                                            <p:graphicEl>
                                              <a:dgm id="{7E6EE71A-C589-4A18-9EEB-09C0F1A3BA63}"/>
                                            </p:graphicEl>
                                          </p:spTgt>
                                        </p:tgtEl>
                                        <p:attrNameLst>
                                          <p:attrName>style.visibility</p:attrName>
                                        </p:attrNameLst>
                                      </p:cBhvr>
                                      <p:to>
                                        <p:strVal val="visible"/>
                                      </p:to>
                                    </p:set>
                                    <p:anim calcmode="lin" valueType="num">
                                      <p:cBhvr additive="base">
                                        <p:cTn id="53" dur="500" fill="hold"/>
                                        <p:tgtEl>
                                          <p:spTgt spid="6">
                                            <p:graphicEl>
                                              <a:dgm id="{7E6EE71A-C589-4A18-9EEB-09C0F1A3BA63}"/>
                                            </p:graphicEl>
                                          </p:spTgt>
                                        </p:tgtEl>
                                        <p:attrNameLst>
                                          <p:attrName>ppt_x</p:attrName>
                                        </p:attrNameLst>
                                      </p:cBhvr>
                                      <p:tavLst>
                                        <p:tav tm="0">
                                          <p:val>
                                            <p:strVal val="0-#ppt_w/2"/>
                                          </p:val>
                                        </p:tav>
                                        <p:tav tm="100000">
                                          <p:val>
                                            <p:strVal val="#ppt_x"/>
                                          </p:val>
                                        </p:tav>
                                      </p:tavLst>
                                    </p:anim>
                                    <p:anim calcmode="lin" valueType="num">
                                      <p:cBhvr additive="base">
                                        <p:cTn id="54" dur="500" fill="hold"/>
                                        <p:tgtEl>
                                          <p:spTgt spid="6">
                                            <p:graphicEl>
                                              <a:dgm id="{7E6EE71A-C589-4A18-9EEB-09C0F1A3BA63}"/>
                                            </p:graphicEl>
                                          </p:spTgt>
                                        </p:tgtEl>
                                        <p:attrNameLst>
                                          <p:attrName>ppt_y</p:attrName>
                                        </p:attrNameLst>
                                      </p:cBhvr>
                                      <p:tavLst>
                                        <p:tav tm="0">
                                          <p:val>
                                            <p:strVal val="#ppt_y"/>
                                          </p:val>
                                        </p:tav>
                                        <p:tav tm="100000">
                                          <p:val>
                                            <p:strVal val="#ppt_y"/>
                                          </p:val>
                                        </p:tav>
                                      </p:tavLst>
                                    </p:anim>
                                  </p:childTnLst>
                                </p:cTn>
                              </p:par>
                              <p:par>
                                <p:cTn id="55" presetID="2" presetClass="entr" presetSubtype="8" fill="hold" grpId="0" nodeType="withEffect">
                                  <p:stCondLst>
                                    <p:cond delay="0"/>
                                  </p:stCondLst>
                                  <p:childTnLst>
                                    <p:set>
                                      <p:cBhvr>
                                        <p:cTn id="56" dur="1" fill="hold">
                                          <p:stCondLst>
                                            <p:cond delay="0"/>
                                          </p:stCondLst>
                                        </p:cTn>
                                        <p:tgtEl>
                                          <p:spTgt spid="6">
                                            <p:graphicEl>
                                              <a:dgm id="{05F62142-787D-4B84-A25D-BBD4DACED9A4}"/>
                                            </p:graphicEl>
                                          </p:spTgt>
                                        </p:tgtEl>
                                        <p:attrNameLst>
                                          <p:attrName>style.visibility</p:attrName>
                                        </p:attrNameLst>
                                      </p:cBhvr>
                                      <p:to>
                                        <p:strVal val="visible"/>
                                      </p:to>
                                    </p:set>
                                    <p:anim calcmode="lin" valueType="num">
                                      <p:cBhvr additive="base">
                                        <p:cTn id="57" dur="500" fill="hold"/>
                                        <p:tgtEl>
                                          <p:spTgt spid="6">
                                            <p:graphicEl>
                                              <a:dgm id="{05F62142-787D-4B84-A25D-BBD4DACED9A4}"/>
                                            </p:graphicEl>
                                          </p:spTgt>
                                        </p:tgtEl>
                                        <p:attrNameLst>
                                          <p:attrName>ppt_x</p:attrName>
                                        </p:attrNameLst>
                                      </p:cBhvr>
                                      <p:tavLst>
                                        <p:tav tm="0">
                                          <p:val>
                                            <p:strVal val="0-#ppt_w/2"/>
                                          </p:val>
                                        </p:tav>
                                        <p:tav tm="100000">
                                          <p:val>
                                            <p:strVal val="#ppt_x"/>
                                          </p:val>
                                        </p:tav>
                                      </p:tavLst>
                                    </p:anim>
                                    <p:anim calcmode="lin" valueType="num">
                                      <p:cBhvr additive="base">
                                        <p:cTn id="58" dur="500" fill="hold"/>
                                        <p:tgtEl>
                                          <p:spTgt spid="6">
                                            <p:graphicEl>
                                              <a:dgm id="{05F62142-787D-4B84-A25D-BBD4DACED9A4}"/>
                                            </p:graphicEl>
                                          </p:spTgt>
                                        </p:tgtEl>
                                        <p:attrNameLst>
                                          <p:attrName>ppt_y</p:attrName>
                                        </p:attrNameLst>
                                      </p:cBhvr>
                                      <p:tavLst>
                                        <p:tav tm="0">
                                          <p:val>
                                            <p:strVal val="#ppt_y"/>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2" presetClass="entr" presetSubtype="8" fill="hold" grpId="0" nodeType="clickEffect">
                                  <p:stCondLst>
                                    <p:cond delay="0"/>
                                  </p:stCondLst>
                                  <p:childTnLst>
                                    <p:set>
                                      <p:cBhvr>
                                        <p:cTn id="62" dur="1" fill="hold">
                                          <p:stCondLst>
                                            <p:cond delay="0"/>
                                          </p:stCondLst>
                                        </p:cTn>
                                        <p:tgtEl>
                                          <p:spTgt spid="6">
                                            <p:graphicEl>
                                              <a:dgm id="{BFFDC63D-48C2-48FD-8EEF-841722389977}"/>
                                            </p:graphicEl>
                                          </p:spTgt>
                                        </p:tgtEl>
                                        <p:attrNameLst>
                                          <p:attrName>style.visibility</p:attrName>
                                        </p:attrNameLst>
                                      </p:cBhvr>
                                      <p:to>
                                        <p:strVal val="visible"/>
                                      </p:to>
                                    </p:set>
                                    <p:anim calcmode="lin" valueType="num">
                                      <p:cBhvr additive="base">
                                        <p:cTn id="63" dur="500" fill="hold"/>
                                        <p:tgtEl>
                                          <p:spTgt spid="6">
                                            <p:graphicEl>
                                              <a:dgm id="{BFFDC63D-48C2-48FD-8EEF-841722389977}"/>
                                            </p:graphicEl>
                                          </p:spTgt>
                                        </p:tgtEl>
                                        <p:attrNameLst>
                                          <p:attrName>ppt_x</p:attrName>
                                        </p:attrNameLst>
                                      </p:cBhvr>
                                      <p:tavLst>
                                        <p:tav tm="0">
                                          <p:val>
                                            <p:strVal val="0-#ppt_w/2"/>
                                          </p:val>
                                        </p:tav>
                                        <p:tav tm="100000">
                                          <p:val>
                                            <p:strVal val="#ppt_x"/>
                                          </p:val>
                                        </p:tav>
                                      </p:tavLst>
                                    </p:anim>
                                    <p:anim calcmode="lin" valueType="num">
                                      <p:cBhvr additive="base">
                                        <p:cTn id="64" dur="500" fill="hold"/>
                                        <p:tgtEl>
                                          <p:spTgt spid="6">
                                            <p:graphicEl>
                                              <a:dgm id="{BFFDC63D-48C2-48FD-8EEF-841722389977}"/>
                                            </p:graphicEl>
                                          </p:spTgt>
                                        </p:tgtEl>
                                        <p:attrNameLst>
                                          <p:attrName>ppt_y</p:attrName>
                                        </p:attrNameLst>
                                      </p:cBhvr>
                                      <p:tavLst>
                                        <p:tav tm="0">
                                          <p:val>
                                            <p:strVal val="#ppt_y"/>
                                          </p:val>
                                        </p:tav>
                                        <p:tav tm="100000">
                                          <p:val>
                                            <p:strVal val="#ppt_y"/>
                                          </p:val>
                                        </p:tav>
                                      </p:tavLst>
                                    </p:anim>
                                  </p:childTnLst>
                                </p:cTn>
                              </p:par>
                              <p:par>
                                <p:cTn id="65" presetID="2" presetClass="entr" presetSubtype="8" fill="hold" grpId="0" nodeType="withEffect">
                                  <p:stCondLst>
                                    <p:cond delay="0"/>
                                  </p:stCondLst>
                                  <p:childTnLst>
                                    <p:set>
                                      <p:cBhvr>
                                        <p:cTn id="66" dur="1" fill="hold">
                                          <p:stCondLst>
                                            <p:cond delay="0"/>
                                          </p:stCondLst>
                                        </p:cTn>
                                        <p:tgtEl>
                                          <p:spTgt spid="6">
                                            <p:graphicEl>
                                              <a:dgm id="{0438CA60-BCB3-45A5-853D-02D155FEB832}"/>
                                            </p:graphicEl>
                                          </p:spTgt>
                                        </p:tgtEl>
                                        <p:attrNameLst>
                                          <p:attrName>style.visibility</p:attrName>
                                        </p:attrNameLst>
                                      </p:cBhvr>
                                      <p:to>
                                        <p:strVal val="visible"/>
                                      </p:to>
                                    </p:set>
                                    <p:anim calcmode="lin" valueType="num">
                                      <p:cBhvr additive="base">
                                        <p:cTn id="67" dur="500" fill="hold"/>
                                        <p:tgtEl>
                                          <p:spTgt spid="6">
                                            <p:graphicEl>
                                              <a:dgm id="{0438CA60-BCB3-45A5-853D-02D155FEB832}"/>
                                            </p:graphicEl>
                                          </p:spTgt>
                                        </p:tgtEl>
                                        <p:attrNameLst>
                                          <p:attrName>ppt_x</p:attrName>
                                        </p:attrNameLst>
                                      </p:cBhvr>
                                      <p:tavLst>
                                        <p:tav tm="0">
                                          <p:val>
                                            <p:strVal val="0-#ppt_w/2"/>
                                          </p:val>
                                        </p:tav>
                                        <p:tav tm="100000">
                                          <p:val>
                                            <p:strVal val="#ppt_x"/>
                                          </p:val>
                                        </p:tav>
                                      </p:tavLst>
                                    </p:anim>
                                    <p:anim calcmode="lin" valueType="num">
                                      <p:cBhvr additive="base">
                                        <p:cTn id="68" dur="500" fill="hold"/>
                                        <p:tgtEl>
                                          <p:spTgt spid="6">
                                            <p:graphicEl>
                                              <a:dgm id="{0438CA60-BCB3-45A5-853D-02D155FEB832}"/>
                                            </p:graphic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Sub>
          <a:bldDgm bld="one"/>
        </p:bldSub>
      </p:bldGraphic>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p:cNvGraphicFramePr>
            <a:graphicFrameLocks noGrp="1"/>
          </p:cNvGraphicFramePr>
          <p:nvPr>
            <p:ph idx="4294967295"/>
            <p:extLst>
              <p:ext uri="{D42A27DB-BD31-4B8C-83A1-F6EECF244321}">
                <p14:modId xmlns:p14="http://schemas.microsoft.com/office/powerpoint/2010/main" val="3603584258"/>
              </p:ext>
            </p:extLst>
          </p:nvPr>
        </p:nvGraphicFramePr>
        <p:xfrm>
          <a:off x="1752600" y="2247900"/>
          <a:ext cx="14478000" cy="697468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itle 1"/>
          <p:cNvSpPr txBox="1">
            <a:spLocks/>
          </p:cNvSpPr>
          <p:nvPr/>
        </p:nvSpPr>
        <p:spPr>
          <a:xfrm>
            <a:off x="1280622" y="948916"/>
            <a:ext cx="14035577" cy="1021773"/>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GB" sz="4800" dirty="0">
                <a:solidFill>
                  <a:schemeClr val="tx2">
                    <a:lumMod val="75000"/>
                  </a:schemeClr>
                </a:solidFill>
                <a:latin typeface="Segoe UI 1" panose="020B0802040204020203" charset="0"/>
                <a:cs typeface="Segoe UI 1" panose="020B0802040204020203" charset="0"/>
              </a:rPr>
              <a:t>Object Oriented Programming Language [OOP]</a:t>
            </a:r>
            <a:endParaRPr lang="en-US" sz="4800" dirty="0">
              <a:solidFill>
                <a:schemeClr val="tx2">
                  <a:lumMod val="75000"/>
                </a:schemeClr>
              </a:solidFill>
              <a:latin typeface="Segoe UI 1" panose="020B0802040204020203" charset="0"/>
              <a:cs typeface="Segoe UI 1" panose="020B0802040204020203" charset="0"/>
            </a:endParaRPr>
          </a:p>
        </p:txBody>
      </p:sp>
      <p:grpSp>
        <p:nvGrpSpPr>
          <p:cNvPr id="5" name="Group 3">
            <a:extLst>
              <a:ext uri="{FF2B5EF4-FFF2-40B4-BE49-F238E27FC236}">
                <a16:creationId xmlns:a16="http://schemas.microsoft.com/office/drawing/2014/main" id="{3D418609-2F76-130E-14AE-86DEC5FB4D02}"/>
              </a:ext>
            </a:extLst>
          </p:cNvPr>
          <p:cNvGrpSpPr/>
          <p:nvPr/>
        </p:nvGrpSpPr>
        <p:grpSpPr>
          <a:xfrm>
            <a:off x="816554" y="1179444"/>
            <a:ext cx="424292" cy="424292"/>
            <a:chOff x="0" y="0"/>
            <a:chExt cx="812800" cy="812800"/>
          </a:xfrm>
        </p:grpSpPr>
        <p:sp>
          <p:nvSpPr>
            <p:cNvPr id="7" name="Freeform 4">
              <a:extLst>
                <a:ext uri="{FF2B5EF4-FFF2-40B4-BE49-F238E27FC236}">
                  <a16:creationId xmlns:a16="http://schemas.microsoft.com/office/drawing/2014/main" id="{542FE6D8-3CEA-4B3E-018E-CBC17A8C735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E3A6E"/>
            </a:solidFill>
          </p:spPr>
          <p:txBody>
            <a:bodyPr/>
            <a:lstStyle/>
            <a:p>
              <a:endParaRPr lang="en-US"/>
            </a:p>
          </p:txBody>
        </p:sp>
        <p:sp>
          <p:nvSpPr>
            <p:cNvPr id="8" name="TextBox 5">
              <a:extLst>
                <a:ext uri="{FF2B5EF4-FFF2-40B4-BE49-F238E27FC236}">
                  <a16:creationId xmlns:a16="http://schemas.microsoft.com/office/drawing/2014/main" id="{07CC5BB2-91A0-F498-3F38-46BAD0524608}"/>
                </a:ext>
              </a:extLst>
            </p:cNvPr>
            <p:cNvSpPr txBox="1"/>
            <p:nvPr/>
          </p:nvSpPr>
          <p:spPr>
            <a:xfrm>
              <a:off x="76200" y="28575"/>
              <a:ext cx="660400" cy="708025"/>
            </a:xfrm>
            <a:prstGeom prst="rect">
              <a:avLst/>
            </a:prstGeom>
          </p:spPr>
          <p:txBody>
            <a:bodyPr lIns="50800" tIns="50800" rIns="50800" bIns="50800" rtlCol="0" anchor="ctr"/>
            <a:lstStyle/>
            <a:p>
              <a:pPr algn="ctr">
                <a:lnSpc>
                  <a:spcPts val="2239"/>
                </a:lnSpc>
              </a:pPr>
              <a:endParaRPr/>
            </a:p>
          </p:txBody>
        </p:sp>
      </p:grpSp>
    </p:spTree>
    <p:extLst>
      <p:ext uri="{BB962C8B-B14F-4D97-AF65-F5344CB8AC3E}">
        <p14:creationId xmlns:p14="http://schemas.microsoft.com/office/powerpoint/2010/main" val="122606487"/>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
                                            <p:graphicEl>
                                              <a:dgm id="{B5899C12-F491-4719-966B-910D66EF3E09}"/>
                                            </p:graphicEl>
                                          </p:spTgt>
                                        </p:tgtEl>
                                        <p:attrNameLst>
                                          <p:attrName>style.visibility</p:attrName>
                                        </p:attrNameLst>
                                      </p:cBhvr>
                                      <p:to>
                                        <p:strVal val="visible"/>
                                      </p:to>
                                    </p:set>
                                    <p:anim calcmode="lin" valueType="num">
                                      <p:cBhvr additive="base">
                                        <p:cTn id="7" dur="500" fill="hold"/>
                                        <p:tgtEl>
                                          <p:spTgt spid="6">
                                            <p:graphicEl>
                                              <a:dgm id="{B5899C12-F491-4719-966B-910D66EF3E09}"/>
                                            </p:graphicEl>
                                          </p:spTgt>
                                        </p:tgtEl>
                                        <p:attrNameLst>
                                          <p:attrName>ppt_x</p:attrName>
                                        </p:attrNameLst>
                                      </p:cBhvr>
                                      <p:tavLst>
                                        <p:tav tm="0">
                                          <p:val>
                                            <p:strVal val="0-#ppt_w/2"/>
                                          </p:val>
                                        </p:tav>
                                        <p:tav tm="100000">
                                          <p:val>
                                            <p:strVal val="#ppt_x"/>
                                          </p:val>
                                        </p:tav>
                                      </p:tavLst>
                                    </p:anim>
                                    <p:anim calcmode="lin" valueType="num">
                                      <p:cBhvr additive="base">
                                        <p:cTn id="8" dur="500" fill="hold"/>
                                        <p:tgtEl>
                                          <p:spTgt spid="6">
                                            <p:graphicEl>
                                              <a:dgm id="{B5899C12-F491-4719-966B-910D66EF3E09}"/>
                                            </p:graphic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6">
                                            <p:graphicEl>
                                              <a:dgm id="{DF8ED3DC-B966-4B30-9E78-26D9CC9A88D6}"/>
                                            </p:graphicEl>
                                          </p:spTgt>
                                        </p:tgtEl>
                                        <p:attrNameLst>
                                          <p:attrName>style.visibility</p:attrName>
                                        </p:attrNameLst>
                                      </p:cBhvr>
                                      <p:to>
                                        <p:strVal val="visible"/>
                                      </p:to>
                                    </p:set>
                                    <p:anim calcmode="lin" valueType="num">
                                      <p:cBhvr additive="base">
                                        <p:cTn id="11" dur="500" fill="hold"/>
                                        <p:tgtEl>
                                          <p:spTgt spid="6">
                                            <p:graphicEl>
                                              <a:dgm id="{DF8ED3DC-B966-4B30-9E78-26D9CC9A88D6}"/>
                                            </p:graphic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6">
                                            <p:graphicEl>
                                              <a:dgm id="{DF8ED3DC-B966-4B30-9E78-26D9CC9A88D6}"/>
                                            </p:graphicEl>
                                          </p:spTgt>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6">
                                            <p:graphicEl>
                                              <a:dgm id="{0BF3FE90-CF8C-4DAA-B760-C43595D82128}"/>
                                            </p:graphicEl>
                                          </p:spTgt>
                                        </p:tgtEl>
                                        <p:attrNameLst>
                                          <p:attrName>style.visibility</p:attrName>
                                        </p:attrNameLst>
                                      </p:cBhvr>
                                      <p:to>
                                        <p:strVal val="visible"/>
                                      </p:to>
                                    </p:set>
                                    <p:anim calcmode="lin" valueType="num">
                                      <p:cBhvr additive="base">
                                        <p:cTn id="17" dur="500" fill="hold"/>
                                        <p:tgtEl>
                                          <p:spTgt spid="6">
                                            <p:graphicEl>
                                              <a:dgm id="{0BF3FE90-CF8C-4DAA-B760-C43595D82128}"/>
                                            </p:graphic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6">
                                            <p:graphicEl>
                                              <a:dgm id="{0BF3FE90-CF8C-4DAA-B760-C43595D82128}"/>
                                            </p:graphicEl>
                                          </p:spTgt>
                                        </p:tgtEl>
                                        <p:attrNameLst>
                                          <p:attrName>ppt_y</p:attrName>
                                        </p:attrNameLst>
                                      </p:cBhvr>
                                      <p:tavLst>
                                        <p:tav tm="0">
                                          <p:val>
                                            <p:strVal val="#ppt_y"/>
                                          </p:val>
                                        </p:tav>
                                        <p:tav tm="100000">
                                          <p:val>
                                            <p:strVal val="#ppt_y"/>
                                          </p:val>
                                        </p:tav>
                                      </p:tavLst>
                                    </p:anim>
                                  </p:childTnLst>
                                </p:cTn>
                              </p:par>
                              <p:par>
                                <p:cTn id="19" presetID="2" presetClass="entr" presetSubtype="8" fill="hold" grpId="0" nodeType="withEffect">
                                  <p:stCondLst>
                                    <p:cond delay="0"/>
                                  </p:stCondLst>
                                  <p:childTnLst>
                                    <p:set>
                                      <p:cBhvr>
                                        <p:cTn id="20" dur="1" fill="hold">
                                          <p:stCondLst>
                                            <p:cond delay="0"/>
                                          </p:stCondLst>
                                        </p:cTn>
                                        <p:tgtEl>
                                          <p:spTgt spid="6">
                                            <p:graphicEl>
                                              <a:dgm id="{E833AAB1-A9CD-476E-A189-C97851E281FA}"/>
                                            </p:graphicEl>
                                          </p:spTgt>
                                        </p:tgtEl>
                                        <p:attrNameLst>
                                          <p:attrName>style.visibility</p:attrName>
                                        </p:attrNameLst>
                                      </p:cBhvr>
                                      <p:to>
                                        <p:strVal val="visible"/>
                                      </p:to>
                                    </p:set>
                                    <p:anim calcmode="lin" valueType="num">
                                      <p:cBhvr additive="base">
                                        <p:cTn id="21" dur="500" fill="hold"/>
                                        <p:tgtEl>
                                          <p:spTgt spid="6">
                                            <p:graphicEl>
                                              <a:dgm id="{E833AAB1-A9CD-476E-A189-C97851E281FA}"/>
                                            </p:graphicEl>
                                          </p:spTgt>
                                        </p:tgtEl>
                                        <p:attrNameLst>
                                          <p:attrName>ppt_x</p:attrName>
                                        </p:attrNameLst>
                                      </p:cBhvr>
                                      <p:tavLst>
                                        <p:tav tm="0">
                                          <p:val>
                                            <p:strVal val="0-#ppt_w/2"/>
                                          </p:val>
                                        </p:tav>
                                        <p:tav tm="100000">
                                          <p:val>
                                            <p:strVal val="#ppt_x"/>
                                          </p:val>
                                        </p:tav>
                                      </p:tavLst>
                                    </p:anim>
                                    <p:anim calcmode="lin" valueType="num">
                                      <p:cBhvr additive="base">
                                        <p:cTn id="22" dur="500" fill="hold"/>
                                        <p:tgtEl>
                                          <p:spTgt spid="6">
                                            <p:graphicEl>
                                              <a:dgm id="{E833AAB1-A9CD-476E-A189-C97851E281FA}"/>
                                            </p:graphicEl>
                                          </p:spTgt>
                                        </p:tgtEl>
                                        <p:attrNameLst>
                                          <p:attrName>ppt_y</p:attrName>
                                        </p:attrNameLst>
                                      </p:cBhvr>
                                      <p:tavLst>
                                        <p:tav tm="0">
                                          <p:val>
                                            <p:strVal val="#ppt_y"/>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grpId="0" nodeType="clickEffect">
                                  <p:stCondLst>
                                    <p:cond delay="0"/>
                                  </p:stCondLst>
                                  <p:childTnLst>
                                    <p:set>
                                      <p:cBhvr>
                                        <p:cTn id="26" dur="1" fill="hold">
                                          <p:stCondLst>
                                            <p:cond delay="0"/>
                                          </p:stCondLst>
                                        </p:cTn>
                                        <p:tgtEl>
                                          <p:spTgt spid="6">
                                            <p:graphicEl>
                                              <a:dgm id="{5DB3CB62-3F51-45C9-A539-05CFB43CC1D8}"/>
                                            </p:graphicEl>
                                          </p:spTgt>
                                        </p:tgtEl>
                                        <p:attrNameLst>
                                          <p:attrName>style.visibility</p:attrName>
                                        </p:attrNameLst>
                                      </p:cBhvr>
                                      <p:to>
                                        <p:strVal val="visible"/>
                                      </p:to>
                                    </p:set>
                                    <p:anim calcmode="lin" valueType="num">
                                      <p:cBhvr additive="base">
                                        <p:cTn id="27" dur="500" fill="hold"/>
                                        <p:tgtEl>
                                          <p:spTgt spid="6">
                                            <p:graphicEl>
                                              <a:dgm id="{5DB3CB62-3F51-45C9-A539-05CFB43CC1D8}"/>
                                            </p:graphicEl>
                                          </p:spTgt>
                                        </p:tgtEl>
                                        <p:attrNameLst>
                                          <p:attrName>ppt_x</p:attrName>
                                        </p:attrNameLst>
                                      </p:cBhvr>
                                      <p:tavLst>
                                        <p:tav tm="0">
                                          <p:val>
                                            <p:strVal val="0-#ppt_w/2"/>
                                          </p:val>
                                        </p:tav>
                                        <p:tav tm="100000">
                                          <p:val>
                                            <p:strVal val="#ppt_x"/>
                                          </p:val>
                                        </p:tav>
                                      </p:tavLst>
                                    </p:anim>
                                    <p:anim calcmode="lin" valueType="num">
                                      <p:cBhvr additive="base">
                                        <p:cTn id="28" dur="500" fill="hold"/>
                                        <p:tgtEl>
                                          <p:spTgt spid="6">
                                            <p:graphicEl>
                                              <a:dgm id="{5DB3CB62-3F51-45C9-A539-05CFB43CC1D8}"/>
                                            </p:graphicEl>
                                          </p:spTgt>
                                        </p:tgtEl>
                                        <p:attrNameLst>
                                          <p:attrName>ppt_y</p:attrName>
                                        </p:attrNameLst>
                                      </p:cBhvr>
                                      <p:tavLst>
                                        <p:tav tm="0">
                                          <p:val>
                                            <p:strVal val="#ppt_y"/>
                                          </p:val>
                                        </p:tav>
                                        <p:tav tm="100000">
                                          <p:val>
                                            <p:strVal val="#ppt_y"/>
                                          </p:val>
                                        </p:tav>
                                      </p:tavLst>
                                    </p:anim>
                                  </p:childTnLst>
                                </p:cTn>
                              </p:par>
                              <p:par>
                                <p:cTn id="29" presetID="2" presetClass="entr" presetSubtype="8" fill="hold" grpId="0" nodeType="withEffect">
                                  <p:stCondLst>
                                    <p:cond delay="0"/>
                                  </p:stCondLst>
                                  <p:childTnLst>
                                    <p:set>
                                      <p:cBhvr>
                                        <p:cTn id="30" dur="1" fill="hold">
                                          <p:stCondLst>
                                            <p:cond delay="0"/>
                                          </p:stCondLst>
                                        </p:cTn>
                                        <p:tgtEl>
                                          <p:spTgt spid="6">
                                            <p:graphicEl>
                                              <a:dgm id="{2CF44343-0020-4401-9232-936A6306BD0E}"/>
                                            </p:graphicEl>
                                          </p:spTgt>
                                        </p:tgtEl>
                                        <p:attrNameLst>
                                          <p:attrName>style.visibility</p:attrName>
                                        </p:attrNameLst>
                                      </p:cBhvr>
                                      <p:to>
                                        <p:strVal val="visible"/>
                                      </p:to>
                                    </p:set>
                                    <p:anim calcmode="lin" valueType="num">
                                      <p:cBhvr additive="base">
                                        <p:cTn id="31" dur="500" fill="hold"/>
                                        <p:tgtEl>
                                          <p:spTgt spid="6">
                                            <p:graphicEl>
                                              <a:dgm id="{2CF44343-0020-4401-9232-936A6306BD0E}"/>
                                            </p:graphic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6">
                                            <p:graphicEl>
                                              <a:dgm id="{2CF44343-0020-4401-9232-936A6306BD0E}"/>
                                            </p:graphic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6">
                                            <p:graphicEl>
                                              <a:dgm id="{237734F2-1E30-4BDB-8B09-7880008AC6D3}"/>
                                            </p:graphicEl>
                                          </p:spTgt>
                                        </p:tgtEl>
                                        <p:attrNameLst>
                                          <p:attrName>style.visibility</p:attrName>
                                        </p:attrNameLst>
                                      </p:cBhvr>
                                      <p:to>
                                        <p:strVal val="visible"/>
                                      </p:to>
                                    </p:set>
                                    <p:anim calcmode="lin" valueType="num">
                                      <p:cBhvr additive="base">
                                        <p:cTn id="37" dur="500" fill="hold"/>
                                        <p:tgtEl>
                                          <p:spTgt spid="6">
                                            <p:graphicEl>
                                              <a:dgm id="{237734F2-1E30-4BDB-8B09-7880008AC6D3}"/>
                                            </p:graphic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6">
                                            <p:graphicEl>
                                              <a:dgm id="{237734F2-1E30-4BDB-8B09-7880008AC6D3}"/>
                                            </p:graphicEl>
                                          </p:spTgt>
                                        </p:tgtEl>
                                        <p:attrNameLst>
                                          <p:attrName>ppt_y</p:attrName>
                                        </p:attrNameLst>
                                      </p:cBhvr>
                                      <p:tavLst>
                                        <p:tav tm="0">
                                          <p:val>
                                            <p:strVal val="#ppt_y"/>
                                          </p:val>
                                        </p:tav>
                                        <p:tav tm="100000">
                                          <p:val>
                                            <p:strVal val="#ppt_y"/>
                                          </p:val>
                                        </p:tav>
                                      </p:tavLst>
                                    </p:anim>
                                  </p:childTnLst>
                                </p:cTn>
                              </p:par>
                              <p:par>
                                <p:cTn id="39" presetID="2" presetClass="entr" presetSubtype="8" fill="hold" grpId="0" nodeType="withEffect">
                                  <p:stCondLst>
                                    <p:cond delay="0"/>
                                  </p:stCondLst>
                                  <p:childTnLst>
                                    <p:set>
                                      <p:cBhvr>
                                        <p:cTn id="40" dur="1" fill="hold">
                                          <p:stCondLst>
                                            <p:cond delay="0"/>
                                          </p:stCondLst>
                                        </p:cTn>
                                        <p:tgtEl>
                                          <p:spTgt spid="6">
                                            <p:graphicEl>
                                              <a:dgm id="{376F87C4-123F-4A8E-ACA6-7EE01BF91716}"/>
                                            </p:graphicEl>
                                          </p:spTgt>
                                        </p:tgtEl>
                                        <p:attrNameLst>
                                          <p:attrName>style.visibility</p:attrName>
                                        </p:attrNameLst>
                                      </p:cBhvr>
                                      <p:to>
                                        <p:strVal val="visible"/>
                                      </p:to>
                                    </p:set>
                                    <p:anim calcmode="lin" valueType="num">
                                      <p:cBhvr additive="base">
                                        <p:cTn id="41" dur="500" fill="hold"/>
                                        <p:tgtEl>
                                          <p:spTgt spid="6">
                                            <p:graphicEl>
                                              <a:dgm id="{376F87C4-123F-4A8E-ACA6-7EE01BF91716}"/>
                                            </p:graphicEl>
                                          </p:spTgt>
                                        </p:tgtEl>
                                        <p:attrNameLst>
                                          <p:attrName>ppt_x</p:attrName>
                                        </p:attrNameLst>
                                      </p:cBhvr>
                                      <p:tavLst>
                                        <p:tav tm="0">
                                          <p:val>
                                            <p:strVal val="0-#ppt_w/2"/>
                                          </p:val>
                                        </p:tav>
                                        <p:tav tm="100000">
                                          <p:val>
                                            <p:strVal val="#ppt_x"/>
                                          </p:val>
                                        </p:tav>
                                      </p:tavLst>
                                    </p:anim>
                                    <p:anim calcmode="lin" valueType="num">
                                      <p:cBhvr additive="base">
                                        <p:cTn id="42" dur="500" fill="hold"/>
                                        <p:tgtEl>
                                          <p:spTgt spid="6">
                                            <p:graphicEl>
                                              <a:dgm id="{376F87C4-123F-4A8E-ACA6-7EE01BF91716}"/>
                                            </p:graphicEl>
                                          </p:spTgt>
                                        </p:tgtEl>
                                        <p:attrNameLst>
                                          <p:attrName>ppt_y</p:attrName>
                                        </p:attrNameLst>
                                      </p:cBhvr>
                                      <p:tavLst>
                                        <p:tav tm="0">
                                          <p:val>
                                            <p:strVal val="#ppt_y"/>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8" fill="hold" grpId="0" nodeType="clickEffect">
                                  <p:stCondLst>
                                    <p:cond delay="0"/>
                                  </p:stCondLst>
                                  <p:childTnLst>
                                    <p:set>
                                      <p:cBhvr>
                                        <p:cTn id="46" dur="1" fill="hold">
                                          <p:stCondLst>
                                            <p:cond delay="0"/>
                                          </p:stCondLst>
                                        </p:cTn>
                                        <p:tgtEl>
                                          <p:spTgt spid="6">
                                            <p:graphicEl>
                                              <a:dgm id="{BD8468E0-D713-4F35-A3B8-ADA1C9DF79BB}"/>
                                            </p:graphicEl>
                                          </p:spTgt>
                                        </p:tgtEl>
                                        <p:attrNameLst>
                                          <p:attrName>style.visibility</p:attrName>
                                        </p:attrNameLst>
                                      </p:cBhvr>
                                      <p:to>
                                        <p:strVal val="visible"/>
                                      </p:to>
                                    </p:set>
                                    <p:anim calcmode="lin" valueType="num">
                                      <p:cBhvr additive="base">
                                        <p:cTn id="47" dur="500" fill="hold"/>
                                        <p:tgtEl>
                                          <p:spTgt spid="6">
                                            <p:graphicEl>
                                              <a:dgm id="{BD8468E0-D713-4F35-A3B8-ADA1C9DF79BB}"/>
                                            </p:graphicEl>
                                          </p:spTgt>
                                        </p:tgtEl>
                                        <p:attrNameLst>
                                          <p:attrName>ppt_x</p:attrName>
                                        </p:attrNameLst>
                                      </p:cBhvr>
                                      <p:tavLst>
                                        <p:tav tm="0">
                                          <p:val>
                                            <p:strVal val="0-#ppt_w/2"/>
                                          </p:val>
                                        </p:tav>
                                        <p:tav tm="100000">
                                          <p:val>
                                            <p:strVal val="#ppt_x"/>
                                          </p:val>
                                        </p:tav>
                                      </p:tavLst>
                                    </p:anim>
                                    <p:anim calcmode="lin" valueType="num">
                                      <p:cBhvr additive="base">
                                        <p:cTn id="48" dur="500" fill="hold"/>
                                        <p:tgtEl>
                                          <p:spTgt spid="6">
                                            <p:graphicEl>
                                              <a:dgm id="{BD8468E0-D713-4F35-A3B8-ADA1C9DF79BB}"/>
                                            </p:graphicEl>
                                          </p:spTgt>
                                        </p:tgtEl>
                                        <p:attrNameLst>
                                          <p:attrName>ppt_y</p:attrName>
                                        </p:attrNameLst>
                                      </p:cBhvr>
                                      <p:tavLst>
                                        <p:tav tm="0">
                                          <p:val>
                                            <p:strVal val="#ppt_y"/>
                                          </p:val>
                                        </p:tav>
                                        <p:tav tm="100000">
                                          <p:val>
                                            <p:strVal val="#ppt_y"/>
                                          </p:val>
                                        </p:tav>
                                      </p:tavLst>
                                    </p:anim>
                                  </p:childTnLst>
                                </p:cTn>
                              </p:par>
                              <p:par>
                                <p:cTn id="49" presetID="2" presetClass="entr" presetSubtype="8" fill="hold" grpId="0" nodeType="withEffect">
                                  <p:stCondLst>
                                    <p:cond delay="0"/>
                                  </p:stCondLst>
                                  <p:childTnLst>
                                    <p:set>
                                      <p:cBhvr>
                                        <p:cTn id="50" dur="1" fill="hold">
                                          <p:stCondLst>
                                            <p:cond delay="0"/>
                                          </p:stCondLst>
                                        </p:cTn>
                                        <p:tgtEl>
                                          <p:spTgt spid="6">
                                            <p:graphicEl>
                                              <a:dgm id="{87C8C3C7-AA1E-4883-983B-42BD283FB9B8}"/>
                                            </p:graphicEl>
                                          </p:spTgt>
                                        </p:tgtEl>
                                        <p:attrNameLst>
                                          <p:attrName>style.visibility</p:attrName>
                                        </p:attrNameLst>
                                      </p:cBhvr>
                                      <p:to>
                                        <p:strVal val="visible"/>
                                      </p:to>
                                    </p:set>
                                    <p:anim calcmode="lin" valueType="num">
                                      <p:cBhvr additive="base">
                                        <p:cTn id="51" dur="500" fill="hold"/>
                                        <p:tgtEl>
                                          <p:spTgt spid="6">
                                            <p:graphicEl>
                                              <a:dgm id="{87C8C3C7-AA1E-4883-983B-42BD283FB9B8}"/>
                                            </p:graphicEl>
                                          </p:spTgt>
                                        </p:tgtEl>
                                        <p:attrNameLst>
                                          <p:attrName>ppt_x</p:attrName>
                                        </p:attrNameLst>
                                      </p:cBhvr>
                                      <p:tavLst>
                                        <p:tav tm="0">
                                          <p:val>
                                            <p:strVal val="0-#ppt_w/2"/>
                                          </p:val>
                                        </p:tav>
                                        <p:tav tm="100000">
                                          <p:val>
                                            <p:strVal val="#ppt_x"/>
                                          </p:val>
                                        </p:tav>
                                      </p:tavLst>
                                    </p:anim>
                                    <p:anim calcmode="lin" valueType="num">
                                      <p:cBhvr additive="base">
                                        <p:cTn id="52" dur="500" fill="hold"/>
                                        <p:tgtEl>
                                          <p:spTgt spid="6">
                                            <p:graphicEl>
                                              <a:dgm id="{87C8C3C7-AA1E-4883-983B-42BD283FB9B8}"/>
                                            </p:graphic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Sub>
          <a:bldDgm bld="one"/>
        </p:bldSub>
      </p:bldGraphic>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p:cNvGraphicFramePr>
            <a:graphicFrameLocks noGrp="1"/>
          </p:cNvGraphicFramePr>
          <p:nvPr>
            <p:ph idx="4294967295"/>
            <p:extLst>
              <p:ext uri="{D42A27DB-BD31-4B8C-83A1-F6EECF244321}">
                <p14:modId xmlns:p14="http://schemas.microsoft.com/office/powerpoint/2010/main" val="669003474"/>
              </p:ext>
            </p:extLst>
          </p:nvPr>
        </p:nvGraphicFramePr>
        <p:xfrm>
          <a:off x="31230" y="1970689"/>
          <a:ext cx="17342370" cy="731281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itle 1"/>
          <p:cNvSpPr txBox="1">
            <a:spLocks/>
          </p:cNvSpPr>
          <p:nvPr/>
        </p:nvSpPr>
        <p:spPr>
          <a:xfrm>
            <a:off x="1280623" y="948916"/>
            <a:ext cx="6356780" cy="1021773"/>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GB" sz="4800" dirty="0">
                <a:solidFill>
                  <a:schemeClr val="tx2">
                    <a:lumMod val="75000"/>
                  </a:schemeClr>
                </a:solidFill>
                <a:latin typeface="Segoe UI 1" panose="020B0802040204020203" charset="0"/>
                <a:cs typeface="Segoe UI 1" panose="020B0802040204020203" charset="0"/>
              </a:rPr>
              <a:t>Structure Of OOP</a:t>
            </a:r>
            <a:endParaRPr lang="en-US" sz="4800" dirty="0">
              <a:solidFill>
                <a:schemeClr val="tx2">
                  <a:lumMod val="75000"/>
                </a:schemeClr>
              </a:solidFill>
              <a:latin typeface="Segoe UI 1" panose="020B0802040204020203" charset="0"/>
              <a:cs typeface="Segoe UI 1" panose="020B0802040204020203" charset="0"/>
            </a:endParaRPr>
          </a:p>
        </p:txBody>
      </p:sp>
      <p:grpSp>
        <p:nvGrpSpPr>
          <p:cNvPr id="5" name="Group 3">
            <a:extLst>
              <a:ext uri="{FF2B5EF4-FFF2-40B4-BE49-F238E27FC236}">
                <a16:creationId xmlns:a16="http://schemas.microsoft.com/office/drawing/2014/main" id="{3D418609-2F76-130E-14AE-86DEC5FB4D02}"/>
              </a:ext>
            </a:extLst>
          </p:cNvPr>
          <p:cNvGrpSpPr/>
          <p:nvPr/>
        </p:nvGrpSpPr>
        <p:grpSpPr>
          <a:xfrm>
            <a:off x="816554" y="1179444"/>
            <a:ext cx="424292" cy="424292"/>
            <a:chOff x="0" y="0"/>
            <a:chExt cx="812800" cy="812800"/>
          </a:xfrm>
        </p:grpSpPr>
        <p:sp>
          <p:nvSpPr>
            <p:cNvPr id="7" name="Freeform 4">
              <a:extLst>
                <a:ext uri="{FF2B5EF4-FFF2-40B4-BE49-F238E27FC236}">
                  <a16:creationId xmlns:a16="http://schemas.microsoft.com/office/drawing/2014/main" id="{542FE6D8-3CEA-4B3E-018E-CBC17A8C735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E3A6E"/>
            </a:solidFill>
          </p:spPr>
          <p:txBody>
            <a:bodyPr/>
            <a:lstStyle/>
            <a:p>
              <a:endParaRPr lang="en-US"/>
            </a:p>
          </p:txBody>
        </p:sp>
        <p:sp>
          <p:nvSpPr>
            <p:cNvPr id="8" name="TextBox 5">
              <a:extLst>
                <a:ext uri="{FF2B5EF4-FFF2-40B4-BE49-F238E27FC236}">
                  <a16:creationId xmlns:a16="http://schemas.microsoft.com/office/drawing/2014/main" id="{07CC5BB2-91A0-F498-3F38-46BAD0524608}"/>
                </a:ext>
              </a:extLst>
            </p:cNvPr>
            <p:cNvSpPr txBox="1"/>
            <p:nvPr/>
          </p:nvSpPr>
          <p:spPr>
            <a:xfrm>
              <a:off x="76200" y="28575"/>
              <a:ext cx="660400" cy="708025"/>
            </a:xfrm>
            <a:prstGeom prst="rect">
              <a:avLst/>
            </a:prstGeom>
          </p:spPr>
          <p:txBody>
            <a:bodyPr lIns="50800" tIns="50800" rIns="50800" bIns="50800" rtlCol="0" anchor="ctr"/>
            <a:lstStyle/>
            <a:p>
              <a:pPr algn="ctr">
                <a:lnSpc>
                  <a:spcPts val="2239"/>
                </a:lnSpc>
              </a:pPr>
              <a:endParaRPr/>
            </a:p>
          </p:txBody>
        </p:sp>
      </p:grpSp>
    </p:spTree>
    <p:extLst>
      <p:ext uri="{BB962C8B-B14F-4D97-AF65-F5344CB8AC3E}">
        <p14:creationId xmlns:p14="http://schemas.microsoft.com/office/powerpoint/2010/main" val="1731723160"/>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graphicEl>
                                              <a:dgm id="{712EAC83-14E5-4296-A17C-839923E60F42}"/>
                                            </p:graphicEl>
                                          </p:spTgt>
                                        </p:tgtEl>
                                        <p:attrNameLst>
                                          <p:attrName>style.visibility</p:attrName>
                                        </p:attrNameLst>
                                      </p:cBhvr>
                                      <p:to>
                                        <p:strVal val="visible"/>
                                      </p:to>
                                    </p:set>
                                    <p:anim calcmode="lin" valueType="num">
                                      <p:cBhvr additive="base">
                                        <p:cTn id="7" dur="500" fill="hold"/>
                                        <p:tgtEl>
                                          <p:spTgt spid="6">
                                            <p:graphicEl>
                                              <a:dgm id="{712EAC83-14E5-4296-A17C-839923E60F42}"/>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graphicEl>
                                              <a:dgm id="{712EAC83-14E5-4296-A17C-839923E60F42}"/>
                                            </p:graphic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graphicEl>
                                              <a:dgm id="{1C15674B-B639-4141-91E7-46D564D885F9}"/>
                                            </p:graphicEl>
                                          </p:spTgt>
                                        </p:tgtEl>
                                        <p:attrNameLst>
                                          <p:attrName>style.visibility</p:attrName>
                                        </p:attrNameLst>
                                      </p:cBhvr>
                                      <p:to>
                                        <p:strVal val="visible"/>
                                      </p:to>
                                    </p:set>
                                    <p:anim calcmode="lin" valueType="num">
                                      <p:cBhvr additive="base">
                                        <p:cTn id="13" dur="500" fill="hold"/>
                                        <p:tgtEl>
                                          <p:spTgt spid="6">
                                            <p:graphicEl>
                                              <a:dgm id="{1C15674B-B639-4141-91E7-46D564D885F9}"/>
                                            </p:graphicEl>
                                          </p:spTgt>
                                        </p:tgtEl>
                                        <p:attrNameLst>
                                          <p:attrName>ppt_x</p:attrName>
                                        </p:attrNameLst>
                                      </p:cBhvr>
                                      <p:tavLst>
                                        <p:tav tm="0">
                                          <p:val>
                                            <p:strVal val="#ppt_x"/>
                                          </p:val>
                                        </p:tav>
                                        <p:tav tm="100000">
                                          <p:val>
                                            <p:strVal val="#ppt_x"/>
                                          </p:val>
                                        </p:tav>
                                      </p:tavLst>
                                    </p:anim>
                                    <p:anim calcmode="lin" valueType="num">
                                      <p:cBhvr additive="base">
                                        <p:cTn id="14" dur="500" fill="hold"/>
                                        <p:tgtEl>
                                          <p:spTgt spid="6">
                                            <p:graphicEl>
                                              <a:dgm id="{1C15674B-B639-4141-91E7-46D564D885F9}"/>
                                            </p:graphic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
                                            <p:graphicEl>
                                              <a:dgm id="{E907019A-2A4F-472F-9C2B-40DFBA0151A0}"/>
                                            </p:graphicEl>
                                          </p:spTgt>
                                        </p:tgtEl>
                                        <p:attrNameLst>
                                          <p:attrName>style.visibility</p:attrName>
                                        </p:attrNameLst>
                                      </p:cBhvr>
                                      <p:to>
                                        <p:strVal val="visible"/>
                                      </p:to>
                                    </p:set>
                                    <p:anim calcmode="lin" valueType="num">
                                      <p:cBhvr additive="base">
                                        <p:cTn id="19" dur="500" fill="hold"/>
                                        <p:tgtEl>
                                          <p:spTgt spid="6">
                                            <p:graphicEl>
                                              <a:dgm id="{E907019A-2A4F-472F-9C2B-40DFBA0151A0}"/>
                                            </p:graphicEl>
                                          </p:spTgt>
                                        </p:tgtEl>
                                        <p:attrNameLst>
                                          <p:attrName>ppt_x</p:attrName>
                                        </p:attrNameLst>
                                      </p:cBhvr>
                                      <p:tavLst>
                                        <p:tav tm="0">
                                          <p:val>
                                            <p:strVal val="#ppt_x"/>
                                          </p:val>
                                        </p:tav>
                                        <p:tav tm="100000">
                                          <p:val>
                                            <p:strVal val="#ppt_x"/>
                                          </p:val>
                                        </p:tav>
                                      </p:tavLst>
                                    </p:anim>
                                    <p:anim calcmode="lin" valueType="num">
                                      <p:cBhvr additive="base">
                                        <p:cTn id="20" dur="500" fill="hold"/>
                                        <p:tgtEl>
                                          <p:spTgt spid="6">
                                            <p:graphicEl>
                                              <a:dgm id="{E907019A-2A4F-472F-9C2B-40DFBA0151A0}"/>
                                            </p:graphic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6">
                                            <p:graphicEl>
                                              <a:dgm id="{A0E4CFB1-B708-4AA6-A2FE-DB290DB872C0}"/>
                                            </p:graphicEl>
                                          </p:spTgt>
                                        </p:tgtEl>
                                        <p:attrNameLst>
                                          <p:attrName>style.visibility</p:attrName>
                                        </p:attrNameLst>
                                      </p:cBhvr>
                                      <p:to>
                                        <p:strVal val="visible"/>
                                      </p:to>
                                    </p:set>
                                    <p:anim calcmode="lin" valueType="num">
                                      <p:cBhvr additive="base">
                                        <p:cTn id="25" dur="500" fill="hold"/>
                                        <p:tgtEl>
                                          <p:spTgt spid="6">
                                            <p:graphicEl>
                                              <a:dgm id="{A0E4CFB1-B708-4AA6-A2FE-DB290DB872C0}"/>
                                            </p:graphicEl>
                                          </p:spTgt>
                                        </p:tgtEl>
                                        <p:attrNameLst>
                                          <p:attrName>ppt_x</p:attrName>
                                        </p:attrNameLst>
                                      </p:cBhvr>
                                      <p:tavLst>
                                        <p:tav tm="0">
                                          <p:val>
                                            <p:strVal val="#ppt_x"/>
                                          </p:val>
                                        </p:tav>
                                        <p:tav tm="100000">
                                          <p:val>
                                            <p:strVal val="#ppt_x"/>
                                          </p:val>
                                        </p:tav>
                                      </p:tavLst>
                                    </p:anim>
                                    <p:anim calcmode="lin" valueType="num">
                                      <p:cBhvr additive="base">
                                        <p:cTn id="26" dur="500" fill="hold"/>
                                        <p:tgtEl>
                                          <p:spTgt spid="6">
                                            <p:graphicEl>
                                              <a:dgm id="{A0E4CFB1-B708-4AA6-A2FE-DB290DB872C0}"/>
                                            </p:graphic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6">
                                            <p:graphicEl>
                                              <a:dgm id="{269BB56A-4BF3-42ED-8B93-C015E8EEA1BA}"/>
                                            </p:graphicEl>
                                          </p:spTgt>
                                        </p:tgtEl>
                                        <p:attrNameLst>
                                          <p:attrName>style.visibility</p:attrName>
                                        </p:attrNameLst>
                                      </p:cBhvr>
                                      <p:to>
                                        <p:strVal val="visible"/>
                                      </p:to>
                                    </p:set>
                                    <p:anim calcmode="lin" valueType="num">
                                      <p:cBhvr additive="base">
                                        <p:cTn id="31" dur="500" fill="hold"/>
                                        <p:tgtEl>
                                          <p:spTgt spid="6">
                                            <p:graphicEl>
                                              <a:dgm id="{269BB56A-4BF3-42ED-8B93-C015E8EEA1BA}"/>
                                            </p:graphicEl>
                                          </p:spTgt>
                                        </p:tgtEl>
                                        <p:attrNameLst>
                                          <p:attrName>ppt_x</p:attrName>
                                        </p:attrNameLst>
                                      </p:cBhvr>
                                      <p:tavLst>
                                        <p:tav tm="0">
                                          <p:val>
                                            <p:strVal val="#ppt_x"/>
                                          </p:val>
                                        </p:tav>
                                        <p:tav tm="100000">
                                          <p:val>
                                            <p:strVal val="#ppt_x"/>
                                          </p:val>
                                        </p:tav>
                                      </p:tavLst>
                                    </p:anim>
                                    <p:anim calcmode="lin" valueType="num">
                                      <p:cBhvr additive="base">
                                        <p:cTn id="32" dur="500" fill="hold"/>
                                        <p:tgtEl>
                                          <p:spTgt spid="6">
                                            <p:graphicEl>
                                              <a:dgm id="{269BB56A-4BF3-42ED-8B93-C015E8EEA1BA}"/>
                                            </p:graphic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6">
                                            <p:graphicEl>
                                              <a:dgm id="{276BA9A0-BD36-4FB2-A7F0-EC6F4DAA069D}"/>
                                            </p:graphicEl>
                                          </p:spTgt>
                                        </p:tgtEl>
                                        <p:attrNameLst>
                                          <p:attrName>style.visibility</p:attrName>
                                        </p:attrNameLst>
                                      </p:cBhvr>
                                      <p:to>
                                        <p:strVal val="visible"/>
                                      </p:to>
                                    </p:set>
                                    <p:anim calcmode="lin" valueType="num">
                                      <p:cBhvr additive="base">
                                        <p:cTn id="37" dur="500" fill="hold"/>
                                        <p:tgtEl>
                                          <p:spTgt spid="6">
                                            <p:graphicEl>
                                              <a:dgm id="{276BA9A0-BD36-4FB2-A7F0-EC6F4DAA069D}"/>
                                            </p:graphicEl>
                                          </p:spTgt>
                                        </p:tgtEl>
                                        <p:attrNameLst>
                                          <p:attrName>ppt_x</p:attrName>
                                        </p:attrNameLst>
                                      </p:cBhvr>
                                      <p:tavLst>
                                        <p:tav tm="0">
                                          <p:val>
                                            <p:strVal val="#ppt_x"/>
                                          </p:val>
                                        </p:tav>
                                        <p:tav tm="100000">
                                          <p:val>
                                            <p:strVal val="#ppt_x"/>
                                          </p:val>
                                        </p:tav>
                                      </p:tavLst>
                                    </p:anim>
                                    <p:anim calcmode="lin" valueType="num">
                                      <p:cBhvr additive="base">
                                        <p:cTn id="38" dur="500" fill="hold"/>
                                        <p:tgtEl>
                                          <p:spTgt spid="6">
                                            <p:graphicEl>
                                              <a:dgm id="{276BA9A0-BD36-4FB2-A7F0-EC6F4DAA069D}"/>
                                            </p:graphic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6">
                                            <p:graphicEl>
                                              <a:dgm id="{1DCAE618-1FCE-4CC9-A8AC-095064AB3AE5}"/>
                                            </p:graphicEl>
                                          </p:spTgt>
                                        </p:tgtEl>
                                        <p:attrNameLst>
                                          <p:attrName>style.visibility</p:attrName>
                                        </p:attrNameLst>
                                      </p:cBhvr>
                                      <p:to>
                                        <p:strVal val="visible"/>
                                      </p:to>
                                    </p:set>
                                    <p:anim calcmode="lin" valueType="num">
                                      <p:cBhvr additive="base">
                                        <p:cTn id="43" dur="500" fill="hold"/>
                                        <p:tgtEl>
                                          <p:spTgt spid="6">
                                            <p:graphicEl>
                                              <a:dgm id="{1DCAE618-1FCE-4CC9-A8AC-095064AB3AE5}"/>
                                            </p:graphicEl>
                                          </p:spTgt>
                                        </p:tgtEl>
                                        <p:attrNameLst>
                                          <p:attrName>ppt_x</p:attrName>
                                        </p:attrNameLst>
                                      </p:cBhvr>
                                      <p:tavLst>
                                        <p:tav tm="0">
                                          <p:val>
                                            <p:strVal val="#ppt_x"/>
                                          </p:val>
                                        </p:tav>
                                        <p:tav tm="100000">
                                          <p:val>
                                            <p:strVal val="#ppt_x"/>
                                          </p:val>
                                        </p:tav>
                                      </p:tavLst>
                                    </p:anim>
                                    <p:anim calcmode="lin" valueType="num">
                                      <p:cBhvr additive="base">
                                        <p:cTn id="44" dur="500" fill="hold"/>
                                        <p:tgtEl>
                                          <p:spTgt spid="6">
                                            <p:graphicEl>
                                              <a:dgm id="{1DCAE618-1FCE-4CC9-A8AC-095064AB3AE5}"/>
                                            </p:graphic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6">
                                            <p:graphicEl>
                                              <a:dgm id="{09F284DC-DE34-4D90-8034-03B02DF91FC5}"/>
                                            </p:graphicEl>
                                          </p:spTgt>
                                        </p:tgtEl>
                                        <p:attrNameLst>
                                          <p:attrName>style.visibility</p:attrName>
                                        </p:attrNameLst>
                                      </p:cBhvr>
                                      <p:to>
                                        <p:strVal val="visible"/>
                                      </p:to>
                                    </p:set>
                                    <p:anim calcmode="lin" valueType="num">
                                      <p:cBhvr additive="base">
                                        <p:cTn id="49" dur="500" fill="hold"/>
                                        <p:tgtEl>
                                          <p:spTgt spid="6">
                                            <p:graphicEl>
                                              <a:dgm id="{09F284DC-DE34-4D90-8034-03B02DF91FC5}"/>
                                            </p:graphicEl>
                                          </p:spTgt>
                                        </p:tgtEl>
                                        <p:attrNameLst>
                                          <p:attrName>ppt_x</p:attrName>
                                        </p:attrNameLst>
                                      </p:cBhvr>
                                      <p:tavLst>
                                        <p:tav tm="0">
                                          <p:val>
                                            <p:strVal val="#ppt_x"/>
                                          </p:val>
                                        </p:tav>
                                        <p:tav tm="100000">
                                          <p:val>
                                            <p:strVal val="#ppt_x"/>
                                          </p:val>
                                        </p:tav>
                                      </p:tavLst>
                                    </p:anim>
                                    <p:anim calcmode="lin" valueType="num">
                                      <p:cBhvr additive="base">
                                        <p:cTn id="50" dur="500" fill="hold"/>
                                        <p:tgtEl>
                                          <p:spTgt spid="6">
                                            <p:graphicEl>
                                              <a:dgm id="{09F284DC-DE34-4D90-8034-03B02DF91FC5}"/>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Sub>
          <a:bldDgm bld="lvlOne"/>
        </p:bldSub>
      </p:bldGraphic>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p:cNvGraphicFramePr>
            <a:graphicFrameLocks noGrp="1"/>
          </p:cNvGraphicFramePr>
          <p:nvPr>
            <p:ph idx="4294967295"/>
            <p:extLst>
              <p:ext uri="{D42A27DB-BD31-4B8C-83A1-F6EECF244321}">
                <p14:modId xmlns:p14="http://schemas.microsoft.com/office/powerpoint/2010/main" val="3197083213"/>
              </p:ext>
            </p:extLst>
          </p:nvPr>
        </p:nvGraphicFramePr>
        <p:xfrm>
          <a:off x="991224" y="1985606"/>
          <a:ext cx="15087600" cy="752713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itle 1"/>
          <p:cNvSpPr txBox="1">
            <a:spLocks/>
          </p:cNvSpPr>
          <p:nvPr/>
        </p:nvSpPr>
        <p:spPr>
          <a:xfrm>
            <a:off x="1280623" y="948916"/>
            <a:ext cx="6356780" cy="1021773"/>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GB" sz="4800" dirty="0">
                <a:solidFill>
                  <a:schemeClr val="tx2">
                    <a:lumMod val="75000"/>
                  </a:schemeClr>
                </a:solidFill>
                <a:latin typeface="Segoe UI 1" panose="020B0802040204020203" charset="0"/>
                <a:cs typeface="Segoe UI 1" panose="020B0802040204020203" charset="0"/>
              </a:rPr>
              <a:t>Benefits of OOP</a:t>
            </a:r>
            <a:endParaRPr lang="en-US" sz="4800" dirty="0">
              <a:solidFill>
                <a:schemeClr val="tx2">
                  <a:lumMod val="75000"/>
                </a:schemeClr>
              </a:solidFill>
              <a:latin typeface="Segoe UI 1" panose="020B0802040204020203" charset="0"/>
              <a:cs typeface="Segoe UI 1" panose="020B0802040204020203" charset="0"/>
            </a:endParaRPr>
          </a:p>
        </p:txBody>
      </p:sp>
      <p:grpSp>
        <p:nvGrpSpPr>
          <p:cNvPr id="5" name="Group 3">
            <a:extLst>
              <a:ext uri="{FF2B5EF4-FFF2-40B4-BE49-F238E27FC236}">
                <a16:creationId xmlns:a16="http://schemas.microsoft.com/office/drawing/2014/main" id="{3D418609-2F76-130E-14AE-86DEC5FB4D02}"/>
              </a:ext>
            </a:extLst>
          </p:cNvPr>
          <p:cNvGrpSpPr/>
          <p:nvPr/>
        </p:nvGrpSpPr>
        <p:grpSpPr>
          <a:xfrm>
            <a:off x="816554" y="1179444"/>
            <a:ext cx="424292" cy="424292"/>
            <a:chOff x="0" y="0"/>
            <a:chExt cx="812800" cy="812800"/>
          </a:xfrm>
        </p:grpSpPr>
        <p:sp>
          <p:nvSpPr>
            <p:cNvPr id="7" name="Freeform 4">
              <a:extLst>
                <a:ext uri="{FF2B5EF4-FFF2-40B4-BE49-F238E27FC236}">
                  <a16:creationId xmlns:a16="http://schemas.microsoft.com/office/drawing/2014/main" id="{542FE6D8-3CEA-4B3E-018E-CBC17A8C735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E3A6E"/>
            </a:solidFill>
          </p:spPr>
          <p:txBody>
            <a:bodyPr/>
            <a:lstStyle/>
            <a:p>
              <a:endParaRPr lang="en-US"/>
            </a:p>
          </p:txBody>
        </p:sp>
        <p:sp>
          <p:nvSpPr>
            <p:cNvPr id="8" name="TextBox 5">
              <a:extLst>
                <a:ext uri="{FF2B5EF4-FFF2-40B4-BE49-F238E27FC236}">
                  <a16:creationId xmlns:a16="http://schemas.microsoft.com/office/drawing/2014/main" id="{07CC5BB2-91A0-F498-3F38-46BAD0524608}"/>
                </a:ext>
              </a:extLst>
            </p:cNvPr>
            <p:cNvSpPr txBox="1"/>
            <p:nvPr/>
          </p:nvSpPr>
          <p:spPr>
            <a:xfrm>
              <a:off x="76200" y="28575"/>
              <a:ext cx="660400" cy="708025"/>
            </a:xfrm>
            <a:prstGeom prst="rect">
              <a:avLst/>
            </a:prstGeom>
          </p:spPr>
          <p:txBody>
            <a:bodyPr lIns="50800" tIns="50800" rIns="50800" bIns="50800" rtlCol="0" anchor="ctr"/>
            <a:lstStyle/>
            <a:p>
              <a:pPr algn="ctr">
                <a:lnSpc>
                  <a:spcPts val="2239"/>
                </a:lnSpc>
              </a:pPr>
              <a:endParaRPr/>
            </a:p>
          </p:txBody>
        </p:sp>
      </p:grpSp>
    </p:spTree>
    <p:extLst>
      <p:ext uri="{BB962C8B-B14F-4D97-AF65-F5344CB8AC3E}">
        <p14:creationId xmlns:p14="http://schemas.microsoft.com/office/powerpoint/2010/main" val="3071290169"/>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graphicEl>
                                              <a:dgm id="{3C796455-E962-4490-92A3-4357B33E11A0}"/>
                                            </p:graphicEl>
                                          </p:spTgt>
                                        </p:tgtEl>
                                        <p:attrNameLst>
                                          <p:attrName>style.visibility</p:attrName>
                                        </p:attrNameLst>
                                      </p:cBhvr>
                                      <p:to>
                                        <p:strVal val="visible"/>
                                      </p:to>
                                    </p:set>
                                    <p:anim calcmode="lin" valueType="num">
                                      <p:cBhvr additive="base">
                                        <p:cTn id="7" dur="500" fill="hold"/>
                                        <p:tgtEl>
                                          <p:spTgt spid="6">
                                            <p:graphicEl>
                                              <a:dgm id="{3C796455-E962-4490-92A3-4357B33E11A0}"/>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graphicEl>
                                              <a:dgm id="{3C796455-E962-4490-92A3-4357B33E11A0}"/>
                                            </p:graphic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6">
                                            <p:graphicEl>
                                              <a:dgm id="{D7EC95C4-176A-4F05-879B-3AA3E34AB1A6}"/>
                                            </p:graphicEl>
                                          </p:spTgt>
                                        </p:tgtEl>
                                        <p:attrNameLst>
                                          <p:attrName>style.visibility</p:attrName>
                                        </p:attrNameLst>
                                      </p:cBhvr>
                                      <p:to>
                                        <p:strVal val="visible"/>
                                      </p:to>
                                    </p:set>
                                    <p:anim calcmode="lin" valueType="num">
                                      <p:cBhvr additive="base">
                                        <p:cTn id="11" dur="500" fill="hold"/>
                                        <p:tgtEl>
                                          <p:spTgt spid="6">
                                            <p:graphicEl>
                                              <a:dgm id="{D7EC95C4-176A-4F05-879B-3AA3E34AB1A6}"/>
                                            </p:graphicEl>
                                          </p:spTgt>
                                        </p:tgtEl>
                                        <p:attrNameLst>
                                          <p:attrName>ppt_x</p:attrName>
                                        </p:attrNameLst>
                                      </p:cBhvr>
                                      <p:tavLst>
                                        <p:tav tm="0">
                                          <p:val>
                                            <p:strVal val="#ppt_x"/>
                                          </p:val>
                                        </p:tav>
                                        <p:tav tm="100000">
                                          <p:val>
                                            <p:strVal val="#ppt_x"/>
                                          </p:val>
                                        </p:tav>
                                      </p:tavLst>
                                    </p:anim>
                                    <p:anim calcmode="lin" valueType="num">
                                      <p:cBhvr additive="base">
                                        <p:cTn id="12" dur="500" fill="hold"/>
                                        <p:tgtEl>
                                          <p:spTgt spid="6">
                                            <p:graphicEl>
                                              <a:dgm id="{D7EC95C4-176A-4F05-879B-3AA3E34AB1A6}"/>
                                            </p:graphic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6">
                                            <p:graphicEl>
                                              <a:dgm id="{0EABC60F-D80B-4BA4-BFB5-2D4DED0170AD}"/>
                                            </p:graphicEl>
                                          </p:spTgt>
                                        </p:tgtEl>
                                        <p:attrNameLst>
                                          <p:attrName>style.visibility</p:attrName>
                                        </p:attrNameLst>
                                      </p:cBhvr>
                                      <p:to>
                                        <p:strVal val="visible"/>
                                      </p:to>
                                    </p:set>
                                    <p:anim calcmode="lin" valueType="num">
                                      <p:cBhvr additive="base">
                                        <p:cTn id="17" dur="500" fill="hold"/>
                                        <p:tgtEl>
                                          <p:spTgt spid="6">
                                            <p:graphicEl>
                                              <a:dgm id="{0EABC60F-D80B-4BA4-BFB5-2D4DED0170AD}"/>
                                            </p:graphicEl>
                                          </p:spTgt>
                                        </p:tgtEl>
                                        <p:attrNameLst>
                                          <p:attrName>ppt_x</p:attrName>
                                        </p:attrNameLst>
                                      </p:cBhvr>
                                      <p:tavLst>
                                        <p:tav tm="0">
                                          <p:val>
                                            <p:strVal val="#ppt_x"/>
                                          </p:val>
                                        </p:tav>
                                        <p:tav tm="100000">
                                          <p:val>
                                            <p:strVal val="#ppt_x"/>
                                          </p:val>
                                        </p:tav>
                                      </p:tavLst>
                                    </p:anim>
                                    <p:anim calcmode="lin" valueType="num">
                                      <p:cBhvr additive="base">
                                        <p:cTn id="18" dur="500" fill="hold"/>
                                        <p:tgtEl>
                                          <p:spTgt spid="6">
                                            <p:graphicEl>
                                              <a:dgm id="{0EABC60F-D80B-4BA4-BFB5-2D4DED0170AD}"/>
                                            </p:graphic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6">
                                            <p:graphicEl>
                                              <a:dgm id="{337206D4-3134-4D95-8FB3-9FDF09D0E3FA}"/>
                                            </p:graphicEl>
                                          </p:spTgt>
                                        </p:tgtEl>
                                        <p:attrNameLst>
                                          <p:attrName>style.visibility</p:attrName>
                                        </p:attrNameLst>
                                      </p:cBhvr>
                                      <p:to>
                                        <p:strVal val="visible"/>
                                      </p:to>
                                    </p:set>
                                    <p:anim calcmode="lin" valueType="num">
                                      <p:cBhvr additive="base">
                                        <p:cTn id="23" dur="500" fill="hold"/>
                                        <p:tgtEl>
                                          <p:spTgt spid="6">
                                            <p:graphicEl>
                                              <a:dgm id="{337206D4-3134-4D95-8FB3-9FDF09D0E3FA}"/>
                                            </p:graphicEl>
                                          </p:spTgt>
                                        </p:tgtEl>
                                        <p:attrNameLst>
                                          <p:attrName>ppt_x</p:attrName>
                                        </p:attrNameLst>
                                      </p:cBhvr>
                                      <p:tavLst>
                                        <p:tav tm="0">
                                          <p:val>
                                            <p:strVal val="#ppt_x"/>
                                          </p:val>
                                        </p:tav>
                                        <p:tav tm="100000">
                                          <p:val>
                                            <p:strVal val="#ppt_x"/>
                                          </p:val>
                                        </p:tav>
                                      </p:tavLst>
                                    </p:anim>
                                    <p:anim calcmode="lin" valueType="num">
                                      <p:cBhvr additive="base">
                                        <p:cTn id="24" dur="500" fill="hold"/>
                                        <p:tgtEl>
                                          <p:spTgt spid="6">
                                            <p:graphicEl>
                                              <a:dgm id="{337206D4-3134-4D95-8FB3-9FDF09D0E3FA}"/>
                                            </p:graphic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6">
                                            <p:graphicEl>
                                              <a:dgm id="{F5DF8EEC-8FE0-4913-B646-0DF0D2FB4204}"/>
                                            </p:graphicEl>
                                          </p:spTgt>
                                        </p:tgtEl>
                                        <p:attrNameLst>
                                          <p:attrName>style.visibility</p:attrName>
                                        </p:attrNameLst>
                                      </p:cBhvr>
                                      <p:to>
                                        <p:strVal val="visible"/>
                                      </p:to>
                                    </p:set>
                                    <p:anim calcmode="lin" valueType="num">
                                      <p:cBhvr additive="base">
                                        <p:cTn id="27" dur="500" fill="hold"/>
                                        <p:tgtEl>
                                          <p:spTgt spid="6">
                                            <p:graphicEl>
                                              <a:dgm id="{F5DF8EEC-8FE0-4913-B646-0DF0D2FB4204}"/>
                                            </p:graphicEl>
                                          </p:spTgt>
                                        </p:tgtEl>
                                        <p:attrNameLst>
                                          <p:attrName>ppt_x</p:attrName>
                                        </p:attrNameLst>
                                      </p:cBhvr>
                                      <p:tavLst>
                                        <p:tav tm="0">
                                          <p:val>
                                            <p:strVal val="#ppt_x"/>
                                          </p:val>
                                        </p:tav>
                                        <p:tav tm="100000">
                                          <p:val>
                                            <p:strVal val="#ppt_x"/>
                                          </p:val>
                                        </p:tav>
                                      </p:tavLst>
                                    </p:anim>
                                    <p:anim calcmode="lin" valueType="num">
                                      <p:cBhvr additive="base">
                                        <p:cTn id="28" dur="500" fill="hold"/>
                                        <p:tgtEl>
                                          <p:spTgt spid="6">
                                            <p:graphicEl>
                                              <a:dgm id="{F5DF8EEC-8FE0-4913-B646-0DF0D2FB4204}"/>
                                            </p:graphic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6">
                                            <p:graphicEl>
                                              <a:dgm id="{737221D7-9F25-4D29-80AF-F3ED3910DEB5}"/>
                                            </p:graphicEl>
                                          </p:spTgt>
                                        </p:tgtEl>
                                        <p:attrNameLst>
                                          <p:attrName>style.visibility</p:attrName>
                                        </p:attrNameLst>
                                      </p:cBhvr>
                                      <p:to>
                                        <p:strVal val="visible"/>
                                      </p:to>
                                    </p:set>
                                    <p:anim calcmode="lin" valueType="num">
                                      <p:cBhvr additive="base">
                                        <p:cTn id="33" dur="500" fill="hold"/>
                                        <p:tgtEl>
                                          <p:spTgt spid="6">
                                            <p:graphicEl>
                                              <a:dgm id="{737221D7-9F25-4D29-80AF-F3ED3910DEB5}"/>
                                            </p:graphicEl>
                                          </p:spTgt>
                                        </p:tgtEl>
                                        <p:attrNameLst>
                                          <p:attrName>ppt_x</p:attrName>
                                        </p:attrNameLst>
                                      </p:cBhvr>
                                      <p:tavLst>
                                        <p:tav tm="0">
                                          <p:val>
                                            <p:strVal val="#ppt_x"/>
                                          </p:val>
                                        </p:tav>
                                        <p:tav tm="100000">
                                          <p:val>
                                            <p:strVal val="#ppt_x"/>
                                          </p:val>
                                        </p:tav>
                                      </p:tavLst>
                                    </p:anim>
                                    <p:anim calcmode="lin" valueType="num">
                                      <p:cBhvr additive="base">
                                        <p:cTn id="34" dur="500" fill="hold"/>
                                        <p:tgtEl>
                                          <p:spTgt spid="6">
                                            <p:graphicEl>
                                              <a:dgm id="{737221D7-9F25-4D29-80AF-F3ED3910DEB5}"/>
                                            </p:graphicEl>
                                          </p:spTgt>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6">
                                            <p:graphicEl>
                                              <a:dgm id="{2F1AA33A-02E7-407D-95DC-456F09E5FADC}"/>
                                            </p:graphicEl>
                                          </p:spTgt>
                                        </p:tgtEl>
                                        <p:attrNameLst>
                                          <p:attrName>style.visibility</p:attrName>
                                        </p:attrNameLst>
                                      </p:cBhvr>
                                      <p:to>
                                        <p:strVal val="visible"/>
                                      </p:to>
                                    </p:set>
                                    <p:anim calcmode="lin" valueType="num">
                                      <p:cBhvr additive="base">
                                        <p:cTn id="39" dur="500" fill="hold"/>
                                        <p:tgtEl>
                                          <p:spTgt spid="6">
                                            <p:graphicEl>
                                              <a:dgm id="{2F1AA33A-02E7-407D-95DC-456F09E5FADC}"/>
                                            </p:graphicEl>
                                          </p:spTgt>
                                        </p:tgtEl>
                                        <p:attrNameLst>
                                          <p:attrName>ppt_x</p:attrName>
                                        </p:attrNameLst>
                                      </p:cBhvr>
                                      <p:tavLst>
                                        <p:tav tm="0">
                                          <p:val>
                                            <p:strVal val="#ppt_x"/>
                                          </p:val>
                                        </p:tav>
                                        <p:tav tm="100000">
                                          <p:val>
                                            <p:strVal val="#ppt_x"/>
                                          </p:val>
                                        </p:tav>
                                      </p:tavLst>
                                    </p:anim>
                                    <p:anim calcmode="lin" valueType="num">
                                      <p:cBhvr additive="base">
                                        <p:cTn id="40" dur="500" fill="hold"/>
                                        <p:tgtEl>
                                          <p:spTgt spid="6">
                                            <p:graphicEl>
                                              <a:dgm id="{2F1AA33A-02E7-407D-95DC-456F09E5FADC}"/>
                                            </p:graphicEl>
                                          </p:spTgt>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6">
                                            <p:graphicEl>
                                              <a:dgm id="{23D3FE83-F8D1-4269-9FCE-928847959F43}"/>
                                            </p:graphicEl>
                                          </p:spTgt>
                                        </p:tgtEl>
                                        <p:attrNameLst>
                                          <p:attrName>style.visibility</p:attrName>
                                        </p:attrNameLst>
                                      </p:cBhvr>
                                      <p:to>
                                        <p:strVal val="visible"/>
                                      </p:to>
                                    </p:set>
                                    <p:anim calcmode="lin" valueType="num">
                                      <p:cBhvr additive="base">
                                        <p:cTn id="43" dur="500" fill="hold"/>
                                        <p:tgtEl>
                                          <p:spTgt spid="6">
                                            <p:graphicEl>
                                              <a:dgm id="{23D3FE83-F8D1-4269-9FCE-928847959F43}"/>
                                            </p:graphicEl>
                                          </p:spTgt>
                                        </p:tgtEl>
                                        <p:attrNameLst>
                                          <p:attrName>ppt_x</p:attrName>
                                        </p:attrNameLst>
                                      </p:cBhvr>
                                      <p:tavLst>
                                        <p:tav tm="0">
                                          <p:val>
                                            <p:strVal val="#ppt_x"/>
                                          </p:val>
                                        </p:tav>
                                        <p:tav tm="100000">
                                          <p:val>
                                            <p:strVal val="#ppt_x"/>
                                          </p:val>
                                        </p:tav>
                                      </p:tavLst>
                                    </p:anim>
                                    <p:anim calcmode="lin" valueType="num">
                                      <p:cBhvr additive="base">
                                        <p:cTn id="44" dur="500" fill="hold"/>
                                        <p:tgtEl>
                                          <p:spTgt spid="6">
                                            <p:graphicEl>
                                              <a:dgm id="{23D3FE83-F8D1-4269-9FCE-928847959F43}"/>
                                            </p:graphic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6">
                                            <p:graphicEl>
                                              <a:dgm id="{0BBF86CA-C34E-468E-8C6A-7590AE3E3E52}"/>
                                            </p:graphicEl>
                                          </p:spTgt>
                                        </p:tgtEl>
                                        <p:attrNameLst>
                                          <p:attrName>style.visibility</p:attrName>
                                        </p:attrNameLst>
                                      </p:cBhvr>
                                      <p:to>
                                        <p:strVal val="visible"/>
                                      </p:to>
                                    </p:set>
                                    <p:anim calcmode="lin" valueType="num">
                                      <p:cBhvr additive="base">
                                        <p:cTn id="49" dur="500" fill="hold"/>
                                        <p:tgtEl>
                                          <p:spTgt spid="6">
                                            <p:graphicEl>
                                              <a:dgm id="{0BBF86CA-C34E-468E-8C6A-7590AE3E3E52}"/>
                                            </p:graphicEl>
                                          </p:spTgt>
                                        </p:tgtEl>
                                        <p:attrNameLst>
                                          <p:attrName>ppt_x</p:attrName>
                                        </p:attrNameLst>
                                      </p:cBhvr>
                                      <p:tavLst>
                                        <p:tav tm="0">
                                          <p:val>
                                            <p:strVal val="#ppt_x"/>
                                          </p:val>
                                        </p:tav>
                                        <p:tav tm="100000">
                                          <p:val>
                                            <p:strVal val="#ppt_x"/>
                                          </p:val>
                                        </p:tav>
                                      </p:tavLst>
                                    </p:anim>
                                    <p:anim calcmode="lin" valueType="num">
                                      <p:cBhvr additive="base">
                                        <p:cTn id="50" dur="500" fill="hold"/>
                                        <p:tgtEl>
                                          <p:spTgt spid="6">
                                            <p:graphicEl>
                                              <a:dgm id="{0BBF86CA-C34E-468E-8C6A-7590AE3E3E52}"/>
                                            </p:graphic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6">
                                            <p:graphicEl>
                                              <a:dgm id="{3E50DC68-E3DB-4C08-86E2-36310DF29FFD}"/>
                                            </p:graphicEl>
                                          </p:spTgt>
                                        </p:tgtEl>
                                        <p:attrNameLst>
                                          <p:attrName>style.visibility</p:attrName>
                                        </p:attrNameLst>
                                      </p:cBhvr>
                                      <p:to>
                                        <p:strVal val="visible"/>
                                      </p:to>
                                    </p:set>
                                    <p:anim calcmode="lin" valueType="num">
                                      <p:cBhvr additive="base">
                                        <p:cTn id="55" dur="500" fill="hold"/>
                                        <p:tgtEl>
                                          <p:spTgt spid="6">
                                            <p:graphicEl>
                                              <a:dgm id="{3E50DC68-E3DB-4C08-86E2-36310DF29FFD}"/>
                                            </p:graphicEl>
                                          </p:spTgt>
                                        </p:tgtEl>
                                        <p:attrNameLst>
                                          <p:attrName>ppt_x</p:attrName>
                                        </p:attrNameLst>
                                      </p:cBhvr>
                                      <p:tavLst>
                                        <p:tav tm="0">
                                          <p:val>
                                            <p:strVal val="#ppt_x"/>
                                          </p:val>
                                        </p:tav>
                                        <p:tav tm="100000">
                                          <p:val>
                                            <p:strVal val="#ppt_x"/>
                                          </p:val>
                                        </p:tav>
                                      </p:tavLst>
                                    </p:anim>
                                    <p:anim calcmode="lin" valueType="num">
                                      <p:cBhvr additive="base">
                                        <p:cTn id="56" dur="500" fill="hold"/>
                                        <p:tgtEl>
                                          <p:spTgt spid="6">
                                            <p:graphicEl>
                                              <a:dgm id="{3E50DC68-E3DB-4C08-86E2-36310DF29FFD}"/>
                                            </p:graphicEl>
                                          </p:spTgt>
                                        </p:tgtEl>
                                        <p:attrNameLst>
                                          <p:attrName>ppt_y</p:attrName>
                                        </p:attrNameLst>
                                      </p:cBhvr>
                                      <p:tavLst>
                                        <p:tav tm="0">
                                          <p:val>
                                            <p:strVal val="1+#ppt_h/2"/>
                                          </p:val>
                                        </p:tav>
                                        <p:tav tm="100000">
                                          <p:val>
                                            <p:strVal val="#ppt_y"/>
                                          </p:val>
                                        </p:tav>
                                      </p:tavLst>
                                    </p:anim>
                                  </p:childTnLst>
                                </p:cTn>
                              </p:par>
                              <p:par>
                                <p:cTn id="57" presetID="2" presetClass="entr" presetSubtype="4" fill="hold" grpId="0" nodeType="withEffect">
                                  <p:stCondLst>
                                    <p:cond delay="0"/>
                                  </p:stCondLst>
                                  <p:childTnLst>
                                    <p:set>
                                      <p:cBhvr>
                                        <p:cTn id="58" dur="1" fill="hold">
                                          <p:stCondLst>
                                            <p:cond delay="0"/>
                                          </p:stCondLst>
                                        </p:cTn>
                                        <p:tgtEl>
                                          <p:spTgt spid="6">
                                            <p:graphicEl>
                                              <a:dgm id="{F98C47EF-6932-46F4-955E-A8220627E333}"/>
                                            </p:graphicEl>
                                          </p:spTgt>
                                        </p:tgtEl>
                                        <p:attrNameLst>
                                          <p:attrName>style.visibility</p:attrName>
                                        </p:attrNameLst>
                                      </p:cBhvr>
                                      <p:to>
                                        <p:strVal val="visible"/>
                                      </p:to>
                                    </p:set>
                                    <p:anim calcmode="lin" valueType="num">
                                      <p:cBhvr additive="base">
                                        <p:cTn id="59" dur="500" fill="hold"/>
                                        <p:tgtEl>
                                          <p:spTgt spid="6">
                                            <p:graphicEl>
                                              <a:dgm id="{F98C47EF-6932-46F4-955E-A8220627E333}"/>
                                            </p:graphicEl>
                                          </p:spTgt>
                                        </p:tgtEl>
                                        <p:attrNameLst>
                                          <p:attrName>ppt_x</p:attrName>
                                        </p:attrNameLst>
                                      </p:cBhvr>
                                      <p:tavLst>
                                        <p:tav tm="0">
                                          <p:val>
                                            <p:strVal val="#ppt_x"/>
                                          </p:val>
                                        </p:tav>
                                        <p:tav tm="100000">
                                          <p:val>
                                            <p:strVal val="#ppt_x"/>
                                          </p:val>
                                        </p:tav>
                                      </p:tavLst>
                                    </p:anim>
                                    <p:anim calcmode="lin" valueType="num">
                                      <p:cBhvr additive="base">
                                        <p:cTn id="60" dur="500" fill="hold"/>
                                        <p:tgtEl>
                                          <p:spTgt spid="6">
                                            <p:graphicEl>
                                              <a:dgm id="{F98C47EF-6932-46F4-955E-A8220627E333}"/>
                                            </p:graphicEl>
                                          </p:spTgt>
                                        </p:tgtEl>
                                        <p:attrNameLst>
                                          <p:attrName>ppt_y</p:attrName>
                                        </p:attrNameLst>
                                      </p:cBhvr>
                                      <p:tavLst>
                                        <p:tav tm="0">
                                          <p:val>
                                            <p:strVal val="1+#ppt_h/2"/>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 presetClass="entr" presetSubtype="4" fill="hold" grpId="0" nodeType="clickEffect">
                                  <p:stCondLst>
                                    <p:cond delay="0"/>
                                  </p:stCondLst>
                                  <p:childTnLst>
                                    <p:set>
                                      <p:cBhvr>
                                        <p:cTn id="64" dur="1" fill="hold">
                                          <p:stCondLst>
                                            <p:cond delay="0"/>
                                          </p:stCondLst>
                                        </p:cTn>
                                        <p:tgtEl>
                                          <p:spTgt spid="6">
                                            <p:graphicEl>
                                              <a:dgm id="{7268F29E-C9F4-47B8-AC42-A5BE3710E5FB}"/>
                                            </p:graphicEl>
                                          </p:spTgt>
                                        </p:tgtEl>
                                        <p:attrNameLst>
                                          <p:attrName>style.visibility</p:attrName>
                                        </p:attrNameLst>
                                      </p:cBhvr>
                                      <p:to>
                                        <p:strVal val="visible"/>
                                      </p:to>
                                    </p:set>
                                    <p:anim calcmode="lin" valueType="num">
                                      <p:cBhvr additive="base">
                                        <p:cTn id="65" dur="500" fill="hold"/>
                                        <p:tgtEl>
                                          <p:spTgt spid="6">
                                            <p:graphicEl>
                                              <a:dgm id="{7268F29E-C9F4-47B8-AC42-A5BE3710E5FB}"/>
                                            </p:graphicEl>
                                          </p:spTgt>
                                        </p:tgtEl>
                                        <p:attrNameLst>
                                          <p:attrName>ppt_x</p:attrName>
                                        </p:attrNameLst>
                                      </p:cBhvr>
                                      <p:tavLst>
                                        <p:tav tm="0">
                                          <p:val>
                                            <p:strVal val="#ppt_x"/>
                                          </p:val>
                                        </p:tav>
                                        <p:tav tm="100000">
                                          <p:val>
                                            <p:strVal val="#ppt_x"/>
                                          </p:val>
                                        </p:tav>
                                      </p:tavLst>
                                    </p:anim>
                                    <p:anim calcmode="lin" valueType="num">
                                      <p:cBhvr additive="base">
                                        <p:cTn id="66" dur="500" fill="hold"/>
                                        <p:tgtEl>
                                          <p:spTgt spid="6">
                                            <p:graphicEl>
                                              <a:dgm id="{7268F29E-C9F4-47B8-AC42-A5BE3710E5FB}"/>
                                            </p:graphicEl>
                                          </p:spTgt>
                                        </p:tgtEl>
                                        <p:attrNameLst>
                                          <p:attrName>ppt_y</p:attrName>
                                        </p:attrNameLst>
                                      </p:cBhvr>
                                      <p:tavLst>
                                        <p:tav tm="0">
                                          <p:val>
                                            <p:strVal val="1+#ppt_h/2"/>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2" presetClass="entr" presetSubtype="4" fill="hold" grpId="0" nodeType="clickEffect">
                                  <p:stCondLst>
                                    <p:cond delay="0"/>
                                  </p:stCondLst>
                                  <p:childTnLst>
                                    <p:set>
                                      <p:cBhvr>
                                        <p:cTn id="70" dur="1" fill="hold">
                                          <p:stCondLst>
                                            <p:cond delay="0"/>
                                          </p:stCondLst>
                                        </p:cTn>
                                        <p:tgtEl>
                                          <p:spTgt spid="6">
                                            <p:graphicEl>
                                              <a:dgm id="{11E92D5B-F473-4E5B-85D9-A58CA33F4C4B}"/>
                                            </p:graphicEl>
                                          </p:spTgt>
                                        </p:tgtEl>
                                        <p:attrNameLst>
                                          <p:attrName>style.visibility</p:attrName>
                                        </p:attrNameLst>
                                      </p:cBhvr>
                                      <p:to>
                                        <p:strVal val="visible"/>
                                      </p:to>
                                    </p:set>
                                    <p:anim calcmode="lin" valueType="num">
                                      <p:cBhvr additive="base">
                                        <p:cTn id="71" dur="500" fill="hold"/>
                                        <p:tgtEl>
                                          <p:spTgt spid="6">
                                            <p:graphicEl>
                                              <a:dgm id="{11E92D5B-F473-4E5B-85D9-A58CA33F4C4B}"/>
                                            </p:graphicEl>
                                          </p:spTgt>
                                        </p:tgtEl>
                                        <p:attrNameLst>
                                          <p:attrName>ppt_x</p:attrName>
                                        </p:attrNameLst>
                                      </p:cBhvr>
                                      <p:tavLst>
                                        <p:tav tm="0">
                                          <p:val>
                                            <p:strVal val="#ppt_x"/>
                                          </p:val>
                                        </p:tav>
                                        <p:tav tm="100000">
                                          <p:val>
                                            <p:strVal val="#ppt_x"/>
                                          </p:val>
                                        </p:tav>
                                      </p:tavLst>
                                    </p:anim>
                                    <p:anim calcmode="lin" valueType="num">
                                      <p:cBhvr additive="base">
                                        <p:cTn id="72" dur="500" fill="hold"/>
                                        <p:tgtEl>
                                          <p:spTgt spid="6">
                                            <p:graphicEl>
                                              <a:dgm id="{11E92D5B-F473-4E5B-85D9-A58CA33F4C4B}"/>
                                            </p:graphicEl>
                                          </p:spTgt>
                                        </p:tgtEl>
                                        <p:attrNameLst>
                                          <p:attrName>ppt_y</p:attrName>
                                        </p:attrNameLst>
                                      </p:cBhvr>
                                      <p:tavLst>
                                        <p:tav tm="0">
                                          <p:val>
                                            <p:strVal val="1+#ppt_h/2"/>
                                          </p:val>
                                        </p:tav>
                                        <p:tav tm="100000">
                                          <p:val>
                                            <p:strVal val="#ppt_y"/>
                                          </p:val>
                                        </p:tav>
                                      </p:tavLst>
                                    </p:anim>
                                  </p:childTnLst>
                                </p:cTn>
                              </p:par>
                              <p:par>
                                <p:cTn id="73" presetID="2" presetClass="entr" presetSubtype="4" fill="hold" grpId="0" nodeType="withEffect">
                                  <p:stCondLst>
                                    <p:cond delay="0"/>
                                  </p:stCondLst>
                                  <p:childTnLst>
                                    <p:set>
                                      <p:cBhvr>
                                        <p:cTn id="74" dur="1" fill="hold">
                                          <p:stCondLst>
                                            <p:cond delay="0"/>
                                          </p:stCondLst>
                                        </p:cTn>
                                        <p:tgtEl>
                                          <p:spTgt spid="6">
                                            <p:graphicEl>
                                              <a:dgm id="{9EA7D9CD-AB37-443D-9574-2B8260EECAEE}"/>
                                            </p:graphicEl>
                                          </p:spTgt>
                                        </p:tgtEl>
                                        <p:attrNameLst>
                                          <p:attrName>style.visibility</p:attrName>
                                        </p:attrNameLst>
                                      </p:cBhvr>
                                      <p:to>
                                        <p:strVal val="visible"/>
                                      </p:to>
                                    </p:set>
                                    <p:anim calcmode="lin" valueType="num">
                                      <p:cBhvr additive="base">
                                        <p:cTn id="75" dur="500" fill="hold"/>
                                        <p:tgtEl>
                                          <p:spTgt spid="6">
                                            <p:graphicEl>
                                              <a:dgm id="{9EA7D9CD-AB37-443D-9574-2B8260EECAEE}"/>
                                            </p:graphicEl>
                                          </p:spTgt>
                                        </p:tgtEl>
                                        <p:attrNameLst>
                                          <p:attrName>ppt_x</p:attrName>
                                        </p:attrNameLst>
                                      </p:cBhvr>
                                      <p:tavLst>
                                        <p:tav tm="0">
                                          <p:val>
                                            <p:strVal val="#ppt_x"/>
                                          </p:val>
                                        </p:tav>
                                        <p:tav tm="100000">
                                          <p:val>
                                            <p:strVal val="#ppt_x"/>
                                          </p:val>
                                        </p:tav>
                                      </p:tavLst>
                                    </p:anim>
                                    <p:anim calcmode="lin" valueType="num">
                                      <p:cBhvr additive="base">
                                        <p:cTn id="76" dur="500" fill="hold"/>
                                        <p:tgtEl>
                                          <p:spTgt spid="6">
                                            <p:graphicEl>
                                              <a:dgm id="{9EA7D9CD-AB37-443D-9574-2B8260EECAEE}"/>
                                            </p:graphicEl>
                                          </p:spTgt>
                                        </p:tgtEl>
                                        <p:attrNameLst>
                                          <p:attrName>ppt_y</p:attrName>
                                        </p:attrNameLst>
                                      </p:cBhvr>
                                      <p:tavLst>
                                        <p:tav tm="0">
                                          <p:val>
                                            <p:strVal val="1+#ppt_h/2"/>
                                          </p:val>
                                        </p:tav>
                                        <p:tav tm="100000">
                                          <p:val>
                                            <p:strVal val="#ppt_y"/>
                                          </p:val>
                                        </p:tav>
                                      </p:tavLst>
                                    </p:anim>
                                  </p:childTnLst>
                                </p:cTn>
                              </p:par>
                            </p:childTnLst>
                          </p:cTn>
                        </p:par>
                      </p:childTnLst>
                    </p:cTn>
                  </p:par>
                  <p:par>
                    <p:cTn id="77" fill="hold">
                      <p:stCondLst>
                        <p:cond delay="indefinite"/>
                      </p:stCondLst>
                      <p:childTnLst>
                        <p:par>
                          <p:cTn id="78" fill="hold">
                            <p:stCondLst>
                              <p:cond delay="0"/>
                            </p:stCondLst>
                            <p:childTnLst>
                              <p:par>
                                <p:cTn id="79" presetID="2" presetClass="entr" presetSubtype="4" fill="hold" grpId="0" nodeType="clickEffect">
                                  <p:stCondLst>
                                    <p:cond delay="0"/>
                                  </p:stCondLst>
                                  <p:childTnLst>
                                    <p:set>
                                      <p:cBhvr>
                                        <p:cTn id="80" dur="1" fill="hold">
                                          <p:stCondLst>
                                            <p:cond delay="0"/>
                                          </p:stCondLst>
                                        </p:cTn>
                                        <p:tgtEl>
                                          <p:spTgt spid="6">
                                            <p:graphicEl>
                                              <a:dgm id="{077A1375-B15A-467D-A5F3-414D5CFF603E}"/>
                                            </p:graphicEl>
                                          </p:spTgt>
                                        </p:tgtEl>
                                        <p:attrNameLst>
                                          <p:attrName>style.visibility</p:attrName>
                                        </p:attrNameLst>
                                      </p:cBhvr>
                                      <p:to>
                                        <p:strVal val="visible"/>
                                      </p:to>
                                    </p:set>
                                    <p:anim calcmode="lin" valueType="num">
                                      <p:cBhvr additive="base">
                                        <p:cTn id="81" dur="500" fill="hold"/>
                                        <p:tgtEl>
                                          <p:spTgt spid="6">
                                            <p:graphicEl>
                                              <a:dgm id="{077A1375-B15A-467D-A5F3-414D5CFF603E}"/>
                                            </p:graphicEl>
                                          </p:spTgt>
                                        </p:tgtEl>
                                        <p:attrNameLst>
                                          <p:attrName>ppt_x</p:attrName>
                                        </p:attrNameLst>
                                      </p:cBhvr>
                                      <p:tavLst>
                                        <p:tav tm="0">
                                          <p:val>
                                            <p:strVal val="#ppt_x"/>
                                          </p:val>
                                        </p:tav>
                                        <p:tav tm="100000">
                                          <p:val>
                                            <p:strVal val="#ppt_x"/>
                                          </p:val>
                                        </p:tav>
                                      </p:tavLst>
                                    </p:anim>
                                    <p:anim calcmode="lin" valueType="num">
                                      <p:cBhvr additive="base">
                                        <p:cTn id="82" dur="500" fill="hold"/>
                                        <p:tgtEl>
                                          <p:spTgt spid="6">
                                            <p:graphicEl>
                                              <a:dgm id="{077A1375-B15A-467D-A5F3-414D5CFF603E}"/>
                                            </p:graphicEl>
                                          </p:spTgt>
                                        </p:tgtEl>
                                        <p:attrNameLst>
                                          <p:attrName>ppt_y</p:attrName>
                                        </p:attrNameLst>
                                      </p:cBhvr>
                                      <p:tavLst>
                                        <p:tav tm="0">
                                          <p:val>
                                            <p:strVal val="1+#ppt_h/2"/>
                                          </p:val>
                                        </p:tav>
                                        <p:tav tm="100000">
                                          <p:val>
                                            <p:strVal val="#ppt_y"/>
                                          </p:val>
                                        </p:tav>
                                      </p:tavLst>
                                    </p:anim>
                                  </p:childTnLst>
                                </p:cTn>
                              </p:par>
                            </p:childTnLst>
                          </p:cTn>
                        </p:par>
                      </p:childTnLst>
                    </p:cTn>
                  </p:par>
                  <p:par>
                    <p:cTn id="83" fill="hold">
                      <p:stCondLst>
                        <p:cond delay="indefinite"/>
                      </p:stCondLst>
                      <p:childTnLst>
                        <p:par>
                          <p:cTn id="84" fill="hold">
                            <p:stCondLst>
                              <p:cond delay="0"/>
                            </p:stCondLst>
                            <p:childTnLst>
                              <p:par>
                                <p:cTn id="85" presetID="2" presetClass="entr" presetSubtype="4" fill="hold" grpId="0" nodeType="clickEffect">
                                  <p:stCondLst>
                                    <p:cond delay="0"/>
                                  </p:stCondLst>
                                  <p:childTnLst>
                                    <p:set>
                                      <p:cBhvr>
                                        <p:cTn id="86" dur="1" fill="hold">
                                          <p:stCondLst>
                                            <p:cond delay="0"/>
                                          </p:stCondLst>
                                        </p:cTn>
                                        <p:tgtEl>
                                          <p:spTgt spid="6">
                                            <p:graphicEl>
                                              <a:dgm id="{FDEC71CD-A5FB-4DBD-AD1F-F700C39AA94C}"/>
                                            </p:graphicEl>
                                          </p:spTgt>
                                        </p:tgtEl>
                                        <p:attrNameLst>
                                          <p:attrName>style.visibility</p:attrName>
                                        </p:attrNameLst>
                                      </p:cBhvr>
                                      <p:to>
                                        <p:strVal val="visible"/>
                                      </p:to>
                                    </p:set>
                                    <p:anim calcmode="lin" valueType="num">
                                      <p:cBhvr additive="base">
                                        <p:cTn id="87" dur="500" fill="hold"/>
                                        <p:tgtEl>
                                          <p:spTgt spid="6">
                                            <p:graphicEl>
                                              <a:dgm id="{FDEC71CD-A5FB-4DBD-AD1F-F700C39AA94C}"/>
                                            </p:graphicEl>
                                          </p:spTgt>
                                        </p:tgtEl>
                                        <p:attrNameLst>
                                          <p:attrName>ppt_x</p:attrName>
                                        </p:attrNameLst>
                                      </p:cBhvr>
                                      <p:tavLst>
                                        <p:tav tm="0">
                                          <p:val>
                                            <p:strVal val="#ppt_x"/>
                                          </p:val>
                                        </p:tav>
                                        <p:tav tm="100000">
                                          <p:val>
                                            <p:strVal val="#ppt_x"/>
                                          </p:val>
                                        </p:tav>
                                      </p:tavLst>
                                    </p:anim>
                                    <p:anim calcmode="lin" valueType="num">
                                      <p:cBhvr additive="base">
                                        <p:cTn id="88" dur="500" fill="hold"/>
                                        <p:tgtEl>
                                          <p:spTgt spid="6">
                                            <p:graphicEl>
                                              <a:dgm id="{FDEC71CD-A5FB-4DBD-AD1F-F700C39AA94C}"/>
                                            </p:graphicEl>
                                          </p:spTgt>
                                        </p:tgtEl>
                                        <p:attrNameLst>
                                          <p:attrName>ppt_y</p:attrName>
                                        </p:attrNameLst>
                                      </p:cBhvr>
                                      <p:tavLst>
                                        <p:tav tm="0">
                                          <p:val>
                                            <p:strVal val="1+#ppt_h/2"/>
                                          </p:val>
                                        </p:tav>
                                        <p:tav tm="100000">
                                          <p:val>
                                            <p:strVal val="#ppt_y"/>
                                          </p:val>
                                        </p:tav>
                                      </p:tavLst>
                                    </p:anim>
                                  </p:childTnLst>
                                </p:cTn>
                              </p:par>
                              <p:par>
                                <p:cTn id="89" presetID="2" presetClass="entr" presetSubtype="4" fill="hold" grpId="0" nodeType="withEffect">
                                  <p:stCondLst>
                                    <p:cond delay="0"/>
                                  </p:stCondLst>
                                  <p:childTnLst>
                                    <p:set>
                                      <p:cBhvr>
                                        <p:cTn id="90" dur="1" fill="hold">
                                          <p:stCondLst>
                                            <p:cond delay="0"/>
                                          </p:stCondLst>
                                        </p:cTn>
                                        <p:tgtEl>
                                          <p:spTgt spid="6">
                                            <p:graphicEl>
                                              <a:dgm id="{F18ACE8A-9AF9-4CD2-97EB-6D9251EBC8E5}"/>
                                            </p:graphicEl>
                                          </p:spTgt>
                                        </p:tgtEl>
                                        <p:attrNameLst>
                                          <p:attrName>style.visibility</p:attrName>
                                        </p:attrNameLst>
                                      </p:cBhvr>
                                      <p:to>
                                        <p:strVal val="visible"/>
                                      </p:to>
                                    </p:set>
                                    <p:anim calcmode="lin" valueType="num">
                                      <p:cBhvr additive="base">
                                        <p:cTn id="91" dur="500" fill="hold"/>
                                        <p:tgtEl>
                                          <p:spTgt spid="6">
                                            <p:graphicEl>
                                              <a:dgm id="{F18ACE8A-9AF9-4CD2-97EB-6D9251EBC8E5}"/>
                                            </p:graphicEl>
                                          </p:spTgt>
                                        </p:tgtEl>
                                        <p:attrNameLst>
                                          <p:attrName>ppt_x</p:attrName>
                                        </p:attrNameLst>
                                      </p:cBhvr>
                                      <p:tavLst>
                                        <p:tav tm="0">
                                          <p:val>
                                            <p:strVal val="#ppt_x"/>
                                          </p:val>
                                        </p:tav>
                                        <p:tav tm="100000">
                                          <p:val>
                                            <p:strVal val="#ppt_x"/>
                                          </p:val>
                                        </p:tav>
                                      </p:tavLst>
                                    </p:anim>
                                    <p:anim calcmode="lin" valueType="num">
                                      <p:cBhvr additive="base">
                                        <p:cTn id="92" dur="500" fill="hold"/>
                                        <p:tgtEl>
                                          <p:spTgt spid="6">
                                            <p:graphicEl>
                                              <a:dgm id="{F18ACE8A-9AF9-4CD2-97EB-6D9251EBC8E5}"/>
                                            </p:graphicEl>
                                          </p:spTgt>
                                        </p:tgtEl>
                                        <p:attrNameLst>
                                          <p:attrName>ppt_y</p:attrName>
                                        </p:attrNameLst>
                                      </p:cBhvr>
                                      <p:tavLst>
                                        <p:tav tm="0">
                                          <p:val>
                                            <p:strVal val="1+#ppt_h/2"/>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2" presetClass="entr" presetSubtype="4" fill="hold" grpId="0" nodeType="clickEffect">
                                  <p:stCondLst>
                                    <p:cond delay="0"/>
                                  </p:stCondLst>
                                  <p:childTnLst>
                                    <p:set>
                                      <p:cBhvr>
                                        <p:cTn id="96" dur="1" fill="hold">
                                          <p:stCondLst>
                                            <p:cond delay="0"/>
                                          </p:stCondLst>
                                        </p:cTn>
                                        <p:tgtEl>
                                          <p:spTgt spid="6">
                                            <p:graphicEl>
                                              <a:dgm id="{9DF00945-2D4F-488B-A31A-FE1748393F7C}"/>
                                            </p:graphicEl>
                                          </p:spTgt>
                                        </p:tgtEl>
                                        <p:attrNameLst>
                                          <p:attrName>style.visibility</p:attrName>
                                        </p:attrNameLst>
                                      </p:cBhvr>
                                      <p:to>
                                        <p:strVal val="visible"/>
                                      </p:to>
                                    </p:set>
                                    <p:anim calcmode="lin" valueType="num">
                                      <p:cBhvr additive="base">
                                        <p:cTn id="97" dur="500" fill="hold"/>
                                        <p:tgtEl>
                                          <p:spTgt spid="6">
                                            <p:graphicEl>
                                              <a:dgm id="{9DF00945-2D4F-488B-A31A-FE1748393F7C}"/>
                                            </p:graphicEl>
                                          </p:spTgt>
                                        </p:tgtEl>
                                        <p:attrNameLst>
                                          <p:attrName>ppt_x</p:attrName>
                                        </p:attrNameLst>
                                      </p:cBhvr>
                                      <p:tavLst>
                                        <p:tav tm="0">
                                          <p:val>
                                            <p:strVal val="#ppt_x"/>
                                          </p:val>
                                        </p:tav>
                                        <p:tav tm="100000">
                                          <p:val>
                                            <p:strVal val="#ppt_x"/>
                                          </p:val>
                                        </p:tav>
                                      </p:tavLst>
                                    </p:anim>
                                    <p:anim calcmode="lin" valueType="num">
                                      <p:cBhvr additive="base">
                                        <p:cTn id="98" dur="500" fill="hold"/>
                                        <p:tgtEl>
                                          <p:spTgt spid="6">
                                            <p:graphicEl>
                                              <a:dgm id="{9DF00945-2D4F-488B-A31A-FE1748393F7C}"/>
                                            </p:graphicEl>
                                          </p:spTgt>
                                        </p:tgtEl>
                                        <p:attrNameLst>
                                          <p:attrName>ppt_y</p:attrName>
                                        </p:attrNameLst>
                                      </p:cBhvr>
                                      <p:tavLst>
                                        <p:tav tm="0">
                                          <p:val>
                                            <p:strVal val="1+#ppt_h/2"/>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101" presetID="2" presetClass="entr" presetSubtype="4" fill="hold" grpId="0" nodeType="clickEffect">
                                  <p:stCondLst>
                                    <p:cond delay="0"/>
                                  </p:stCondLst>
                                  <p:childTnLst>
                                    <p:set>
                                      <p:cBhvr>
                                        <p:cTn id="102" dur="1" fill="hold">
                                          <p:stCondLst>
                                            <p:cond delay="0"/>
                                          </p:stCondLst>
                                        </p:cTn>
                                        <p:tgtEl>
                                          <p:spTgt spid="6">
                                            <p:graphicEl>
                                              <a:dgm id="{51A9878D-39DF-46E5-BC18-9C3573039E38}"/>
                                            </p:graphicEl>
                                          </p:spTgt>
                                        </p:tgtEl>
                                        <p:attrNameLst>
                                          <p:attrName>style.visibility</p:attrName>
                                        </p:attrNameLst>
                                      </p:cBhvr>
                                      <p:to>
                                        <p:strVal val="visible"/>
                                      </p:to>
                                    </p:set>
                                    <p:anim calcmode="lin" valueType="num">
                                      <p:cBhvr additive="base">
                                        <p:cTn id="103" dur="500" fill="hold"/>
                                        <p:tgtEl>
                                          <p:spTgt spid="6">
                                            <p:graphicEl>
                                              <a:dgm id="{51A9878D-39DF-46E5-BC18-9C3573039E38}"/>
                                            </p:graphicEl>
                                          </p:spTgt>
                                        </p:tgtEl>
                                        <p:attrNameLst>
                                          <p:attrName>ppt_x</p:attrName>
                                        </p:attrNameLst>
                                      </p:cBhvr>
                                      <p:tavLst>
                                        <p:tav tm="0">
                                          <p:val>
                                            <p:strVal val="#ppt_x"/>
                                          </p:val>
                                        </p:tav>
                                        <p:tav tm="100000">
                                          <p:val>
                                            <p:strVal val="#ppt_x"/>
                                          </p:val>
                                        </p:tav>
                                      </p:tavLst>
                                    </p:anim>
                                    <p:anim calcmode="lin" valueType="num">
                                      <p:cBhvr additive="base">
                                        <p:cTn id="104" dur="500" fill="hold"/>
                                        <p:tgtEl>
                                          <p:spTgt spid="6">
                                            <p:graphicEl>
                                              <a:dgm id="{51A9878D-39DF-46E5-BC18-9C3573039E38}"/>
                                            </p:graphicEl>
                                          </p:spTgt>
                                        </p:tgtEl>
                                        <p:attrNameLst>
                                          <p:attrName>ppt_y</p:attrName>
                                        </p:attrNameLst>
                                      </p:cBhvr>
                                      <p:tavLst>
                                        <p:tav tm="0">
                                          <p:val>
                                            <p:strVal val="1+#ppt_h/2"/>
                                          </p:val>
                                        </p:tav>
                                        <p:tav tm="100000">
                                          <p:val>
                                            <p:strVal val="#ppt_y"/>
                                          </p:val>
                                        </p:tav>
                                      </p:tavLst>
                                    </p:anim>
                                  </p:childTnLst>
                                </p:cTn>
                              </p:par>
                              <p:par>
                                <p:cTn id="105" presetID="2" presetClass="entr" presetSubtype="4" fill="hold" grpId="0" nodeType="withEffect">
                                  <p:stCondLst>
                                    <p:cond delay="0"/>
                                  </p:stCondLst>
                                  <p:childTnLst>
                                    <p:set>
                                      <p:cBhvr>
                                        <p:cTn id="106" dur="1" fill="hold">
                                          <p:stCondLst>
                                            <p:cond delay="0"/>
                                          </p:stCondLst>
                                        </p:cTn>
                                        <p:tgtEl>
                                          <p:spTgt spid="6">
                                            <p:graphicEl>
                                              <a:dgm id="{0591D632-9CFE-4B18-888C-7377D608B00A}"/>
                                            </p:graphicEl>
                                          </p:spTgt>
                                        </p:tgtEl>
                                        <p:attrNameLst>
                                          <p:attrName>style.visibility</p:attrName>
                                        </p:attrNameLst>
                                      </p:cBhvr>
                                      <p:to>
                                        <p:strVal val="visible"/>
                                      </p:to>
                                    </p:set>
                                    <p:anim calcmode="lin" valueType="num">
                                      <p:cBhvr additive="base">
                                        <p:cTn id="107" dur="500" fill="hold"/>
                                        <p:tgtEl>
                                          <p:spTgt spid="6">
                                            <p:graphicEl>
                                              <a:dgm id="{0591D632-9CFE-4B18-888C-7377D608B00A}"/>
                                            </p:graphicEl>
                                          </p:spTgt>
                                        </p:tgtEl>
                                        <p:attrNameLst>
                                          <p:attrName>ppt_x</p:attrName>
                                        </p:attrNameLst>
                                      </p:cBhvr>
                                      <p:tavLst>
                                        <p:tav tm="0">
                                          <p:val>
                                            <p:strVal val="#ppt_x"/>
                                          </p:val>
                                        </p:tav>
                                        <p:tav tm="100000">
                                          <p:val>
                                            <p:strVal val="#ppt_x"/>
                                          </p:val>
                                        </p:tav>
                                      </p:tavLst>
                                    </p:anim>
                                    <p:anim calcmode="lin" valueType="num">
                                      <p:cBhvr additive="base">
                                        <p:cTn id="108" dur="500" fill="hold"/>
                                        <p:tgtEl>
                                          <p:spTgt spid="6">
                                            <p:graphicEl>
                                              <a:dgm id="{0591D632-9CFE-4B18-888C-7377D608B00A}"/>
                                            </p:graphicEl>
                                          </p:spTgt>
                                        </p:tgtEl>
                                        <p:attrNameLst>
                                          <p:attrName>ppt_y</p:attrName>
                                        </p:attrNameLst>
                                      </p:cBhvr>
                                      <p:tavLst>
                                        <p:tav tm="0">
                                          <p:val>
                                            <p:strVal val="1+#ppt_h/2"/>
                                          </p:val>
                                        </p:tav>
                                        <p:tav tm="100000">
                                          <p:val>
                                            <p:strVal val="#ppt_y"/>
                                          </p:val>
                                        </p:tav>
                                      </p:tavLst>
                                    </p:anim>
                                  </p:childTnLst>
                                </p:cTn>
                              </p:par>
                            </p:childTnLst>
                          </p:cTn>
                        </p:par>
                      </p:childTnLst>
                    </p:cTn>
                  </p:par>
                  <p:par>
                    <p:cTn id="109" fill="hold">
                      <p:stCondLst>
                        <p:cond delay="indefinite"/>
                      </p:stCondLst>
                      <p:childTnLst>
                        <p:par>
                          <p:cTn id="110" fill="hold">
                            <p:stCondLst>
                              <p:cond delay="0"/>
                            </p:stCondLst>
                            <p:childTnLst>
                              <p:par>
                                <p:cTn id="111" presetID="2" presetClass="entr" presetSubtype="4" fill="hold" grpId="0" nodeType="clickEffect">
                                  <p:stCondLst>
                                    <p:cond delay="0"/>
                                  </p:stCondLst>
                                  <p:childTnLst>
                                    <p:set>
                                      <p:cBhvr>
                                        <p:cTn id="112" dur="1" fill="hold">
                                          <p:stCondLst>
                                            <p:cond delay="0"/>
                                          </p:stCondLst>
                                        </p:cTn>
                                        <p:tgtEl>
                                          <p:spTgt spid="6">
                                            <p:graphicEl>
                                              <a:dgm id="{46B9924C-A971-411E-8139-03390CA9D3E2}"/>
                                            </p:graphicEl>
                                          </p:spTgt>
                                        </p:tgtEl>
                                        <p:attrNameLst>
                                          <p:attrName>style.visibility</p:attrName>
                                        </p:attrNameLst>
                                      </p:cBhvr>
                                      <p:to>
                                        <p:strVal val="visible"/>
                                      </p:to>
                                    </p:set>
                                    <p:anim calcmode="lin" valueType="num">
                                      <p:cBhvr additive="base">
                                        <p:cTn id="113" dur="500" fill="hold"/>
                                        <p:tgtEl>
                                          <p:spTgt spid="6">
                                            <p:graphicEl>
                                              <a:dgm id="{46B9924C-A971-411E-8139-03390CA9D3E2}"/>
                                            </p:graphicEl>
                                          </p:spTgt>
                                        </p:tgtEl>
                                        <p:attrNameLst>
                                          <p:attrName>ppt_x</p:attrName>
                                        </p:attrNameLst>
                                      </p:cBhvr>
                                      <p:tavLst>
                                        <p:tav tm="0">
                                          <p:val>
                                            <p:strVal val="#ppt_x"/>
                                          </p:val>
                                        </p:tav>
                                        <p:tav tm="100000">
                                          <p:val>
                                            <p:strVal val="#ppt_x"/>
                                          </p:val>
                                        </p:tav>
                                      </p:tavLst>
                                    </p:anim>
                                    <p:anim calcmode="lin" valueType="num">
                                      <p:cBhvr additive="base">
                                        <p:cTn id="114" dur="500" fill="hold"/>
                                        <p:tgtEl>
                                          <p:spTgt spid="6">
                                            <p:graphicEl>
                                              <a:dgm id="{46B9924C-A971-411E-8139-03390CA9D3E2}"/>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Sub>
          <a:bldDgm bld="one"/>
        </p:bldSub>
      </p:bldGraphic>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p:cNvGraphicFramePr>
            <a:graphicFrameLocks noGrp="1"/>
          </p:cNvGraphicFramePr>
          <p:nvPr>
            <p:ph idx="4294967295"/>
            <p:extLst>
              <p:ext uri="{D42A27DB-BD31-4B8C-83A1-F6EECF244321}">
                <p14:modId xmlns:p14="http://schemas.microsoft.com/office/powerpoint/2010/main" val="2057336433"/>
              </p:ext>
            </p:extLst>
          </p:nvPr>
        </p:nvGraphicFramePr>
        <p:xfrm>
          <a:off x="1062427" y="2171700"/>
          <a:ext cx="15544800" cy="6858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itle 1"/>
          <p:cNvSpPr txBox="1">
            <a:spLocks/>
          </p:cNvSpPr>
          <p:nvPr/>
        </p:nvSpPr>
        <p:spPr>
          <a:xfrm>
            <a:off x="1280623" y="948916"/>
            <a:ext cx="6356780" cy="1021773"/>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GB" sz="4800" dirty="0">
                <a:solidFill>
                  <a:schemeClr val="tx2">
                    <a:lumMod val="75000"/>
                  </a:schemeClr>
                </a:solidFill>
                <a:latin typeface="Segoe UI 1" panose="020B0802040204020203" charset="0"/>
                <a:cs typeface="Segoe UI 1" panose="020B0802040204020203" charset="0"/>
              </a:rPr>
              <a:t>Types of OOP</a:t>
            </a:r>
            <a:endParaRPr lang="en-US" sz="4800" dirty="0">
              <a:solidFill>
                <a:schemeClr val="tx2">
                  <a:lumMod val="75000"/>
                </a:schemeClr>
              </a:solidFill>
              <a:latin typeface="Segoe UI 1" panose="020B0802040204020203" charset="0"/>
              <a:cs typeface="Segoe UI 1" panose="020B0802040204020203" charset="0"/>
            </a:endParaRPr>
          </a:p>
        </p:txBody>
      </p:sp>
      <p:grpSp>
        <p:nvGrpSpPr>
          <p:cNvPr id="5" name="Group 3">
            <a:extLst>
              <a:ext uri="{FF2B5EF4-FFF2-40B4-BE49-F238E27FC236}">
                <a16:creationId xmlns:a16="http://schemas.microsoft.com/office/drawing/2014/main" id="{3D418609-2F76-130E-14AE-86DEC5FB4D02}"/>
              </a:ext>
            </a:extLst>
          </p:cNvPr>
          <p:cNvGrpSpPr/>
          <p:nvPr/>
        </p:nvGrpSpPr>
        <p:grpSpPr>
          <a:xfrm>
            <a:off x="816554" y="1179444"/>
            <a:ext cx="424292" cy="424292"/>
            <a:chOff x="0" y="0"/>
            <a:chExt cx="812800" cy="812800"/>
          </a:xfrm>
        </p:grpSpPr>
        <p:sp>
          <p:nvSpPr>
            <p:cNvPr id="7" name="Freeform 4">
              <a:extLst>
                <a:ext uri="{FF2B5EF4-FFF2-40B4-BE49-F238E27FC236}">
                  <a16:creationId xmlns:a16="http://schemas.microsoft.com/office/drawing/2014/main" id="{542FE6D8-3CEA-4B3E-018E-CBC17A8C735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E3A6E"/>
            </a:solidFill>
          </p:spPr>
          <p:txBody>
            <a:bodyPr/>
            <a:lstStyle/>
            <a:p>
              <a:endParaRPr lang="en-US"/>
            </a:p>
          </p:txBody>
        </p:sp>
        <p:sp>
          <p:nvSpPr>
            <p:cNvPr id="8" name="TextBox 5">
              <a:extLst>
                <a:ext uri="{FF2B5EF4-FFF2-40B4-BE49-F238E27FC236}">
                  <a16:creationId xmlns:a16="http://schemas.microsoft.com/office/drawing/2014/main" id="{07CC5BB2-91A0-F498-3F38-46BAD0524608}"/>
                </a:ext>
              </a:extLst>
            </p:cNvPr>
            <p:cNvSpPr txBox="1"/>
            <p:nvPr/>
          </p:nvSpPr>
          <p:spPr>
            <a:xfrm>
              <a:off x="76200" y="28575"/>
              <a:ext cx="660400" cy="708025"/>
            </a:xfrm>
            <a:prstGeom prst="rect">
              <a:avLst/>
            </a:prstGeom>
          </p:spPr>
          <p:txBody>
            <a:bodyPr lIns="50800" tIns="50800" rIns="50800" bIns="50800" rtlCol="0" anchor="ctr"/>
            <a:lstStyle/>
            <a:p>
              <a:pPr algn="ctr">
                <a:lnSpc>
                  <a:spcPts val="2239"/>
                </a:lnSpc>
              </a:pPr>
              <a:endParaRPr/>
            </a:p>
          </p:txBody>
        </p:sp>
      </p:grpSp>
    </p:spTree>
    <p:extLst>
      <p:ext uri="{BB962C8B-B14F-4D97-AF65-F5344CB8AC3E}">
        <p14:creationId xmlns:p14="http://schemas.microsoft.com/office/powerpoint/2010/main" val="4248442031"/>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6" fill="hold" grpId="0" nodeType="clickEffect">
                                  <p:stCondLst>
                                    <p:cond delay="0"/>
                                  </p:stCondLst>
                                  <p:childTnLst>
                                    <p:set>
                                      <p:cBhvr>
                                        <p:cTn id="6" dur="1" fill="hold">
                                          <p:stCondLst>
                                            <p:cond delay="0"/>
                                          </p:stCondLst>
                                        </p:cTn>
                                        <p:tgtEl>
                                          <p:spTgt spid="6">
                                            <p:graphicEl>
                                              <a:dgm id="{4F6BC7F5-A59F-44EB-B00D-353A2EC06741}"/>
                                            </p:graphicEl>
                                          </p:spTgt>
                                        </p:tgtEl>
                                        <p:attrNameLst>
                                          <p:attrName>style.visibility</p:attrName>
                                        </p:attrNameLst>
                                      </p:cBhvr>
                                      <p:to>
                                        <p:strVal val="visible"/>
                                      </p:to>
                                    </p:set>
                                    <p:anim calcmode="lin" valueType="num">
                                      <p:cBhvr additive="base">
                                        <p:cTn id="7" dur="500" fill="hold"/>
                                        <p:tgtEl>
                                          <p:spTgt spid="6">
                                            <p:graphicEl>
                                              <a:dgm id="{4F6BC7F5-A59F-44EB-B00D-353A2EC06741}"/>
                                            </p:graphicEl>
                                          </p:spTgt>
                                        </p:tgtEl>
                                        <p:attrNameLst>
                                          <p:attrName>ppt_x</p:attrName>
                                        </p:attrNameLst>
                                      </p:cBhvr>
                                      <p:tavLst>
                                        <p:tav tm="0">
                                          <p:val>
                                            <p:strVal val="1+#ppt_w/2"/>
                                          </p:val>
                                        </p:tav>
                                        <p:tav tm="100000">
                                          <p:val>
                                            <p:strVal val="#ppt_x"/>
                                          </p:val>
                                        </p:tav>
                                      </p:tavLst>
                                    </p:anim>
                                    <p:anim calcmode="lin" valueType="num">
                                      <p:cBhvr additive="base">
                                        <p:cTn id="8" dur="500" fill="hold"/>
                                        <p:tgtEl>
                                          <p:spTgt spid="6">
                                            <p:graphicEl>
                                              <a:dgm id="{4F6BC7F5-A59F-44EB-B00D-353A2EC06741}"/>
                                            </p:graphic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6" fill="hold" grpId="0" nodeType="clickEffect">
                                  <p:stCondLst>
                                    <p:cond delay="0"/>
                                  </p:stCondLst>
                                  <p:childTnLst>
                                    <p:set>
                                      <p:cBhvr>
                                        <p:cTn id="12" dur="1" fill="hold">
                                          <p:stCondLst>
                                            <p:cond delay="0"/>
                                          </p:stCondLst>
                                        </p:cTn>
                                        <p:tgtEl>
                                          <p:spTgt spid="6">
                                            <p:graphicEl>
                                              <a:dgm id="{72C07CDB-79C2-4E85-A7B0-FDAE5584D12F}"/>
                                            </p:graphicEl>
                                          </p:spTgt>
                                        </p:tgtEl>
                                        <p:attrNameLst>
                                          <p:attrName>style.visibility</p:attrName>
                                        </p:attrNameLst>
                                      </p:cBhvr>
                                      <p:to>
                                        <p:strVal val="visible"/>
                                      </p:to>
                                    </p:set>
                                    <p:anim calcmode="lin" valueType="num">
                                      <p:cBhvr additive="base">
                                        <p:cTn id="13" dur="500" fill="hold"/>
                                        <p:tgtEl>
                                          <p:spTgt spid="6">
                                            <p:graphicEl>
                                              <a:dgm id="{72C07CDB-79C2-4E85-A7B0-FDAE5584D12F}"/>
                                            </p:graphic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6">
                                            <p:graphicEl>
                                              <a:dgm id="{72C07CDB-79C2-4E85-A7B0-FDAE5584D12F}"/>
                                            </p:graphicEl>
                                          </p:spTgt>
                                        </p:tgtEl>
                                        <p:attrNameLst>
                                          <p:attrName>ppt_y</p:attrName>
                                        </p:attrNameLst>
                                      </p:cBhvr>
                                      <p:tavLst>
                                        <p:tav tm="0">
                                          <p:val>
                                            <p:strVal val="1+#ppt_h/2"/>
                                          </p:val>
                                        </p:tav>
                                        <p:tav tm="100000">
                                          <p:val>
                                            <p:strVal val="#ppt_y"/>
                                          </p:val>
                                        </p:tav>
                                      </p:tavLst>
                                    </p:anim>
                                  </p:childTnLst>
                                </p:cTn>
                              </p:par>
                              <p:par>
                                <p:cTn id="15" presetID="2" presetClass="entr" presetSubtype="6" fill="hold" grpId="0" nodeType="withEffect">
                                  <p:stCondLst>
                                    <p:cond delay="0"/>
                                  </p:stCondLst>
                                  <p:childTnLst>
                                    <p:set>
                                      <p:cBhvr>
                                        <p:cTn id="16" dur="1" fill="hold">
                                          <p:stCondLst>
                                            <p:cond delay="0"/>
                                          </p:stCondLst>
                                        </p:cTn>
                                        <p:tgtEl>
                                          <p:spTgt spid="6">
                                            <p:graphicEl>
                                              <a:dgm id="{E6A9D29B-DCEE-46C8-AC2E-8E96B6DCE661}"/>
                                            </p:graphicEl>
                                          </p:spTgt>
                                        </p:tgtEl>
                                        <p:attrNameLst>
                                          <p:attrName>style.visibility</p:attrName>
                                        </p:attrNameLst>
                                      </p:cBhvr>
                                      <p:to>
                                        <p:strVal val="visible"/>
                                      </p:to>
                                    </p:set>
                                    <p:anim calcmode="lin" valueType="num">
                                      <p:cBhvr additive="base">
                                        <p:cTn id="17" dur="500" fill="hold"/>
                                        <p:tgtEl>
                                          <p:spTgt spid="6">
                                            <p:graphicEl>
                                              <a:dgm id="{E6A9D29B-DCEE-46C8-AC2E-8E96B6DCE661}"/>
                                            </p:graphicEl>
                                          </p:spTgt>
                                        </p:tgtEl>
                                        <p:attrNameLst>
                                          <p:attrName>ppt_x</p:attrName>
                                        </p:attrNameLst>
                                      </p:cBhvr>
                                      <p:tavLst>
                                        <p:tav tm="0">
                                          <p:val>
                                            <p:strVal val="1+#ppt_w/2"/>
                                          </p:val>
                                        </p:tav>
                                        <p:tav tm="100000">
                                          <p:val>
                                            <p:strVal val="#ppt_x"/>
                                          </p:val>
                                        </p:tav>
                                      </p:tavLst>
                                    </p:anim>
                                    <p:anim calcmode="lin" valueType="num">
                                      <p:cBhvr additive="base">
                                        <p:cTn id="18" dur="500" fill="hold"/>
                                        <p:tgtEl>
                                          <p:spTgt spid="6">
                                            <p:graphicEl>
                                              <a:dgm id="{E6A9D29B-DCEE-46C8-AC2E-8E96B6DCE661}"/>
                                            </p:graphic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6" fill="hold" grpId="0" nodeType="clickEffect">
                                  <p:stCondLst>
                                    <p:cond delay="0"/>
                                  </p:stCondLst>
                                  <p:childTnLst>
                                    <p:set>
                                      <p:cBhvr>
                                        <p:cTn id="22" dur="1" fill="hold">
                                          <p:stCondLst>
                                            <p:cond delay="0"/>
                                          </p:stCondLst>
                                        </p:cTn>
                                        <p:tgtEl>
                                          <p:spTgt spid="6">
                                            <p:graphicEl>
                                              <a:dgm id="{BA2D9375-58D7-4D39-BA20-738EECEF153D}"/>
                                            </p:graphicEl>
                                          </p:spTgt>
                                        </p:tgtEl>
                                        <p:attrNameLst>
                                          <p:attrName>style.visibility</p:attrName>
                                        </p:attrNameLst>
                                      </p:cBhvr>
                                      <p:to>
                                        <p:strVal val="visible"/>
                                      </p:to>
                                    </p:set>
                                    <p:anim calcmode="lin" valueType="num">
                                      <p:cBhvr additive="base">
                                        <p:cTn id="23" dur="500" fill="hold"/>
                                        <p:tgtEl>
                                          <p:spTgt spid="6">
                                            <p:graphicEl>
                                              <a:dgm id="{BA2D9375-58D7-4D39-BA20-738EECEF153D}"/>
                                            </p:graphicEl>
                                          </p:spTgt>
                                        </p:tgtEl>
                                        <p:attrNameLst>
                                          <p:attrName>ppt_x</p:attrName>
                                        </p:attrNameLst>
                                      </p:cBhvr>
                                      <p:tavLst>
                                        <p:tav tm="0">
                                          <p:val>
                                            <p:strVal val="1+#ppt_w/2"/>
                                          </p:val>
                                        </p:tav>
                                        <p:tav tm="100000">
                                          <p:val>
                                            <p:strVal val="#ppt_x"/>
                                          </p:val>
                                        </p:tav>
                                      </p:tavLst>
                                    </p:anim>
                                    <p:anim calcmode="lin" valueType="num">
                                      <p:cBhvr additive="base">
                                        <p:cTn id="24" dur="500" fill="hold"/>
                                        <p:tgtEl>
                                          <p:spTgt spid="6">
                                            <p:graphicEl>
                                              <a:dgm id="{BA2D9375-58D7-4D39-BA20-738EECEF153D}"/>
                                            </p:graphicEl>
                                          </p:spTgt>
                                        </p:tgtEl>
                                        <p:attrNameLst>
                                          <p:attrName>ppt_y</p:attrName>
                                        </p:attrNameLst>
                                      </p:cBhvr>
                                      <p:tavLst>
                                        <p:tav tm="0">
                                          <p:val>
                                            <p:strVal val="1+#ppt_h/2"/>
                                          </p:val>
                                        </p:tav>
                                        <p:tav tm="100000">
                                          <p:val>
                                            <p:strVal val="#ppt_y"/>
                                          </p:val>
                                        </p:tav>
                                      </p:tavLst>
                                    </p:anim>
                                  </p:childTnLst>
                                </p:cTn>
                              </p:par>
                              <p:par>
                                <p:cTn id="25" presetID="2" presetClass="entr" presetSubtype="6" fill="hold" grpId="0" nodeType="withEffect">
                                  <p:stCondLst>
                                    <p:cond delay="0"/>
                                  </p:stCondLst>
                                  <p:childTnLst>
                                    <p:set>
                                      <p:cBhvr>
                                        <p:cTn id="26" dur="1" fill="hold">
                                          <p:stCondLst>
                                            <p:cond delay="0"/>
                                          </p:stCondLst>
                                        </p:cTn>
                                        <p:tgtEl>
                                          <p:spTgt spid="6">
                                            <p:graphicEl>
                                              <a:dgm id="{0509A57D-4B57-4F93-B781-34D74243D66E}"/>
                                            </p:graphicEl>
                                          </p:spTgt>
                                        </p:tgtEl>
                                        <p:attrNameLst>
                                          <p:attrName>style.visibility</p:attrName>
                                        </p:attrNameLst>
                                      </p:cBhvr>
                                      <p:to>
                                        <p:strVal val="visible"/>
                                      </p:to>
                                    </p:set>
                                    <p:anim calcmode="lin" valueType="num">
                                      <p:cBhvr additive="base">
                                        <p:cTn id="27" dur="500" fill="hold"/>
                                        <p:tgtEl>
                                          <p:spTgt spid="6">
                                            <p:graphicEl>
                                              <a:dgm id="{0509A57D-4B57-4F93-B781-34D74243D66E}"/>
                                            </p:graphicEl>
                                          </p:spTgt>
                                        </p:tgtEl>
                                        <p:attrNameLst>
                                          <p:attrName>ppt_x</p:attrName>
                                        </p:attrNameLst>
                                      </p:cBhvr>
                                      <p:tavLst>
                                        <p:tav tm="0">
                                          <p:val>
                                            <p:strVal val="1+#ppt_w/2"/>
                                          </p:val>
                                        </p:tav>
                                        <p:tav tm="100000">
                                          <p:val>
                                            <p:strVal val="#ppt_x"/>
                                          </p:val>
                                        </p:tav>
                                      </p:tavLst>
                                    </p:anim>
                                    <p:anim calcmode="lin" valueType="num">
                                      <p:cBhvr additive="base">
                                        <p:cTn id="28" dur="500" fill="hold"/>
                                        <p:tgtEl>
                                          <p:spTgt spid="6">
                                            <p:graphicEl>
                                              <a:dgm id="{0509A57D-4B57-4F93-B781-34D74243D66E}"/>
                                            </p:graphic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6" fill="hold" grpId="0" nodeType="clickEffect">
                                  <p:stCondLst>
                                    <p:cond delay="0"/>
                                  </p:stCondLst>
                                  <p:childTnLst>
                                    <p:set>
                                      <p:cBhvr>
                                        <p:cTn id="32" dur="1" fill="hold">
                                          <p:stCondLst>
                                            <p:cond delay="0"/>
                                          </p:stCondLst>
                                        </p:cTn>
                                        <p:tgtEl>
                                          <p:spTgt spid="6">
                                            <p:graphicEl>
                                              <a:dgm id="{CF61173F-5490-4E8B-9330-613E11183931}"/>
                                            </p:graphicEl>
                                          </p:spTgt>
                                        </p:tgtEl>
                                        <p:attrNameLst>
                                          <p:attrName>style.visibility</p:attrName>
                                        </p:attrNameLst>
                                      </p:cBhvr>
                                      <p:to>
                                        <p:strVal val="visible"/>
                                      </p:to>
                                    </p:set>
                                    <p:anim calcmode="lin" valueType="num">
                                      <p:cBhvr additive="base">
                                        <p:cTn id="33" dur="500" fill="hold"/>
                                        <p:tgtEl>
                                          <p:spTgt spid="6">
                                            <p:graphicEl>
                                              <a:dgm id="{CF61173F-5490-4E8B-9330-613E11183931}"/>
                                            </p:graphicEl>
                                          </p:spTgt>
                                        </p:tgtEl>
                                        <p:attrNameLst>
                                          <p:attrName>ppt_x</p:attrName>
                                        </p:attrNameLst>
                                      </p:cBhvr>
                                      <p:tavLst>
                                        <p:tav tm="0">
                                          <p:val>
                                            <p:strVal val="1+#ppt_w/2"/>
                                          </p:val>
                                        </p:tav>
                                        <p:tav tm="100000">
                                          <p:val>
                                            <p:strVal val="#ppt_x"/>
                                          </p:val>
                                        </p:tav>
                                      </p:tavLst>
                                    </p:anim>
                                    <p:anim calcmode="lin" valueType="num">
                                      <p:cBhvr additive="base">
                                        <p:cTn id="34" dur="500" fill="hold"/>
                                        <p:tgtEl>
                                          <p:spTgt spid="6">
                                            <p:graphicEl>
                                              <a:dgm id="{CF61173F-5490-4E8B-9330-613E11183931}"/>
                                            </p:graphicEl>
                                          </p:spTgt>
                                        </p:tgtEl>
                                        <p:attrNameLst>
                                          <p:attrName>ppt_y</p:attrName>
                                        </p:attrNameLst>
                                      </p:cBhvr>
                                      <p:tavLst>
                                        <p:tav tm="0">
                                          <p:val>
                                            <p:strVal val="1+#ppt_h/2"/>
                                          </p:val>
                                        </p:tav>
                                        <p:tav tm="100000">
                                          <p:val>
                                            <p:strVal val="#ppt_y"/>
                                          </p:val>
                                        </p:tav>
                                      </p:tavLst>
                                    </p:anim>
                                  </p:childTnLst>
                                </p:cTn>
                              </p:par>
                              <p:par>
                                <p:cTn id="35" presetID="2" presetClass="entr" presetSubtype="6" fill="hold" grpId="0" nodeType="withEffect">
                                  <p:stCondLst>
                                    <p:cond delay="0"/>
                                  </p:stCondLst>
                                  <p:childTnLst>
                                    <p:set>
                                      <p:cBhvr>
                                        <p:cTn id="36" dur="1" fill="hold">
                                          <p:stCondLst>
                                            <p:cond delay="0"/>
                                          </p:stCondLst>
                                        </p:cTn>
                                        <p:tgtEl>
                                          <p:spTgt spid="6">
                                            <p:graphicEl>
                                              <a:dgm id="{B6A17766-76D7-498F-BFE0-B2BFD7CF0BE6}"/>
                                            </p:graphicEl>
                                          </p:spTgt>
                                        </p:tgtEl>
                                        <p:attrNameLst>
                                          <p:attrName>style.visibility</p:attrName>
                                        </p:attrNameLst>
                                      </p:cBhvr>
                                      <p:to>
                                        <p:strVal val="visible"/>
                                      </p:to>
                                    </p:set>
                                    <p:anim calcmode="lin" valueType="num">
                                      <p:cBhvr additive="base">
                                        <p:cTn id="37" dur="500" fill="hold"/>
                                        <p:tgtEl>
                                          <p:spTgt spid="6">
                                            <p:graphicEl>
                                              <a:dgm id="{B6A17766-76D7-498F-BFE0-B2BFD7CF0BE6}"/>
                                            </p:graphic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6">
                                            <p:graphicEl>
                                              <a:dgm id="{B6A17766-76D7-498F-BFE0-B2BFD7CF0BE6}"/>
                                            </p:graphic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6" fill="hold" grpId="0" nodeType="clickEffect">
                                  <p:stCondLst>
                                    <p:cond delay="0"/>
                                  </p:stCondLst>
                                  <p:childTnLst>
                                    <p:set>
                                      <p:cBhvr>
                                        <p:cTn id="42" dur="1" fill="hold">
                                          <p:stCondLst>
                                            <p:cond delay="0"/>
                                          </p:stCondLst>
                                        </p:cTn>
                                        <p:tgtEl>
                                          <p:spTgt spid="6">
                                            <p:graphicEl>
                                              <a:dgm id="{FD559AB2-4E1A-4F37-88A0-B86DF5DD597F}"/>
                                            </p:graphicEl>
                                          </p:spTgt>
                                        </p:tgtEl>
                                        <p:attrNameLst>
                                          <p:attrName>style.visibility</p:attrName>
                                        </p:attrNameLst>
                                      </p:cBhvr>
                                      <p:to>
                                        <p:strVal val="visible"/>
                                      </p:to>
                                    </p:set>
                                    <p:anim calcmode="lin" valueType="num">
                                      <p:cBhvr additive="base">
                                        <p:cTn id="43" dur="500" fill="hold"/>
                                        <p:tgtEl>
                                          <p:spTgt spid="6">
                                            <p:graphicEl>
                                              <a:dgm id="{FD559AB2-4E1A-4F37-88A0-B86DF5DD597F}"/>
                                            </p:graphicEl>
                                          </p:spTgt>
                                        </p:tgtEl>
                                        <p:attrNameLst>
                                          <p:attrName>ppt_x</p:attrName>
                                        </p:attrNameLst>
                                      </p:cBhvr>
                                      <p:tavLst>
                                        <p:tav tm="0">
                                          <p:val>
                                            <p:strVal val="1+#ppt_w/2"/>
                                          </p:val>
                                        </p:tav>
                                        <p:tav tm="100000">
                                          <p:val>
                                            <p:strVal val="#ppt_x"/>
                                          </p:val>
                                        </p:tav>
                                      </p:tavLst>
                                    </p:anim>
                                    <p:anim calcmode="lin" valueType="num">
                                      <p:cBhvr additive="base">
                                        <p:cTn id="44" dur="500" fill="hold"/>
                                        <p:tgtEl>
                                          <p:spTgt spid="6">
                                            <p:graphicEl>
                                              <a:dgm id="{FD559AB2-4E1A-4F37-88A0-B86DF5DD597F}"/>
                                            </p:graphicEl>
                                          </p:spTgt>
                                        </p:tgtEl>
                                        <p:attrNameLst>
                                          <p:attrName>ppt_y</p:attrName>
                                        </p:attrNameLst>
                                      </p:cBhvr>
                                      <p:tavLst>
                                        <p:tav tm="0">
                                          <p:val>
                                            <p:strVal val="1+#ppt_h/2"/>
                                          </p:val>
                                        </p:tav>
                                        <p:tav tm="100000">
                                          <p:val>
                                            <p:strVal val="#ppt_y"/>
                                          </p:val>
                                        </p:tav>
                                      </p:tavLst>
                                    </p:anim>
                                  </p:childTnLst>
                                </p:cTn>
                              </p:par>
                              <p:par>
                                <p:cTn id="45" presetID="2" presetClass="entr" presetSubtype="6" fill="hold" grpId="0" nodeType="withEffect">
                                  <p:stCondLst>
                                    <p:cond delay="0"/>
                                  </p:stCondLst>
                                  <p:childTnLst>
                                    <p:set>
                                      <p:cBhvr>
                                        <p:cTn id="46" dur="1" fill="hold">
                                          <p:stCondLst>
                                            <p:cond delay="0"/>
                                          </p:stCondLst>
                                        </p:cTn>
                                        <p:tgtEl>
                                          <p:spTgt spid="6">
                                            <p:graphicEl>
                                              <a:dgm id="{2018374F-BB8C-4644-BB08-7A6189E8BC70}"/>
                                            </p:graphicEl>
                                          </p:spTgt>
                                        </p:tgtEl>
                                        <p:attrNameLst>
                                          <p:attrName>style.visibility</p:attrName>
                                        </p:attrNameLst>
                                      </p:cBhvr>
                                      <p:to>
                                        <p:strVal val="visible"/>
                                      </p:to>
                                    </p:set>
                                    <p:anim calcmode="lin" valueType="num">
                                      <p:cBhvr additive="base">
                                        <p:cTn id="47" dur="500" fill="hold"/>
                                        <p:tgtEl>
                                          <p:spTgt spid="6">
                                            <p:graphicEl>
                                              <a:dgm id="{2018374F-BB8C-4644-BB08-7A6189E8BC70}"/>
                                            </p:graphicEl>
                                          </p:spTgt>
                                        </p:tgtEl>
                                        <p:attrNameLst>
                                          <p:attrName>ppt_x</p:attrName>
                                        </p:attrNameLst>
                                      </p:cBhvr>
                                      <p:tavLst>
                                        <p:tav tm="0">
                                          <p:val>
                                            <p:strVal val="1+#ppt_w/2"/>
                                          </p:val>
                                        </p:tav>
                                        <p:tav tm="100000">
                                          <p:val>
                                            <p:strVal val="#ppt_x"/>
                                          </p:val>
                                        </p:tav>
                                      </p:tavLst>
                                    </p:anim>
                                    <p:anim calcmode="lin" valueType="num">
                                      <p:cBhvr additive="base">
                                        <p:cTn id="48" dur="500" fill="hold"/>
                                        <p:tgtEl>
                                          <p:spTgt spid="6">
                                            <p:graphicEl>
                                              <a:dgm id="{2018374F-BB8C-4644-BB08-7A6189E8BC70}"/>
                                            </p:graphicEl>
                                          </p:spTgt>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6" fill="hold" grpId="0" nodeType="clickEffect">
                                  <p:stCondLst>
                                    <p:cond delay="0"/>
                                  </p:stCondLst>
                                  <p:childTnLst>
                                    <p:set>
                                      <p:cBhvr>
                                        <p:cTn id="52" dur="1" fill="hold">
                                          <p:stCondLst>
                                            <p:cond delay="0"/>
                                          </p:stCondLst>
                                        </p:cTn>
                                        <p:tgtEl>
                                          <p:spTgt spid="6">
                                            <p:graphicEl>
                                              <a:dgm id="{FF1BD6AC-220E-4553-BF90-4D06C3170B9A}"/>
                                            </p:graphicEl>
                                          </p:spTgt>
                                        </p:tgtEl>
                                        <p:attrNameLst>
                                          <p:attrName>style.visibility</p:attrName>
                                        </p:attrNameLst>
                                      </p:cBhvr>
                                      <p:to>
                                        <p:strVal val="visible"/>
                                      </p:to>
                                    </p:set>
                                    <p:anim calcmode="lin" valueType="num">
                                      <p:cBhvr additive="base">
                                        <p:cTn id="53" dur="500" fill="hold"/>
                                        <p:tgtEl>
                                          <p:spTgt spid="6">
                                            <p:graphicEl>
                                              <a:dgm id="{FF1BD6AC-220E-4553-BF90-4D06C3170B9A}"/>
                                            </p:graphicEl>
                                          </p:spTgt>
                                        </p:tgtEl>
                                        <p:attrNameLst>
                                          <p:attrName>ppt_x</p:attrName>
                                        </p:attrNameLst>
                                      </p:cBhvr>
                                      <p:tavLst>
                                        <p:tav tm="0">
                                          <p:val>
                                            <p:strVal val="1+#ppt_w/2"/>
                                          </p:val>
                                        </p:tav>
                                        <p:tav tm="100000">
                                          <p:val>
                                            <p:strVal val="#ppt_x"/>
                                          </p:val>
                                        </p:tav>
                                      </p:tavLst>
                                    </p:anim>
                                    <p:anim calcmode="lin" valueType="num">
                                      <p:cBhvr additive="base">
                                        <p:cTn id="54" dur="500" fill="hold"/>
                                        <p:tgtEl>
                                          <p:spTgt spid="6">
                                            <p:graphicEl>
                                              <a:dgm id="{FF1BD6AC-220E-4553-BF90-4D06C3170B9A}"/>
                                            </p:graphicEl>
                                          </p:spTgt>
                                        </p:tgtEl>
                                        <p:attrNameLst>
                                          <p:attrName>ppt_y</p:attrName>
                                        </p:attrNameLst>
                                      </p:cBhvr>
                                      <p:tavLst>
                                        <p:tav tm="0">
                                          <p:val>
                                            <p:strVal val="1+#ppt_h/2"/>
                                          </p:val>
                                        </p:tav>
                                        <p:tav tm="100000">
                                          <p:val>
                                            <p:strVal val="#ppt_y"/>
                                          </p:val>
                                        </p:tav>
                                      </p:tavLst>
                                    </p:anim>
                                  </p:childTnLst>
                                </p:cTn>
                              </p:par>
                              <p:par>
                                <p:cTn id="55" presetID="2" presetClass="entr" presetSubtype="6" fill="hold" grpId="0" nodeType="withEffect">
                                  <p:stCondLst>
                                    <p:cond delay="0"/>
                                  </p:stCondLst>
                                  <p:childTnLst>
                                    <p:set>
                                      <p:cBhvr>
                                        <p:cTn id="56" dur="1" fill="hold">
                                          <p:stCondLst>
                                            <p:cond delay="0"/>
                                          </p:stCondLst>
                                        </p:cTn>
                                        <p:tgtEl>
                                          <p:spTgt spid="6">
                                            <p:graphicEl>
                                              <a:dgm id="{72C733EF-97E9-4A14-97DF-C58D57B2A0D3}"/>
                                            </p:graphicEl>
                                          </p:spTgt>
                                        </p:tgtEl>
                                        <p:attrNameLst>
                                          <p:attrName>style.visibility</p:attrName>
                                        </p:attrNameLst>
                                      </p:cBhvr>
                                      <p:to>
                                        <p:strVal val="visible"/>
                                      </p:to>
                                    </p:set>
                                    <p:anim calcmode="lin" valueType="num">
                                      <p:cBhvr additive="base">
                                        <p:cTn id="57" dur="500" fill="hold"/>
                                        <p:tgtEl>
                                          <p:spTgt spid="6">
                                            <p:graphicEl>
                                              <a:dgm id="{72C733EF-97E9-4A14-97DF-C58D57B2A0D3}"/>
                                            </p:graphicEl>
                                          </p:spTgt>
                                        </p:tgtEl>
                                        <p:attrNameLst>
                                          <p:attrName>ppt_x</p:attrName>
                                        </p:attrNameLst>
                                      </p:cBhvr>
                                      <p:tavLst>
                                        <p:tav tm="0">
                                          <p:val>
                                            <p:strVal val="1+#ppt_w/2"/>
                                          </p:val>
                                        </p:tav>
                                        <p:tav tm="100000">
                                          <p:val>
                                            <p:strVal val="#ppt_x"/>
                                          </p:val>
                                        </p:tav>
                                      </p:tavLst>
                                    </p:anim>
                                    <p:anim calcmode="lin" valueType="num">
                                      <p:cBhvr additive="base">
                                        <p:cTn id="58" dur="500" fill="hold"/>
                                        <p:tgtEl>
                                          <p:spTgt spid="6">
                                            <p:graphicEl>
                                              <a:dgm id="{72C733EF-97E9-4A14-97DF-C58D57B2A0D3}"/>
                                            </p:graphicEl>
                                          </p:spTgt>
                                        </p:tgtEl>
                                        <p:attrNameLst>
                                          <p:attrName>ppt_y</p:attrName>
                                        </p:attrNameLst>
                                      </p:cBhvr>
                                      <p:tavLst>
                                        <p:tav tm="0">
                                          <p:val>
                                            <p:strVal val="1+#ppt_h/2"/>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2" presetClass="entr" presetSubtype="6" fill="hold" grpId="0" nodeType="clickEffect">
                                  <p:stCondLst>
                                    <p:cond delay="0"/>
                                  </p:stCondLst>
                                  <p:childTnLst>
                                    <p:set>
                                      <p:cBhvr>
                                        <p:cTn id="62" dur="1" fill="hold">
                                          <p:stCondLst>
                                            <p:cond delay="0"/>
                                          </p:stCondLst>
                                        </p:cTn>
                                        <p:tgtEl>
                                          <p:spTgt spid="6">
                                            <p:graphicEl>
                                              <a:dgm id="{627FFB8E-91B4-44BA-BC1F-997D2F62DC75}"/>
                                            </p:graphicEl>
                                          </p:spTgt>
                                        </p:tgtEl>
                                        <p:attrNameLst>
                                          <p:attrName>style.visibility</p:attrName>
                                        </p:attrNameLst>
                                      </p:cBhvr>
                                      <p:to>
                                        <p:strVal val="visible"/>
                                      </p:to>
                                    </p:set>
                                    <p:anim calcmode="lin" valueType="num">
                                      <p:cBhvr additive="base">
                                        <p:cTn id="63" dur="500" fill="hold"/>
                                        <p:tgtEl>
                                          <p:spTgt spid="6">
                                            <p:graphicEl>
                                              <a:dgm id="{627FFB8E-91B4-44BA-BC1F-997D2F62DC75}"/>
                                            </p:graphicEl>
                                          </p:spTgt>
                                        </p:tgtEl>
                                        <p:attrNameLst>
                                          <p:attrName>ppt_x</p:attrName>
                                        </p:attrNameLst>
                                      </p:cBhvr>
                                      <p:tavLst>
                                        <p:tav tm="0">
                                          <p:val>
                                            <p:strVal val="1+#ppt_w/2"/>
                                          </p:val>
                                        </p:tav>
                                        <p:tav tm="100000">
                                          <p:val>
                                            <p:strVal val="#ppt_x"/>
                                          </p:val>
                                        </p:tav>
                                      </p:tavLst>
                                    </p:anim>
                                    <p:anim calcmode="lin" valueType="num">
                                      <p:cBhvr additive="base">
                                        <p:cTn id="64" dur="500" fill="hold"/>
                                        <p:tgtEl>
                                          <p:spTgt spid="6">
                                            <p:graphicEl>
                                              <a:dgm id="{627FFB8E-91B4-44BA-BC1F-997D2F62DC75}"/>
                                            </p:graphicEl>
                                          </p:spTgt>
                                        </p:tgtEl>
                                        <p:attrNameLst>
                                          <p:attrName>ppt_y</p:attrName>
                                        </p:attrNameLst>
                                      </p:cBhvr>
                                      <p:tavLst>
                                        <p:tav tm="0">
                                          <p:val>
                                            <p:strVal val="1+#ppt_h/2"/>
                                          </p:val>
                                        </p:tav>
                                        <p:tav tm="100000">
                                          <p:val>
                                            <p:strVal val="#ppt_y"/>
                                          </p:val>
                                        </p:tav>
                                      </p:tavLst>
                                    </p:anim>
                                  </p:childTnLst>
                                </p:cTn>
                              </p:par>
                              <p:par>
                                <p:cTn id="65" presetID="2" presetClass="entr" presetSubtype="6" fill="hold" grpId="0" nodeType="withEffect">
                                  <p:stCondLst>
                                    <p:cond delay="0"/>
                                  </p:stCondLst>
                                  <p:childTnLst>
                                    <p:set>
                                      <p:cBhvr>
                                        <p:cTn id="66" dur="1" fill="hold">
                                          <p:stCondLst>
                                            <p:cond delay="0"/>
                                          </p:stCondLst>
                                        </p:cTn>
                                        <p:tgtEl>
                                          <p:spTgt spid="6">
                                            <p:graphicEl>
                                              <a:dgm id="{F4BEC59F-1F43-4B54-95E3-7CA8A04AB71A}"/>
                                            </p:graphicEl>
                                          </p:spTgt>
                                        </p:tgtEl>
                                        <p:attrNameLst>
                                          <p:attrName>style.visibility</p:attrName>
                                        </p:attrNameLst>
                                      </p:cBhvr>
                                      <p:to>
                                        <p:strVal val="visible"/>
                                      </p:to>
                                    </p:set>
                                    <p:anim calcmode="lin" valueType="num">
                                      <p:cBhvr additive="base">
                                        <p:cTn id="67" dur="500" fill="hold"/>
                                        <p:tgtEl>
                                          <p:spTgt spid="6">
                                            <p:graphicEl>
                                              <a:dgm id="{F4BEC59F-1F43-4B54-95E3-7CA8A04AB71A}"/>
                                            </p:graphicEl>
                                          </p:spTgt>
                                        </p:tgtEl>
                                        <p:attrNameLst>
                                          <p:attrName>ppt_x</p:attrName>
                                        </p:attrNameLst>
                                      </p:cBhvr>
                                      <p:tavLst>
                                        <p:tav tm="0">
                                          <p:val>
                                            <p:strVal val="1+#ppt_w/2"/>
                                          </p:val>
                                        </p:tav>
                                        <p:tav tm="100000">
                                          <p:val>
                                            <p:strVal val="#ppt_x"/>
                                          </p:val>
                                        </p:tav>
                                      </p:tavLst>
                                    </p:anim>
                                    <p:anim calcmode="lin" valueType="num">
                                      <p:cBhvr additive="base">
                                        <p:cTn id="68" dur="500" fill="hold"/>
                                        <p:tgtEl>
                                          <p:spTgt spid="6">
                                            <p:graphicEl>
                                              <a:dgm id="{F4BEC59F-1F43-4B54-95E3-7CA8A04AB71A}"/>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Sub>
          <a:bldDgm bld="one"/>
        </p:bldSub>
      </p:bldGraphic>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p:cNvGraphicFramePr>
            <a:graphicFrameLocks noGrp="1"/>
          </p:cNvGraphicFramePr>
          <p:nvPr>
            <p:ph idx="4294967295"/>
            <p:extLst>
              <p:ext uri="{D42A27DB-BD31-4B8C-83A1-F6EECF244321}">
                <p14:modId xmlns:p14="http://schemas.microsoft.com/office/powerpoint/2010/main" val="2489187076"/>
              </p:ext>
            </p:extLst>
          </p:nvPr>
        </p:nvGraphicFramePr>
        <p:xfrm>
          <a:off x="1201068" y="2171700"/>
          <a:ext cx="15633280" cy="704611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itle 1"/>
          <p:cNvSpPr txBox="1">
            <a:spLocks/>
          </p:cNvSpPr>
          <p:nvPr/>
        </p:nvSpPr>
        <p:spPr>
          <a:xfrm>
            <a:off x="1280622" y="948916"/>
            <a:ext cx="13349777" cy="1021773"/>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GB" sz="4800" dirty="0">
                <a:solidFill>
                  <a:schemeClr val="tx2">
                    <a:lumMod val="75000"/>
                  </a:schemeClr>
                </a:solidFill>
                <a:latin typeface="Segoe UI 1" panose="020B0802040204020203" charset="0"/>
                <a:cs typeface="Segoe UI 1" panose="020B0802040204020203" charset="0"/>
              </a:rPr>
              <a:t>Scripting Programming Language</a:t>
            </a:r>
            <a:endParaRPr lang="en-US" sz="4800" dirty="0">
              <a:solidFill>
                <a:schemeClr val="tx2">
                  <a:lumMod val="75000"/>
                </a:schemeClr>
              </a:solidFill>
              <a:latin typeface="Segoe UI 1" panose="020B0802040204020203" charset="0"/>
              <a:cs typeface="Segoe UI 1" panose="020B0802040204020203" charset="0"/>
            </a:endParaRPr>
          </a:p>
        </p:txBody>
      </p:sp>
      <p:grpSp>
        <p:nvGrpSpPr>
          <p:cNvPr id="5" name="Group 3">
            <a:extLst>
              <a:ext uri="{FF2B5EF4-FFF2-40B4-BE49-F238E27FC236}">
                <a16:creationId xmlns:a16="http://schemas.microsoft.com/office/drawing/2014/main" id="{3D418609-2F76-130E-14AE-86DEC5FB4D02}"/>
              </a:ext>
            </a:extLst>
          </p:cNvPr>
          <p:cNvGrpSpPr/>
          <p:nvPr/>
        </p:nvGrpSpPr>
        <p:grpSpPr>
          <a:xfrm>
            <a:off x="816554" y="1179444"/>
            <a:ext cx="424292" cy="424292"/>
            <a:chOff x="0" y="0"/>
            <a:chExt cx="812800" cy="812800"/>
          </a:xfrm>
        </p:grpSpPr>
        <p:sp>
          <p:nvSpPr>
            <p:cNvPr id="7" name="Freeform 4">
              <a:extLst>
                <a:ext uri="{FF2B5EF4-FFF2-40B4-BE49-F238E27FC236}">
                  <a16:creationId xmlns:a16="http://schemas.microsoft.com/office/drawing/2014/main" id="{542FE6D8-3CEA-4B3E-018E-CBC17A8C735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E3A6E"/>
            </a:solidFill>
          </p:spPr>
          <p:txBody>
            <a:bodyPr/>
            <a:lstStyle/>
            <a:p>
              <a:endParaRPr lang="en-US"/>
            </a:p>
          </p:txBody>
        </p:sp>
        <p:sp>
          <p:nvSpPr>
            <p:cNvPr id="8" name="TextBox 5">
              <a:extLst>
                <a:ext uri="{FF2B5EF4-FFF2-40B4-BE49-F238E27FC236}">
                  <a16:creationId xmlns:a16="http://schemas.microsoft.com/office/drawing/2014/main" id="{07CC5BB2-91A0-F498-3F38-46BAD0524608}"/>
                </a:ext>
              </a:extLst>
            </p:cNvPr>
            <p:cNvSpPr txBox="1"/>
            <p:nvPr/>
          </p:nvSpPr>
          <p:spPr>
            <a:xfrm>
              <a:off x="76200" y="28575"/>
              <a:ext cx="660400" cy="708025"/>
            </a:xfrm>
            <a:prstGeom prst="rect">
              <a:avLst/>
            </a:prstGeom>
          </p:spPr>
          <p:txBody>
            <a:bodyPr lIns="50800" tIns="50800" rIns="50800" bIns="50800" rtlCol="0" anchor="ctr"/>
            <a:lstStyle/>
            <a:p>
              <a:pPr algn="ctr">
                <a:lnSpc>
                  <a:spcPts val="2239"/>
                </a:lnSpc>
              </a:pPr>
              <a:endParaRPr/>
            </a:p>
          </p:txBody>
        </p:sp>
      </p:grpSp>
    </p:spTree>
    <p:extLst>
      <p:ext uri="{BB962C8B-B14F-4D97-AF65-F5344CB8AC3E}">
        <p14:creationId xmlns:p14="http://schemas.microsoft.com/office/powerpoint/2010/main" val="4281792818"/>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graphicEl>
                                              <a:dgm id="{42193284-00BC-4603-9938-0F272BA41C1F}"/>
                                            </p:graphicEl>
                                          </p:spTgt>
                                        </p:tgtEl>
                                        <p:attrNameLst>
                                          <p:attrName>style.visibility</p:attrName>
                                        </p:attrNameLst>
                                      </p:cBhvr>
                                      <p:to>
                                        <p:strVal val="visible"/>
                                      </p:to>
                                    </p:set>
                                    <p:anim calcmode="lin" valueType="num">
                                      <p:cBhvr additive="base">
                                        <p:cTn id="7" dur="500" fill="hold"/>
                                        <p:tgtEl>
                                          <p:spTgt spid="6">
                                            <p:graphicEl>
                                              <a:dgm id="{42193284-00BC-4603-9938-0F272BA41C1F}"/>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graphicEl>
                                              <a:dgm id="{42193284-00BC-4603-9938-0F272BA41C1F}"/>
                                            </p:graphic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6">
                                            <p:graphicEl>
                                              <a:dgm id="{987978A3-2097-4B79-9AC2-3FC8C5C5B3DE}"/>
                                            </p:graphicEl>
                                          </p:spTgt>
                                        </p:tgtEl>
                                        <p:attrNameLst>
                                          <p:attrName>style.visibility</p:attrName>
                                        </p:attrNameLst>
                                      </p:cBhvr>
                                      <p:to>
                                        <p:strVal val="visible"/>
                                      </p:to>
                                    </p:set>
                                    <p:anim calcmode="lin" valueType="num">
                                      <p:cBhvr additive="base">
                                        <p:cTn id="11" dur="500" fill="hold"/>
                                        <p:tgtEl>
                                          <p:spTgt spid="6">
                                            <p:graphicEl>
                                              <a:dgm id="{987978A3-2097-4B79-9AC2-3FC8C5C5B3DE}"/>
                                            </p:graphicEl>
                                          </p:spTgt>
                                        </p:tgtEl>
                                        <p:attrNameLst>
                                          <p:attrName>ppt_x</p:attrName>
                                        </p:attrNameLst>
                                      </p:cBhvr>
                                      <p:tavLst>
                                        <p:tav tm="0">
                                          <p:val>
                                            <p:strVal val="#ppt_x"/>
                                          </p:val>
                                        </p:tav>
                                        <p:tav tm="100000">
                                          <p:val>
                                            <p:strVal val="#ppt_x"/>
                                          </p:val>
                                        </p:tav>
                                      </p:tavLst>
                                    </p:anim>
                                    <p:anim calcmode="lin" valueType="num">
                                      <p:cBhvr additive="base">
                                        <p:cTn id="12" dur="500" fill="hold"/>
                                        <p:tgtEl>
                                          <p:spTgt spid="6">
                                            <p:graphicEl>
                                              <a:dgm id="{987978A3-2097-4B79-9AC2-3FC8C5C5B3DE}"/>
                                            </p:graphic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6">
                                            <p:graphicEl>
                                              <a:dgm id="{25B11EB9-9FA8-43C9-9CC8-001630B18135}"/>
                                            </p:graphicEl>
                                          </p:spTgt>
                                        </p:tgtEl>
                                        <p:attrNameLst>
                                          <p:attrName>style.visibility</p:attrName>
                                        </p:attrNameLst>
                                      </p:cBhvr>
                                      <p:to>
                                        <p:strVal val="visible"/>
                                      </p:to>
                                    </p:set>
                                    <p:anim calcmode="lin" valueType="num">
                                      <p:cBhvr additive="base">
                                        <p:cTn id="17" dur="500" fill="hold"/>
                                        <p:tgtEl>
                                          <p:spTgt spid="6">
                                            <p:graphicEl>
                                              <a:dgm id="{25B11EB9-9FA8-43C9-9CC8-001630B18135}"/>
                                            </p:graphicEl>
                                          </p:spTgt>
                                        </p:tgtEl>
                                        <p:attrNameLst>
                                          <p:attrName>ppt_x</p:attrName>
                                        </p:attrNameLst>
                                      </p:cBhvr>
                                      <p:tavLst>
                                        <p:tav tm="0">
                                          <p:val>
                                            <p:strVal val="#ppt_x"/>
                                          </p:val>
                                        </p:tav>
                                        <p:tav tm="100000">
                                          <p:val>
                                            <p:strVal val="#ppt_x"/>
                                          </p:val>
                                        </p:tav>
                                      </p:tavLst>
                                    </p:anim>
                                    <p:anim calcmode="lin" valueType="num">
                                      <p:cBhvr additive="base">
                                        <p:cTn id="18" dur="500" fill="hold"/>
                                        <p:tgtEl>
                                          <p:spTgt spid="6">
                                            <p:graphicEl>
                                              <a:dgm id="{25B11EB9-9FA8-43C9-9CC8-001630B18135}"/>
                                            </p:graphic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6">
                                            <p:graphicEl>
                                              <a:dgm id="{77FC552B-36BC-400A-8A09-5F7C1F78558B}"/>
                                            </p:graphicEl>
                                          </p:spTgt>
                                        </p:tgtEl>
                                        <p:attrNameLst>
                                          <p:attrName>style.visibility</p:attrName>
                                        </p:attrNameLst>
                                      </p:cBhvr>
                                      <p:to>
                                        <p:strVal val="visible"/>
                                      </p:to>
                                    </p:set>
                                    <p:anim calcmode="lin" valueType="num">
                                      <p:cBhvr additive="base">
                                        <p:cTn id="21" dur="500" fill="hold"/>
                                        <p:tgtEl>
                                          <p:spTgt spid="6">
                                            <p:graphicEl>
                                              <a:dgm id="{77FC552B-36BC-400A-8A09-5F7C1F78558B}"/>
                                            </p:graphicEl>
                                          </p:spTgt>
                                        </p:tgtEl>
                                        <p:attrNameLst>
                                          <p:attrName>ppt_x</p:attrName>
                                        </p:attrNameLst>
                                      </p:cBhvr>
                                      <p:tavLst>
                                        <p:tav tm="0">
                                          <p:val>
                                            <p:strVal val="#ppt_x"/>
                                          </p:val>
                                        </p:tav>
                                        <p:tav tm="100000">
                                          <p:val>
                                            <p:strVal val="#ppt_x"/>
                                          </p:val>
                                        </p:tav>
                                      </p:tavLst>
                                    </p:anim>
                                    <p:anim calcmode="lin" valueType="num">
                                      <p:cBhvr additive="base">
                                        <p:cTn id="22" dur="500" fill="hold"/>
                                        <p:tgtEl>
                                          <p:spTgt spid="6">
                                            <p:graphicEl>
                                              <a:dgm id="{77FC552B-36BC-400A-8A09-5F7C1F78558B}"/>
                                            </p:graphic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6">
                                            <p:graphicEl>
                                              <a:dgm id="{4571C109-8190-47D9-8AD6-2701CDD3A77F}"/>
                                            </p:graphicEl>
                                          </p:spTgt>
                                        </p:tgtEl>
                                        <p:attrNameLst>
                                          <p:attrName>style.visibility</p:attrName>
                                        </p:attrNameLst>
                                      </p:cBhvr>
                                      <p:to>
                                        <p:strVal val="visible"/>
                                      </p:to>
                                    </p:set>
                                    <p:anim calcmode="lin" valueType="num">
                                      <p:cBhvr additive="base">
                                        <p:cTn id="27" dur="500" fill="hold"/>
                                        <p:tgtEl>
                                          <p:spTgt spid="6">
                                            <p:graphicEl>
                                              <a:dgm id="{4571C109-8190-47D9-8AD6-2701CDD3A77F}"/>
                                            </p:graphicEl>
                                          </p:spTgt>
                                        </p:tgtEl>
                                        <p:attrNameLst>
                                          <p:attrName>ppt_x</p:attrName>
                                        </p:attrNameLst>
                                      </p:cBhvr>
                                      <p:tavLst>
                                        <p:tav tm="0">
                                          <p:val>
                                            <p:strVal val="#ppt_x"/>
                                          </p:val>
                                        </p:tav>
                                        <p:tav tm="100000">
                                          <p:val>
                                            <p:strVal val="#ppt_x"/>
                                          </p:val>
                                        </p:tav>
                                      </p:tavLst>
                                    </p:anim>
                                    <p:anim calcmode="lin" valueType="num">
                                      <p:cBhvr additive="base">
                                        <p:cTn id="28" dur="500" fill="hold"/>
                                        <p:tgtEl>
                                          <p:spTgt spid="6">
                                            <p:graphicEl>
                                              <a:dgm id="{4571C109-8190-47D9-8AD6-2701CDD3A77F}"/>
                                            </p:graphic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6">
                                            <p:graphicEl>
                                              <a:dgm id="{40DA37B1-032D-4A7A-A9D0-4986AE164009}"/>
                                            </p:graphicEl>
                                          </p:spTgt>
                                        </p:tgtEl>
                                        <p:attrNameLst>
                                          <p:attrName>style.visibility</p:attrName>
                                        </p:attrNameLst>
                                      </p:cBhvr>
                                      <p:to>
                                        <p:strVal val="visible"/>
                                      </p:to>
                                    </p:set>
                                    <p:anim calcmode="lin" valueType="num">
                                      <p:cBhvr additive="base">
                                        <p:cTn id="31" dur="500" fill="hold"/>
                                        <p:tgtEl>
                                          <p:spTgt spid="6">
                                            <p:graphicEl>
                                              <a:dgm id="{40DA37B1-032D-4A7A-A9D0-4986AE164009}"/>
                                            </p:graphicEl>
                                          </p:spTgt>
                                        </p:tgtEl>
                                        <p:attrNameLst>
                                          <p:attrName>ppt_x</p:attrName>
                                        </p:attrNameLst>
                                      </p:cBhvr>
                                      <p:tavLst>
                                        <p:tav tm="0">
                                          <p:val>
                                            <p:strVal val="#ppt_x"/>
                                          </p:val>
                                        </p:tav>
                                        <p:tav tm="100000">
                                          <p:val>
                                            <p:strVal val="#ppt_x"/>
                                          </p:val>
                                        </p:tav>
                                      </p:tavLst>
                                    </p:anim>
                                    <p:anim calcmode="lin" valueType="num">
                                      <p:cBhvr additive="base">
                                        <p:cTn id="32" dur="500" fill="hold"/>
                                        <p:tgtEl>
                                          <p:spTgt spid="6">
                                            <p:graphicEl>
                                              <a:dgm id="{40DA37B1-032D-4A7A-A9D0-4986AE164009}"/>
                                            </p:graphic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6">
                                            <p:graphicEl>
                                              <a:dgm id="{B7095AB4-D45A-4919-97B9-A7A4C5E2B97A}"/>
                                            </p:graphicEl>
                                          </p:spTgt>
                                        </p:tgtEl>
                                        <p:attrNameLst>
                                          <p:attrName>style.visibility</p:attrName>
                                        </p:attrNameLst>
                                      </p:cBhvr>
                                      <p:to>
                                        <p:strVal val="visible"/>
                                      </p:to>
                                    </p:set>
                                    <p:anim calcmode="lin" valueType="num">
                                      <p:cBhvr additive="base">
                                        <p:cTn id="37" dur="500" fill="hold"/>
                                        <p:tgtEl>
                                          <p:spTgt spid="6">
                                            <p:graphicEl>
                                              <a:dgm id="{B7095AB4-D45A-4919-97B9-A7A4C5E2B97A}"/>
                                            </p:graphicEl>
                                          </p:spTgt>
                                        </p:tgtEl>
                                        <p:attrNameLst>
                                          <p:attrName>ppt_x</p:attrName>
                                        </p:attrNameLst>
                                      </p:cBhvr>
                                      <p:tavLst>
                                        <p:tav tm="0">
                                          <p:val>
                                            <p:strVal val="#ppt_x"/>
                                          </p:val>
                                        </p:tav>
                                        <p:tav tm="100000">
                                          <p:val>
                                            <p:strVal val="#ppt_x"/>
                                          </p:val>
                                        </p:tav>
                                      </p:tavLst>
                                    </p:anim>
                                    <p:anim calcmode="lin" valueType="num">
                                      <p:cBhvr additive="base">
                                        <p:cTn id="38" dur="500" fill="hold"/>
                                        <p:tgtEl>
                                          <p:spTgt spid="6">
                                            <p:graphicEl>
                                              <a:dgm id="{B7095AB4-D45A-4919-97B9-A7A4C5E2B97A}"/>
                                            </p:graphicEl>
                                          </p:spTgt>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6">
                                            <p:graphicEl>
                                              <a:dgm id="{BC637259-D4C6-402C-B98F-450D8349F7F2}"/>
                                            </p:graphicEl>
                                          </p:spTgt>
                                        </p:tgtEl>
                                        <p:attrNameLst>
                                          <p:attrName>style.visibility</p:attrName>
                                        </p:attrNameLst>
                                      </p:cBhvr>
                                      <p:to>
                                        <p:strVal val="visible"/>
                                      </p:to>
                                    </p:set>
                                    <p:anim calcmode="lin" valueType="num">
                                      <p:cBhvr additive="base">
                                        <p:cTn id="41" dur="500" fill="hold"/>
                                        <p:tgtEl>
                                          <p:spTgt spid="6">
                                            <p:graphicEl>
                                              <a:dgm id="{BC637259-D4C6-402C-B98F-450D8349F7F2}"/>
                                            </p:graphicEl>
                                          </p:spTgt>
                                        </p:tgtEl>
                                        <p:attrNameLst>
                                          <p:attrName>ppt_x</p:attrName>
                                        </p:attrNameLst>
                                      </p:cBhvr>
                                      <p:tavLst>
                                        <p:tav tm="0">
                                          <p:val>
                                            <p:strVal val="#ppt_x"/>
                                          </p:val>
                                        </p:tav>
                                        <p:tav tm="100000">
                                          <p:val>
                                            <p:strVal val="#ppt_x"/>
                                          </p:val>
                                        </p:tav>
                                      </p:tavLst>
                                    </p:anim>
                                    <p:anim calcmode="lin" valueType="num">
                                      <p:cBhvr additive="base">
                                        <p:cTn id="42" dur="500" fill="hold"/>
                                        <p:tgtEl>
                                          <p:spTgt spid="6">
                                            <p:graphicEl>
                                              <a:dgm id="{BC637259-D4C6-402C-B98F-450D8349F7F2}"/>
                                            </p:graphicEl>
                                          </p:spTgt>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6">
                                            <p:graphicEl>
                                              <a:dgm id="{2BBA7BD6-3A2E-4409-B24F-EB90A4767929}"/>
                                            </p:graphicEl>
                                          </p:spTgt>
                                        </p:tgtEl>
                                        <p:attrNameLst>
                                          <p:attrName>style.visibility</p:attrName>
                                        </p:attrNameLst>
                                      </p:cBhvr>
                                      <p:to>
                                        <p:strVal val="visible"/>
                                      </p:to>
                                    </p:set>
                                    <p:anim calcmode="lin" valueType="num">
                                      <p:cBhvr additive="base">
                                        <p:cTn id="47" dur="500" fill="hold"/>
                                        <p:tgtEl>
                                          <p:spTgt spid="6">
                                            <p:graphicEl>
                                              <a:dgm id="{2BBA7BD6-3A2E-4409-B24F-EB90A4767929}"/>
                                            </p:graphicEl>
                                          </p:spTgt>
                                        </p:tgtEl>
                                        <p:attrNameLst>
                                          <p:attrName>ppt_x</p:attrName>
                                        </p:attrNameLst>
                                      </p:cBhvr>
                                      <p:tavLst>
                                        <p:tav tm="0">
                                          <p:val>
                                            <p:strVal val="#ppt_x"/>
                                          </p:val>
                                        </p:tav>
                                        <p:tav tm="100000">
                                          <p:val>
                                            <p:strVal val="#ppt_x"/>
                                          </p:val>
                                        </p:tav>
                                      </p:tavLst>
                                    </p:anim>
                                    <p:anim calcmode="lin" valueType="num">
                                      <p:cBhvr additive="base">
                                        <p:cTn id="48" dur="500" fill="hold"/>
                                        <p:tgtEl>
                                          <p:spTgt spid="6">
                                            <p:graphicEl>
                                              <a:dgm id="{2BBA7BD6-3A2E-4409-B24F-EB90A4767929}"/>
                                            </p:graphicEl>
                                          </p:spTgt>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6">
                                            <p:graphicEl>
                                              <a:dgm id="{BDB46908-A51F-4F30-AFC8-12A1DECF1EA2}"/>
                                            </p:graphicEl>
                                          </p:spTgt>
                                        </p:tgtEl>
                                        <p:attrNameLst>
                                          <p:attrName>style.visibility</p:attrName>
                                        </p:attrNameLst>
                                      </p:cBhvr>
                                      <p:to>
                                        <p:strVal val="visible"/>
                                      </p:to>
                                    </p:set>
                                    <p:anim calcmode="lin" valueType="num">
                                      <p:cBhvr additive="base">
                                        <p:cTn id="51" dur="500" fill="hold"/>
                                        <p:tgtEl>
                                          <p:spTgt spid="6">
                                            <p:graphicEl>
                                              <a:dgm id="{BDB46908-A51F-4F30-AFC8-12A1DECF1EA2}"/>
                                            </p:graphicEl>
                                          </p:spTgt>
                                        </p:tgtEl>
                                        <p:attrNameLst>
                                          <p:attrName>ppt_x</p:attrName>
                                        </p:attrNameLst>
                                      </p:cBhvr>
                                      <p:tavLst>
                                        <p:tav tm="0">
                                          <p:val>
                                            <p:strVal val="#ppt_x"/>
                                          </p:val>
                                        </p:tav>
                                        <p:tav tm="100000">
                                          <p:val>
                                            <p:strVal val="#ppt_x"/>
                                          </p:val>
                                        </p:tav>
                                      </p:tavLst>
                                    </p:anim>
                                    <p:anim calcmode="lin" valueType="num">
                                      <p:cBhvr additive="base">
                                        <p:cTn id="52" dur="500" fill="hold"/>
                                        <p:tgtEl>
                                          <p:spTgt spid="6">
                                            <p:graphicEl>
                                              <a:dgm id="{BDB46908-A51F-4F30-AFC8-12A1DECF1EA2}"/>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Sub>
          <a:bldDgm bld="lvlOne"/>
        </p:bldSub>
      </p:bldGraphic>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p:cNvGraphicFramePr>
            <a:graphicFrameLocks noGrp="1"/>
          </p:cNvGraphicFramePr>
          <p:nvPr>
            <p:ph idx="4294967295"/>
            <p:extLst>
              <p:ext uri="{D42A27DB-BD31-4B8C-83A1-F6EECF244321}">
                <p14:modId xmlns:p14="http://schemas.microsoft.com/office/powerpoint/2010/main" val="971687853"/>
              </p:ext>
            </p:extLst>
          </p:nvPr>
        </p:nvGraphicFramePr>
        <p:xfrm>
          <a:off x="2286000" y="2247900"/>
          <a:ext cx="12315825" cy="7162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itle 1"/>
          <p:cNvSpPr txBox="1">
            <a:spLocks/>
          </p:cNvSpPr>
          <p:nvPr/>
        </p:nvSpPr>
        <p:spPr>
          <a:xfrm>
            <a:off x="1280622" y="948916"/>
            <a:ext cx="11444777" cy="1021773"/>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GB" sz="4800" dirty="0">
                <a:solidFill>
                  <a:schemeClr val="tx2">
                    <a:lumMod val="75000"/>
                  </a:schemeClr>
                </a:solidFill>
                <a:latin typeface="Segoe UI 1" panose="020B0802040204020203" charset="0"/>
                <a:cs typeface="Segoe UI 1" panose="020B0802040204020203" charset="0"/>
              </a:rPr>
              <a:t>Types of Scripting Languages</a:t>
            </a:r>
            <a:endParaRPr lang="en-US" sz="4800" dirty="0">
              <a:solidFill>
                <a:schemeClr val="tx2">
                  <a:lumMod val="75000"/>
                </a:schemeClr>
              </a:solidFill>
              <a:latin typeface="Segoe UI 1" panose="020B0802040204020203" charset="0"/>
              <a:cs typeface="Segoe UI 1" panose="020B0802040204020203" charset="0"/>
            </a:endParaRPr>
          </a:p>
        </p:txBody>
      </p:sp>
      <p:grpSp>
        <p:nvGrpSpPr>
          <p:cNvPr id="5" name="Group 3">
            <a:extLst>
              <a:ext uri="{FF2B5EF4-FFF2-40B4-BE49-F238E27FC236}">
                <a16:creationId xmlns:a16="http://schemas.microsoft.com/office/drawing/2014/main" id="{3D418609-2F76-130E-14AE-86DEC5FB4D02}"/>
              </a:ext>
            </a:extLst>
          </p:cNvPr>
          <p:cNvGrpSpPr/>
          <p:nvPr/>
        </p:nvGrpSpPr>
        <p:grpSpPr>
          <a:xfrm>
            <a:off x="816554" y="1179444"/>
            <a:ext cx="424292" cy="424292"/>
            <a:chOff x="0" y="0"/>
            <a:chExt cx="812800" cy="812800"/>
          </a:xfrm>
        </p:grpSpPr>
        <p:sp>
          <p:nvSpPr>
            <p:cNvPr id="7" name="Freeform 4">
              <a:extLst>
                <a:ext uri="{FF2B5EF4-FFF2-40B4-BE49-F238E27FC236}">
                  <a16:creationId xmlns:a16="http://schemas.microsoft.com/office/drawing/2014/main" id="{542FE6D8-3CEA-4B3E-018E-CBC17A8C735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E3A6E"/>
            </a:solidFill>
          </p:spPr>
          <p:txBody>
            <a:bodyPr/>
            <a:lstStyle/>
            <a:p>
              <a:endParaRPr lang="en-US"/>
            </a:p>
          </p:txBody>
        </p:sp>
        <p:sp>
          <p:nvSpPr>
            <p:cNvPr id="8" name="TextBox 5">
              <a:extLst>
                <a:ext uri="{FF2B5EF4-FFF2-40B4-BE49-F238E27FC236}">
                  <a16:creationId xmlns:a16="http://schemas.microsoft.com/office/drawing/2014/main" id="{07CC5BB2-91A0-F498-3F38-46BAD0524608}"/>
                </a:ext>
              </a:extLst>
            </p:cNvPr>
            <p:cNvSpPr txBox="1"/>
            <p:nvPr/>
          </p:nvSpPr>
          <p:spPr>
            <a:xfrm>
              <a:off x="76200" y="28575"/>
              <a:ext cx="660400" cy="708025"/>
            </a:xfrm>
            <a:prstGeom prst="rect">
              <a:avLst/>
            </a:prstGeom>
          </p:spPr>
          <p:txBody>
            <a:bodyPr lIns="50800" tIns="50800" rIns="50800" bIns="50800" rtlCol="0" anchor="ctr"/>
            <a:lstStyle/>
            <a:p>
              <a:pPr algn="ctr">
                <a:lnSpc>
                  <a:spcPts val="2239"/>
                </a:lnSpc>
              </a:pPr>
              <a:endParaRPr/>
            </a:p>
          </p:txBody>
        </p:sp>
      </p:grpSp>
    </p:spTree>
    <p:extLst>
      <p:ext uri="{BB962C8B-B14F-4D97-AF65-F5344CB8AC3E}">
        <p14:creationId xmlns:p14="http://schemas.microsoft.com/office/powerpoint/2010/main" val="3400708671"/>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graphicEl>
                                              <a:dgm id="{A3F24D99-FA7B-40D9-B827-EF66939A2B92}"/>
                                            </p:graphicEl>
                                          </p:spTgt>
                                        </p:tgtEl>
                                        <p:attrNameLst>
                                          <p:attrName>style.visibility</p:attrName>
                                        </p:attrNameLst>
                                      </p:cBhvr>
                                      <p:to>
                                        <p:strVal val="visible"/>
                                      </p:to>
                                    </p:set>
                                    <p:anim calcmode="lin" valueType="num">
                                      <p:cBhvr additive="base">
                                        <p:cTn id="7" dur="500" fill="hold"/>
                                        <p:tgtEl>
                                          <p:spTgt spid="6">
                                            <p:graphicEl>
                                              <a:dgm id="{A3F24D99-FA7B-40D9-B827-EF66939A2B92}"/>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graphicEl>
                                              <a:dgm id="{A3F24D99-FA7B-40D9-B827-EF66939A2B92}"/>
                                            </p:graphic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graphicEl>
                                              <a:dgm id="{175E0BAB-26BC-4F46-B94F-4B556CF8FDD0}"/>
                                            </p:graphicEl>
                                          </p:spTgt>
                                        </p:tgtEl>
                                        <p:attrNameLst>
                                          <p:attrName>style.visibility</p:attrName>
                                        </p:attrNameLst>
                                      </p:cBhvr>
                                      <p:to>
                                        <p:strVal val="visible"/>
                                      </p:to>
                                    </p:set>
                                    <p:anim calcmode="lin" valueType="num">
                                      <p:cBhvr additive="base">
                                        <p:cTn id="13" dur="500" fill="hold"/>
                                        <p:tgtEl>
                                          <p:spTgt spid="6">
                                            <p:graphicEl>
                                              <a:dgm id="{175E0BAB-26BC-4F46-B94F-4B556CF8FDD0}"/>
                                            </p:graphicEl>
                                          </p:spTgt>
                                        </p:tgtEl>
                                        <p:attrNameLst>
                                          <p:attrName>ppt_x</p:attrName>
                                        </p:attrNameLst>
                                      </p:cBhvr>
                                      <p:tavLst>
                                        <p:tav tm="0">
                                          <p:val>
                                            <p:strVal val="#ppt_x"/>
                                          </p:val>
                                        </p:tav>
                                        <p:tav tm="100000">
                                          <p:val>
                                            <p:strVal val="#ppt_x"/>
                                          </p:val>
                                        </p:tav>
                                      </p:tavLst>
                                    </p:anim>
                                    <p:anim calcmode="lin" valueType="num">
                                      <p:cBhvr additive="base">
                                        <p:cTn id="14" dur="500" fill="hold"/>
                                        <p:tgtEl>
                                          <p:spTgt spid="6">
                                            <p:graphicEl>
                                              <a:dgm id="{175E0BAB-26BC-4F46-B94F-4B556CF8FDD0}"/>
                                            </p:graphic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6">
                                            <p:graphicEl>
                                              <a:dgm id="{2329E333-5A1B-4FF9-B107-51D230E7365B}"/>
                                            </p:graphicEl>
                                          </p:spTgt>
                                        </p:tgtEl>
                                        <p:attrNameLst>
                                          <p:attrName>style.visibility</p:attrName>
                                        </p:attrNameLst>
                                      </p:cBhvr>
                                      <p:to>
                                        <p:strVal val="visible"/>
                                      </p:to>
                                    </p:set>
                                    <p:anim calcmode="lin" valueType="num">
                                      <p:cBhvr additive="base">
                                        <p:cTn id="17" dur="500" fill="hold"/>
                                        <p:tgtEl>
                                          <p:spTgt spid="6">
                                            <p:graphicEl>
                                              <a:dgm id="{2329E333-5A1B-4FF9-B107-51D230E7365B}"/>
                                            </p:graphicEl>
                                          </p:spTgt>
                                        </p:tgtEl>
                                        <p:attrNameLst>
                                          <p:attrName>ppt_x</p:attrName>
                                        </p:attrNameLst>
                                      </p:cBhvr>
                                      <p:tavLst>
                                        <p:tav tm="0">
                                          <p:val>
                                            <p:strVal val="#ppt_x"/>
                                          </p:val>
                                        </p:tav>
                                        <p:tav tm="100000">
                                          <p:val>
                                            <p:strVal val="#ppt_x"/>
                                          </p:val>
                                        </p:tav>
                                      </p:tavLst>
                                    </p:anim>
                                    <p:anim calcmode="lin" valueType="num">
                                      <p:cBhvr additive="base">
                                        <p:cTn id="18" dur="500" fill="hold"/>
                                        <p:tgtEl>
                                          <p:spTgt spid="6">
                                            <p:graphicEl>
                                              <a:dgm id="{2329E333-5A1B-4FF9-B107-51D230E7365B}"/>
                                            </p:graphic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6">
                                            <p:graphicEl>
                                              <a:dgm id="{1CE0099E-C1A8-4C51-B0AD-6EA2787161D2}"/>
                                            </p:graphicEl>
                                          </p:spTgt>
                                        </p:tgtEl>
                                        <p:attrNameLst>
                                          <p:attrName>style.visibility</p:attrName>
                                        </p:attrNameLst>
                                      </p:cBhvr>
                                      <p:to>
                                        <p:strVal val="visible"/>
                                      </p:to>
                                    </p:set>
                                    <p:anim calcmode="lin" valueType="num">
                                      <p:cBhvr additive="base">
                                        <p:cTn id="23" dur="500" fill="hold"/>
                                        <p:tgtEl>
                                          <p:spTgt spid="6">
                                            <p:graphicEl>
                                              <a:dgm id="{1CE0099E-C1A8-4C51-B0AD-6EA2787161D2}"/>
                                            </p:graphicEl>
                                          </p:spTgt>
                                        </p:tgtEl>
                                        <p:attrNameLst>
                                          <p:attrName>ppt_x</p:attrName>
                                        </p:attrNameLst>
                                      </p:cBhvr>
                                      <p:tavLst>
                                        <p:tav tm="0">
                                          <p:val>
                                            <p:strVal val="#ppt_x"/>
                                          </p:val>
                                        </p:tav>
                                        <p:tav tm="100000">
                                          <p:val>
                                            <p:strVal val="#ppt_x"/>
                                          </p:val>
                                        </p:tav>
                                      </p:tavLst>
                                    </p:anim>
                                    <p:anim calcmode="lin" valueType="num">
                                      <p:cBhvr additive="base">
                                        <p:cTn id="24" dur="500" fill="hold"/>
                                        <p:tgtEl>
                                          <p:spTgt spid="6">
                                            <p:graphicEl>
                                              <a:dgm id="{1CE0099E-C1A8-4C51-B0AD-6EA2787161D2}"/>
                                            </p:graphic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6">
                                            <p:graphicEl>
                                              <a:dgm id="{274D0F3B-5C60-4AD2-9AE1-3F7457011782}"/>
                                            </p:graphicEl>
                                          </p:spTgt>
                                        </p:tgtEl>
                                        <p:attrNameLst>
                                          <p:attrName>style.visibility</p:attrName>
                                        </p:attrNameLst>
                                      </p:cBhvr>
                                      <p:to>
                                        <p:strVal val="visible"/>
                                      </p:to>
                                    </p:set>
                                    <p:anim calcmode="lin" valueType="num">
                                      <p:cBhvr additive="base">
                                        <p:cTn id="27" dur="500" fill="hold"/>
                                        <p:tgtEl>
                                          <p:spTgt spid="6">
                                            <p:graphicEl>
                                              <a:dgm id="{274D0F3B-5C60-4AD2-9AE1-3F7457011782}"/>
                                            </p:graphicEl>
                                          </p:spTgt>
                                        </p:tgtEl>
                                        <p:attrNameLst>
                                          <p:attrName>ppt_x</p:attrName>
                                        </p:attrNameLst>
                                      </p:cBhvr>
                                      <p:tavLst>
                                        <p:tav tm="0">
                                          <p:val>
                                            <p:strVal val="#ppt_x"/>
                                          </p:val>
                                        </p:tav>
                                        <p:tav tm="100000">
                                          <p:val>
                                            <p:strVal val="#ppt_x"/>
                                          </p:val>
                                        </p:tav>
                                      </p:tavLst>
                                    </p:anim>
                                    <p:anim calcmode="lin" valueType="num">
                                      <p:cBhvr additive="base">
                                        <p:cTn id="28" dur="500" fill="hold"/>
                                        <p:tgtEl>
                                          <p:spTgt spid="6">
                                            <p:graphicEl>
                                              <a:dgm id="{274D0F3B-5C60-4AD2-9AE1-3F7457011782}"/>
                                            </p:graphic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6">
                                            <p:graphicEl>
                                              <a:dgm id="{0CF5DC89-527D-4E3F-B6C9-6295B2DD793D}"/>
                                            </p:graphicEl>
                                          </p:spTgt>
                                        </p:tgtEl>
                                        <p:attrNameLst>
                                          <p:attrName>style.visibility</p:attrName>
                                        </p:attrNameLst>
                                      </p:cBhvr>
                                      <p:to>
                                        <p:strVal val="visible"/>
                                      </p:to>
                                    </p:set>
                                    <p:anim calcmode="lin" valueType="num">
                                      <p:cBhvr additive="base">
                                        <p:cTn id="33" dur="500" fill="hold"/>
                                        <p:tgtEl>
                                          <p:spTgt spid="6">
                                            <p:graphicEl>
                                              <a:dgm id="{0CF5DC89-527D-4E3F-B6C9-6295B2DD793D}"/>
                                            </p:graphicEl>
                                          </p:spTgt>
                                        </p:tgtEl>
                                        <p:attrNameLst>
                                          <p:attrName>ppt_x</p:attrName>
                                        </p:attrNameLst>
                                      </p:cBhvr>
                                      <p:tavLst>
                                        <p:tav tm="0">
                                          <p:val>
                                            <p:strVal val="#ppt_x"/>
                                          </p:val>
                                        </p:tav>
                                        <p:tav tm="100000">
                                          <p:val>
                                            <p:strVal val="#ppt_x"/>
                                          </p:val>
                                        </p:tav>
                                      </p:tavLst>
                                    </p:anim>
                                    <p:anim calcmode="lin" valueType="num">
                                      <p:cBhvr additive="base">
                                        <p:cTn id="34" dur="500" fill="hold"/>
                                        <p:tgtEl>
                                          <p:spTgt spid="6">
                                            <p:graphicEl>
                                              <a:dgm id="{0CF5DC89-527D-4E3F-B6C9-6295B2DD793D}"/>
                                            </p:graphicEl>
                                          </p:spTgt>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6">
                                            <p:graphicEl>
                                              <a:dgm id="{9046A3E5-5AE7-49D1-B3F9-CD57CD713F51}"/>
                                            </p:graphicEl>
                                          </p:spTgt>
                                        </p:tgtEl>
                                        <p:attrNameLst>
                                          <p:attrName>style.visibility</p:attrName>
                                        </p:attrNameLst>
                                      </p:cBhvr>
                                      <p:to>
                                        <p:strVal val="visible"/>
                                      </p:to>
                                    </p:set>
                                    <p:anim calcmode="lin" valueType="num">
                                      <p:cBhvr additive="base">
                                        <p:cTn id="37" dur="500" fill="hold"/>
                                        <p:tgtEl>
                                          <p:spTgt spid="6">
                                            <p:graphicEl>
                                              <a:dgm id="{9046A3E5-5AE7-49D1-B3F9-CD57CD713F51}"/>
                                            </p:graphicEl>
                                          </p:spTgt>
                                        </p:tgtEl>
                                        <p:attrNameLst>
                                          <p:attrName>ppt_x</p:attrName>
                                        </p:attrNameLst>
                                      </p:cBhvr>
                                      <p:tavLst>
                                        <p:tav tm="0">
                                          <p:val>
                                            <p:strVal val="#ppt_x"/>
                                          </p:val>
                                        </p:tav>
                                        <p:tav tm="100000">
                                          <p:val>
                                            <p:strVal val="#ppt_x"/>
                                          </p:val>
                                        </p:tav>
                                      </p:tavLst>
                                    </p:anim>
                                    <p:anim calcmode="lin" valueType="num">
                                      <p:cBhvr additive="base">
                                        <p:cTn id="38" dur="500" fill="hold"/>
                                        <p:tgtEl>
                                          <p:spTgt spid="6">
                                            <p:graphicEl>
                                              <a:dgm id="{9046A3E5-5AE7-49D1-B3F9-CD57CD713F51}"/>
                                            </p:graphic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6">
                                            <p:graphicEl>
                                              <a:dgm id="{C6CCF3AF-1AD5-43C6-AC2C-09CA38947323}"/>
                                            </p:graphicEl>
                                          </p:spTgt>
                                        </p:tgtEl>
                                        <p:attrNameLst>
                                          <p:attrName>style.visibility</p:attrName>
                                        </p:attrNameLst>
                                      </p:cBhvr>
                                      <p:to>
                                        <p:strVal val="visible"/>
                                      </p:to>
                                    </p:set>
                                    <p:anim calcmode="lin" valueType="num">
                                      <p:cBhvr additive="base">
                                        <p:cTn id="43" dur="500" fill="hold"/>
                                        <p:tgtEl>
                                          <p:spTgt spid="6">
                                            <p:graphicEl>
                                              <a:dgm id="{C6CCF3AF-1AD5-43C6-AC2C-09CA38947323}"/>
                                            </p:graphicEl>
                                          </p:spTgt>
                                        </p:tgtEl>
                                        <p:attrNameLst>
                                          <p:attrName>ppt_x</p:attrName>
                                        </p:attrNameLst>
                                      </p:cBhvr>
                                      <p:tavLst>
                                        <p:tav tm="0">
                                          <p:val>
                                            <p:strVal val="#ppt_x"/>
                                          </p:val>
                                        </p:tav>
                                        <p:tav tm="100000">
                                          <p:val>
                                            <p:strVal val="#ppt_x"/>
                                          </p:val>
                                        </p:tav>
                                      </p:tavLst>
                                    </p:anim>
                                    <p:anim calcmode="lin" valueType="num">
                                      <p:cBhvr additive="base">
                                        <p:cTn id="44" dur="500" fill="hold"/>
                                        <p:tgtEl>
                                          <p:spTgt spid="6">
                                            <p:graphicEl>
                                              <a:dgm id="{C6CCF3AF-1AD5-43C6-AC2C-09CA38947323}"/>
                                            </p:graphicEl>
                                          </p:spTgt>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6">
                                            <p:graphicEl>
                                              <a:dgm id="{4402FEB1-8531-421E-A397-D05420C4F360}"/>
                                            </p:graphicEl>
                                          </p:spTgt>
                                        </p:tgtEl>
                                        <p:attrNameLst>
                                          <p:attrName>style.visibility</p:attrName>
                                        </p:attrNameLst>
                                      </p:cBhvr>
                                      <p:to>
                                        <p:strVal val="visible"/>
                                      </p:to>
                                    </p:set>
                                    <p:anim calcmode="lin" valueType="num">
                                      <p:cBhvr additive="base">
                                        <p:cTn id="47" dur="500" fill="hold"/>
                                        <p:tgtEl>
                                          <p:spTgt spid="6">
                                            <p:graphicEl>
                                              <a:dgm id="{4402FEB1-8531-421E-A397-D05420C4F360}"/>
                                            </p:graphicEl>
                                          </p:spTgt>
                                        </p:tgtEl>
                                        <p:attrNameLst>
                                          <p:attrName>ppt_x</p:attrName>
                                        </p:attrNameLst>
                                      </p:cBhvr>
                                      <p:tavLst>
                                        <p:tav tm="0">
                                          <p:val>
                                            <p:strVal val="#ppt_x"/>
                                          </p:val>
                                        </p:tav>
                                        <p:tav tm="100000">
                                          <p:val>
                                            <p:strVal val="#ppt_x"/>
                                          </p:val>
                                        </p:tav>
                                      </p:tavLst>
                                    </p:anim>
                                    <p:anim calcmode="lin" valueType="num">
                                      <p:cBhvr additive="base">
                                        <p:cTn id="48" dur="500" fill="hold"/>
                                        <p:tgtEl>
                                          <p:spTgt spid="6">
                                            <p:graphicEl>
                                              <a:dgm id="{4402FEB1-8531-421E-A397-D05420C4F360}"/>
                                            </p:graphicEl>
                                          </p:spTgt>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grpId="0" nodeType="clickEffect">
                                  <p:stCondLst>
                                    <p:cond delay="0"/>
                                  </p:stCondLst>
                                  <p:childTnLst>
                                    <p:set>
                                      <p:cBhvr>
                                        <p:cTn id="52" dur="1" fill="hold">
                                          <p:stCondLst>
                                            <p:cond delay="0"/>
                                          </p:stCondLst>
                                        </p:cTn>
                                        <p:tgtEl>
                                          <p:spTgt spid="6">
                                            <p:graphicEl>
                                              <a:dgm id="{0AB39582-E881-404F-B7B5-EA08F325BA7B}"/>
                                            </p:graphicEl>
                                          </p:spTgt>
                                        </p:tgtEl>
                                        <p:attrNameLst>
                                          <p:attrName>style.visibility</p:attrName>
                                        </p:attrNameLst>
                                      </p:cBhvr>
                                      <p:to>
                                        <p:strVal val="visible"/>
                                      </p:to>
                                    </p:set>
                                    <p:anim calcmode="lin" valueType="num">
                                      <p:cBhvr additive="base">
                                        <p:cTn id="53" dur="500" fill="hold"/>
                                        <p:tgtEl>
                                          <p:spTgt spid="6">
                                            <p:graphicEl>
                                              <a:dgm id="{0AB39582-E881-404F-B7B5-EA08F325BA7B}"/>
                                            </p:graphicEl>
                                          </p:spTgt>
                                        </p:tgtEl>
                                        <p:attrNameLst>
                                          <p:attrName>ppt_x</p:attrName>
                                        </p:attrNameLst>
                                      </p:cBhvr>
                                      <p:tavLst>
                                        <p:tav tm="0">
                                          <p:val>
                                            <p:strVal val="#ppt_x"/>
                                          </p:val>
                                        </p:tav>
                                        <p:tav tm="100000">
                                          <p:val>
                                            <p:strVal val="#ppt_x"/>
                                          </p:val>
                                        </p:tav>
                                      </p:tavLst>
                                    </p:anim>
                                    <p:anim calcmode="lin" valueType="num">
                                      <p:cBhvr additive="base">
                                        <p:cTn id="54" dur="500" fill="hold"/>
                                        <p:tgtEl>
                                          <p:spTgt spid="6">
                                            <p:graphicEl>
                                              <a:dgm id="{0AB39582-E881-404F-B7B5-EA08F325BA7B}"/>
                                            </p:graphicEl>
                                          </p:spTgt>
                                        </p:tgtEl>
                                        <p:attrNameLst>
                                          <p:attrName>ppt_y</p:attrName>
                                        </p:attrNameLst>
                                      </p:cBhvr>
                                      <p:tavLst>
                                        <p:tav tm="0">
                                          <p:val>
                                            <p:strVal val="1+#ppt_h/2"/>
                                          </p:val>
                                        </p:tav>
                                        <p:tav tm="100000">
                                          <p:val>
                                            <p:strVal val="#ppt_y"/>
                                          </p:val>
                                        </p:tav>
                                      </p:tavLst>
                                    </p:anim>
                                  </p:childTnLst>
                                </p:cTn>
                              </p:par>
                              <p:par>
                                <p:cTn id="55" presetID="2" presetClass="entr" presetSubtype="4" fill="hold" grpId="0" nodeType="withEffect">
                                  <p:stCondLst>
                                    <p:cond delay="0"/>
                                  </p:stCondLst>
                                  <p:childTnLst>
                                    <p:set>
                                      <p:cBhvr>
                                        <p:cTn id="56" dur="1" fill="hold">
                                          <p:stCondLst>
                                            <p:cond delay="0"/>
                                          </p:stCondLst>
                                        </p:cTn>
                                        <p:tgtEl>
                                          <p:spTgt spid="6">
                                            <p:graphicEl>
                                              <a:dgm id="{3F163FA8-B83C-4C3D-AC3D-61AE237B87E0}"/>
                                            </p:graphicEl>
                                          </p:spTgt>
                                        </p:tgtEl>
                                        <p:attrNameLst>
                                          <p:attrName>style.visibility</p:attrName>
                                        </p:attrNameLst>
                                      </p:cBhvr>
                                      <p:to>
                                        <p:strVal val="visible"/>
                                      </p:to>
                                    </p:set>
                                    <p:anim calcmode="lin" valueType="num">
                                      <p:cBhvr additive="base">
                                        <p:cTn id="57" dur="500" fill="hold"/>
                                        <p:tgtEl>
                                          <p:spTgt spid="6">
                                            <p:graphicEl>
                                              <a:dgm id="{3F163FA8-B83C-4C3D-AC3D-61AE237B87E0}"/>
                                            </p:graphicEl>
                                          </p:spTgt>
                                        </p:tgtEl>
                                        <p:attrNameLst>
                                          <p:attrName>ppt_x</p:attrName>
                                        </p:attrNameLst>
                                      </p:cBhvr>
                                      <p:tavLst>
                                        <p:tav tm="0">
                                          <p:val>
                                            <p:strVal val="#ppt_x"/>
                                          </p:val>
                                        </p:tav>
                                        <p:tav tm="100000">
                                          <p:val>
                                            <p:strVal val="#ppt_x"/>
                                          </p:val>
                                        </p:tav>
                                      </p:tavLst>
                                    </p:anim>
                                    <p:anim calcmode="lin" valueType="num">
                                      <p:cBhvr additive="base">
                                        <p:cTn id="58" dur="500" fill="hold"/>
                                        <p:tgtEl>
                                          <p:spTgt spid="6">
                                            <p:graphicEl>
                                              <a:dgm id="{3F163FA8-B83C-4C3D-AC3D-61AE237B87E0}"/>
                                            </p:graphicEl>
                                          </p:spTgt>
                                        </p:tgtEl>
                                        <p:attrNameLst>
                                          <p:attrName>ppt_y</p:attrName>
                                        </p:attrNameLst>
                                      </p:cBhvr>
                                      <p:tavLst>
                                        <p:tav tm="0">
                                          <p:val>
                                            <p:strVal val="1+#ppt_h/2"/>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2" presetClass="entr" presetSubtype="4" fill="hold" grpId="0" nodeType="clickEffect">
                                  <p:stCondLst>
                                    <p:cond delay="0"/>
                                  </p:stCondLst>
                                  <p:childTnLst>
                                    <p:set>
                                      <p:cBhvr>
                                        <p:cTn id="62" dur="1" fill="hold">
                                          <p:stCondLst>
                                            <p:cond delay="0"/>
                                          </p:stCondLst>
                                        </p:cTn>
                                        <p:tgtEl>
                                          <p:spTgt spid="6">
                                            <p:graphicEl>
                                              <a:dgm id="{DAB213D6-4657-4923-85F9-8D031428C141}"/>
                                            </p:graphicEl>
                                          </p:spTgt>
                                        </p:tgtEl>
                                        <p:attrNameLst>
                                          <p:attrName>style.visibility</p:attrName>
                                        </p:attrNameLst>
                                      </p:cBhvr>
                                      <p:to>
                                        <p:strVal val="visible"/>
                                      </p:to>
                                    </p:set>
                                    <p:anim calcmode="lin" valueType="num">
                                      <p:cBhvr additive="base">
                                        <p:cTn id="63" dur="500" fill="hold"/>
                                        <p:tgtEl>
                                          <p:spTgt spid="6">
                                            <p:graphicEl>
                                              <a:dgm id="{DAB213D6-4657-4923-85F9-8D031428C141}"/>
                                            </p:graphicEl>
                                          </p:spTgt>
                                        </p:tgtEl>
                                        <p:attrNameLst>
                                          <p:attrName>ppt_x</p:attrName>
                                        </p:attrNameLst>
                                      </p:cBhvr>
                                      <p:tavLst>
                                        <p:tav tm="0">
                                          <p:val>
                                            <p:strVal val="#ppt_x"/>
                                          </p:val>
                                        </p:tav>
                                        <p:tav tm="100000">
                                          <p:val>
                                            <p:strVal val="#ppt_x"/>
                                          </p:val>
                                        </p:tav>
                                      </p:tavLst>
                                    </p:anim>
                                    <p:anim calcmode="lin" valueType="num">
                                      <p:cBhvr additive="base">
                                        <p:cTn id="64" dur="500" fill="hold"/>
                                        <p:tgtEl>
                                          <p:spTgt spid="6">
                                            <p:graphicEl>
                                              <a:dgm id="{DAB213D6-4657-4923-85F9-8D031428C141}"/>
                                            </p:graphicEl>
                                          </p:spTgt>
                                        </p:tgtEl>
                                        <p:attrNameLst>
                                          <p:attrName>ppt_y</p:attrName>
                                        </p:attrNameLst>
                                      </p:cBhvr>
                                      <p:tavLst>
                                        <p:tav tm="0">
                                          <p:val>
                                            <p:strVal val="1+#ppt_h/2"/>
                                          </p:val>
                                        </p:tav>
                                        <p:tav tm="100000">
                                          <p:val>
                                            <p:strVal val="#ppt_y"/>
                                          </p:val>
                                        </p:tav>
                                      </p:tavLst>
                                    </p:anim>
                                  </p:childTnLst>
                                </p:cTn>
                              </p:par>
                              <p:par>
                                <p:cTn id="65" presetID="2" presetClass="entr" presetSubtype="4" fill="hold" grpId="0" nodeType="withEffect">
                                  <p:stCondLst>
                                    <p:cond delay="0"/>
                                  </p:stCondLst>
                                  <p:childTnLst>
                                    <p:set>
                                      <p:cBhvr>
                                        <p:cTn id="66" dur="1" fill="hold">
                                          <p:stCondLst>
                                            <p:cond delay="0"/>
                                          </p:stCondLst>
                                        </p:cTn>
                                        <p:tgtEl>
                                          <p:spTgt spid="6">
                                            <p:graphicEl>
                                              <a:dgm id="{9E6DCF3C-E034-421B-80C4-69F6EEDD2B39}"/>
                                            </p:graphicEl>
                                          </p:spTgt>
                                        </p:tgtEl>
                                        <p:attrNameLst>
                                          <p:attrName>style.visibility</p:attrName>
                                        </p:attrNameLst>
                                      </p:cBhvr>
                                      <p:to>
                                        <p:strVal val="visible"/>
                                      </p:to>
                                    </p:set>
                                    <p:anim calcmode="lin" valueType="num">
                                      <p:cBhvr additive="base">
                                        <p:cTn id="67" dur="500" fill="hold"/>
                                        <p:tgtEl>
                                          <p:spTgt spid="6">
                                            <p:graphicEl>
                                              <a:dgm id="{9E6DCF3C-E034-421B-80C4-69F6EEDD2B39}"/>
                                            </p:graphicEl>
                                          </p:spTgt>
                                        </p:tgtEl>
                                        <p:attrNameLst>
                                          <p:attrName>ppt_x</p:attrName>
                                        </p:attrNameLst>
                                      </p:cBhvr>
                                      <p:tavLst>
                                        <p:tav tm="0">
                                          <p:val>
                                            <p:strVal val="#ppt_x"/>
                                          </p:val>
                                        </p:tav>
                                        <p:tav tm="100000">
                                          <p:val>
                                            <p:strVal val="#ppt_x"/>
                                          </p:val>
                                        </p:tav>
                                      </p:tavLst>
                                    </p:anim>
                                    <p:anim calcmode="lin" valueType="num">
                                      <p:cBhvr additive="base">
                                        <p:cTn id="68" dur="500" fill="hold"/>
                                        <p:tgtEl>
                                          <p:spTgt spid="6">
                                            <p:graphicEl>
                                              <a:dgm id="{9E6DCF3C-E034-421B-80C4-69F6EEDD2B39}"/>
                                            </p:graphic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grpId="0" nodeType="clickEffect">
                                  <p:stCondLst>
                                    <p:cond delay="0"/>
                                  </p:stCondLst>
                                  <p:childTnLst>
                                    <p:set>
                                      <p:cBhvr>
                                        <p:cTn id="72" dur="1" fill="hold">
                                          <p:stCondLst>
                                            <p:cond delay="0"/>
                                          </p:stCondLst>
                                        </p:cTn>
                                        <p:tgtEl>
                                          <p:spTgt spid="6">
                                            <p:graphicEl>
                                              <a:dgm id="{08D3B980-1B26-44CB-9AD1-C6936D259D39}"/>
                                            </p:graphicEl>
                                          </p:spTgt>
                                        </p:tgtEl>
                                        <p:attrNameLst>
                                          <p:attrName>style.visibility</p:attrName>
                                        </p:attrNameLst>
                                      </p:cBhvr>
                                      <p:to>
                                        <p:strVal val="visible"/>
                                      </p:to>
                                    </p:set>
                                    <p:anim calcmode="lin" valueType="num">
                                      <p:cBhvr additive="base">
                                        <p:cTn id="73" dur="500" fill="hold"/>
                                        <p:tgtEl>
                                          <p:spTgt spid="6">
                                            <p:graphicEl>
                                              <a:dgm id="{08D3B980-1B26-44CB-9AD1-C6936D259D39}"/>
                                            </p:graphicEl>
                                          </p:spTgt>
                                        </p:tgtEl>
                                        <p:attrNameLst>
                                          <p:attrName>ppt_x</p:attrName>
                                        </p:attrNameLst>
                                      </p:cBhvr>
                                      <p:tavLst>
                                        <p:tav tm="0">
                                          <p:val>
                                            <p:strVal val="#ppt_x"/>
                                          </p:val>
                                        </p:tav>
                                        <p:tav tm="100000">
                                          <p:val>
                                            <p:strVal val="#ppt_x"/>
                                          </p:val>
                                        </p:tav>
                                      </p:tavLst>
                                    </p:anim>
                                    <p:anim calcmode="lin" valueType="num">
                                      <p:cBhvr additive="base">
                                        <p:cTn id="74" dur="500" fill="hold"/>
                                        <p:tgtEl>
                                          <p:spTgt spid="6">
                                            <p:graphicEl>
                                              <a:dgm id="{08D3B980-1B26-44CB-9AD1-C6936D259D39}"/>
                                            </p:graphicEl>
                                          </p:spTgt>
                                        </p:tgtEl>
                                        <p:attrNameLst>
                                          <p:attrName>ppt_y</p:attrName>
                                        </p:attrNameLst>
                                      </p:cBhvr>
                                      <p:tavLst>
                                        <p:tav tm="0">
                                          <p:val>
                                            <p:strVal val="1+#ppt_h/2"/>
                                          </p:val>
                                        </p:tav>
                                        <p:tav tm="100000">
                                          <p:val>
                                            <p:strVal val="#ppt_y"/>
                                          </p:val>
                                        </p:tav>
                                      </p:tavLst>
                                    </p:anim>
                                  </p:childTnLst>
                                </p:cTn>
                              </p:par>
                              <p:par>
                                <p:cTn id="75" presetID="2" presetClass="entr" presetSubtype="4" fill="hold" grpId="0" nodeType="withEffect">
                                  <p:stCondLst>
                                    <p:cond delay="0"/>
                                  </p:stCondLst>
                                  <p:childTnLst>
                                    <p:set>
                                      <p:cBhvr>
                                        <p:cTn id="76" dur="1" fill="hold">
                                          <p:stCondLst>
                                            <p:cond delay="0"/>
                                          </p:stCondLst>
                                        </p:cTn>
                                        <p:tgtEl>
                                          <p:spTgt spid="6">
                                            <p:graphicEl>
                                              <a:dgm id="{D65BD431-6FEB-43F2-B4C5-AB5F215FD7D6}"/>
                                            </p:graphicEl>
                                          </p:spTgt>
                                        </p:tgtEl>
                                        <p:attrNameLst>
                                          <p:attrName>style.visibility</p:attrName>
                                        </p:attrNameLst>
                                      </p:cBhvr>
                                      <p:to>
                                        <p:strVal val="visible"/>
                                      </p:to>
                                    </p:set>
                                    <p:anim calcmode="lin" valueType="num">
                                      <p:cBhvr additive="base">
                                        <p:cTn id="77" dur="500" fill="hold"/>
                                        <p:tgtEl>
                                          <p:spTgt spid="6">
                                            <p:graphicEl>
                                              <a:dgm id="{D65BD431-6FEB-43F2-B4C5-AB5F215FD7D6}"/>
                                            </p:graphicEl>
                                          </p:spTgt>
                                        </p:tgtEl>
                                        <p:attrNameLst>
                                          <p:attrName>ppt_x</p:attrName>
                                        </p:attrNameLst>
                                      </p:cBhvr>
                                      <p:tavLst>
                                        <p:tav tm="0">
                                          <p:val>
                                            <p:strVal val="#ppt_x"/>
                                          </p:val>
                                        </p:tav>
                                        <p:tav tm="100000">
                                          <p:val>
                                            <p:strVal val="#ppt_x"/>
                                          </p:val>
                                        </p:tav>
                                      </p:tavLst>
                                    </p:anim>
                                    <p:anim calcmode="lin" valueType="num">
                                      <p:cBhvr additive="base">
                                        <p:cTn id="78" dur="500" fill="hold"/>
                                        <p:tgtEl>
                                          <p:spTgt spid="6">
                                            <p:graphicEl>
                                              <a:dgm id="{D65BD431-6FEB-43F2-B4C5-AB5F215FD7D6}"/>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Sub>
          <a:bldDgm bld="one"/>
        </p:bldSub>
      </p:bldGraphic>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7AC898-5FDD-F57D-195D-9B53AC615EE7}"/>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E6EDEF7-A86B-E09A-D67D-6C3EB4448DA9}"/>
              </a:ext>
            </a:extLst>
          </p:cNvPr>
          <p:cNvSpPr>
            <a:spLocks noGrp="1"/>
          </p:cNvSpPr>
          <p:nvPr>
            <p:ph type="sldNum" idx="12"/>
          </p:nvPr>
        </p:nvSpPr>
        <p:spPr/>
        <p:txBody>
          <a:bodyPr/>
          <a:lstStyle/>
          <a:p>
            <a:pPr algn="ctr"/>
            <a:fld id="{00000000-1234-1234-1234-123412341234}" type="slidenum">
              <a:rPr lang="en-US" smtClean="0"/>
              <a:pPr algn="ctr"/>
              <a:t>23</a:t>
            </a:fld>
            <a:endParaRPr lang="en-US"/>
          </a:p>
        </p:txBody>
      </p:sp>
      <p:graphicFrame>
        <p:nvGraphicFramePr>
          <p:cNvPr id="4" name="Diagram 3">
            <a:extLst>
              <a:ext uri="{FF2B5EF4-FFF2-40B4-BE49-F238E27FC236}">
                <a16:creationId xmlns:a16="http://schemas.microsoft.com/office/drawing/2014/main" id="{7EA31C67-D3DD-C6C1-FD44-58635E648E0C}"/>
              </a:ext>
            </a:extLst>
          </p:cNvPr>
          <p:cNvGraphicFramePr/>
          <p:nvPr>
            <p:extLst>
              <p:ext uri="{D42A27DB-BD31-4B8C-83A1-F6EECF244321}">
                <p14:modId xmlns:p14="http://schemas.microsoft.com/office/powerpoint/2010/main" val="3184157499"/>
              </p:ext>
            </p:extLst>
          </p:nvPr>
        </p:nvGraphicFramePr>
        <p:xfrm>
          <a:off x="1676400" y="2273946"/>
          <a:ext cx="9187295" cy="6934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itle 1"/>
          <p:cNvSpPr txBox="1">
            <a:spLocks/>
          </p:cNvSpPr>
          <p:nvPr/>
        </p:nvSpPr>
        <p:spPr>
          <a:xfrm>
            <a:off x="1280623" y="948916"/>
            <a:ext cx="9583072" cy="1021773"/>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GB" sz="4800" dirty="0">
                <a:solidFill>
                  <a:schemeClr val="tx2">
                    <a:lumMod val="75000"/>
                  </a:schemeClr>
                </a:solidFill>
                <a:latin typeface="Segoe UI 1" panose="020B0802040204020203" charset="0"/>
                <a:cs typeface="Segoe UI 1" panose="020B0802040204020203" charset="0"/>
              </a:rPr>
              <a:t>Robotics &amp; Artificial Intelligence</a:t>
            </a:r>
            <a:endParaRPr lang="en-US" sz="4800" dirty="0">
              <a:solidFill>
                <a:schemeClr val="tx2">
                  <a:lumMod val="75000"/>
                </a:schemeClr>
              </a:solidFill>
              <a:latin typeface="Segoe UI 1" panose="020B0802040204020203" charset="0"/>
              <a:cs typeface="Segoe UI 1" panose="020B0802040204020203" charset="0"/>
            </a:endParaRPr>
          </a:p>
        </p:txBody>
      </p:sp>
      <p:grpSp>
        <p:nvGrpSpPr>
          <p:cNvPr id="7" name="Group 3">
            <a:extLst>
              <a:ext uri="{FF2B5EF4-FFF2-40B4-BE49-F238E27FC236}">
                <a16:creationId xmlns:a16="http://schemas.microsoft.com/office/drawing/2014/main" id="{3D418609-2F76-130E-14AE-86DEC5FB4D02}"/>
              </a:ext>
            </a:extLst>
          </p:cNvPr>
          <p:cNvGrpSpPr/>
          <p:nvPr/>
        </p:nvGrpSpPr>
        <p:grpSpPr>
          <a:xfrm>
            <a:off x="816554" y="1179444"/>
            <a:ext cx="424292" cy="424292"/>
            <a:chOff x="0" y="0"/>
            <a:chExt cx="812800" cy="812800"/>
          </a:xfrm>
        </p:grpSpPr>
        <p:sp>
          <p:nvSpPr>
            <p:cNvPr id="8" name="Freeform 4">
              <a:extLst>
                <a:ext uri="{FF2B5EF4-FFF2-40B4-BE49-F238E27FC236}">
                  <a16:creationId xmlns:a16="http://schemas.microsoft.com/office/drawing/2014/main" id="{542FE6D8-3CEA-4B3E-018E-CBC17A8C735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E3A6E"/>
            </a:solidFill>
          </p:spPr>
          <p:txBody>
            <a:bodyPr/>
            <a:lstStyle/>
            <a:p>
              <a:endParaRPr lang="en-US"/>
            </a:p>
          </p:txBody>
        </p:sp>
        <p:sp>
          <p:nvSpPr>
            <p:cNvPr id="9" name="TextBox 5">
              <a:extLst>
                <a:ext uri="{FF2B5EF4-FFF2-40B4-BE49-F238E27FC236}">
                  <a16:creationId xmlns:a16="http://schemas.microsoft.com/office/drawing/2014/main" id="{07CC5BB2-91A0-F498-3F38-46BAD0524608}"/>
                </a:ext>
              </a:extLst>
            </p:cNvPr>
            <p:cNvSpPr txBox="1"/>
            <p:nvPr/>
          </p:nvSpPr>
          <p:spPr>
            <a:xfrm>
              <a:off x="76200" y="28575"/>
              <a:ext cx="660400" cy="708025"/>
            </a:xfrm>
            <a:prstGeom prst="rect">
              <a:avLst/>
            </a:prstGeom>
          </p:spPr>
          <p:txBody>
            <a:bodyPr lIns="50800" tIns="50800" rIns="50800" bIns="50800" rtlCol="0" anchor="ctr"/>
            <a:lstStyle/>
            <a:p>
              <a:pPr algn="ctr">
                <a:lnSpc>
                  <a:spcPts val="2239"/>
                </a:lnSpc>
              </a:pPr>
              <a:endParaRPr/>
            </a:p>
          </p:txBody>
        </p:sp>
      </p:grpSp>
      <p:grpSp>
        <p:nvGrpSpPr>
          <p:cNvPr id="10" name="Group 10">
            <a:extLst>
              <a:ext uri="{FF2B5EF4-FFF2-40B4-BE49-F238E27FC236}">
                <a16:creationId xmlns:a16="http://schemas.microsoft.com/office/drawing/2014/main" id="{8F5BE630-51C4-6935-BCD3-709C4334B38F}"/>
              </a:ext>
            </a:extLst>
          </p:cNvPr>
          <p:cNvGrpSpPr/>
          <p:nvPr/>
        </p:nvGrpSpPr>
        <p:grpSpPr>
          <a:xfrm>
            <a:off x="13730009" y="0"/>
            <a:ext cx="4557991" cy="9563100"/>
            <a:chOff x="0" y="0"/>
            <a:chExt cx="1200458" cy="2709333"/>
          </a:xfrm>
        </p:grpSpPr>
        <p:sp>
          <p:nvSpPr>
            <p:cNvPr id="11" name="Freeform 11">
              <a:extLst>
                <a:ext uri="{FF2B5EF4-FFF2-40B4-BE49-F238E27FC236}">
                  <a16:creationId xmlns:a16="http://schemas.microsoft.com/office/drawing/2014/main" id="{4C926707-EB13-29A6-4AD0-CE9DC5B328E8}"/>
                </a:ext>
              </a:extLst>
            </p:cNvPr>
            <p:cNvSpPr/>
            <p:nvPr/>
          </p:nvSpPr>
          <p:spPr>
            <a:xfrm>
              <a:off x="0" y="0"/>
              <a:ext cx="1200458" cy="2709333"/>
            </a:xfrm>
            <a:custGeom>
              <a:avLst/>
              <a:gdLst/>
              <a:ahLst/>
              <a:cxnLst/>
              <a:rect l="l" t="t" r="r" b="b"/>
              <a:pathLst>
                <a:path w="1200458" h="2709333">
                  <a:moveTo>
                    <a:pt x="0" y="0"/>
                  </a:moveTo>
                  <a:lnTo>
                    <a:pt x="1200458" y="0"/>
                  </a:lnTo>
                  <a:lnTo>
                    <a:pt x="1200458" y="2709333"/>
                  </a:lnTo>
                  <a:lnTo>
                    <a:pt x="0" y="2709333"/>
                  </a:lnTo>
                  <a:close/>
                </a:path>
              </a:pathLst>
            </a:custGeom>
            <a:solidFill>
              <a:srgbClr val="2E3A6E"/>
            </a:solidFill>
          </p:spPr>
          <p:txBody>
            <a:bodyPr/>
            <a:lstStyle/>
            <a:p>
              <a:endParaRPr lang="en-US"/>
            </a:p>
          </p:txBody>
        </p:sp>
        <p:sp>
          <p:nvSpPr>
            <p:cNvPr id="12" name="TextBox 12">
              <a:extLst>
                <a:ext uri="{FF2B5EF4-FFF2-40B4-BE49-F238E27FC236}">
                  <a16:creationId xmlns:a16="http://schemas.microsoft.com/office/drawing/2014/main" id="{8DD0BEBE-8BBA-9A8A-747C-F879986840EB}"/>
                </a:ext>
              </a:extLst>
            </p:cNvPr>
            <p:cNvSpPr txBox="1"/>
            <p:nvPr/>
          </p:nvSpPr>
          <p:spPr>
            <a:xfrm>
              <a:off x="0" y="-47625"/>
              <a:ext cx="1200458" cy="2756958"/>
            </a:xfrm>
            <a:prstGeom prst="rect">
              <a:avLst/>
            </a:prstGeom>
          </p:spPr>
          <p:txBody>
            <a:bodyPr lIns="50800" tIns="50800" rIns="50800" bIns="50800" rtlCol="0" anchor="ctr"/>
            <a:lstStyle/>
            <a:p>
              <a:pPr algn="ctr">
                <a:lnSpc>
                  <a:spcPts val="2239"/>
                </a:lnSpc>
              </a:pPr>
              <a:endParaRPr/>
            </a:p>
          </p:txBody>
        </p:sp>
      </p:grpSp>
      <p:pic>
        <p:nvPicPr>
          <p:cNvPr id="5" name="Picture 4">
            <a:extLst>
              <a:ext uri="{FF2B5EF4-FFF2-40B4-BE49-F238E27FC236}">
                <a16:creationId xmlns:a16="http://schemas.microsoft.com/office/drawing/2014/main" id="{CB752CEE-6CA1-F628-9E3F-300BE115639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448800" y="2273946"/>
            <a:ext cx="6853147" cy="6853147"/>
          </a:xfrm>
          <a:prstGeom prst="rect">
            <a:avLst/>
          </a:prstGeom>
        </p:spPr>
      </p:pic>
    </p:spTree>
    <p:extLst>
      <p:ext uri="{BB962C8B-B14F-4D97-AF65-F5344CB8AC3E}">
        <p14:creationId xmlns:p14="http://schemas.microsoft.com/office/powerpoint/2010/main" val="2786093265"/>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1+#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1+#ppt_w/2"/>
                                          </p:val>
                                        </p:tav>
                                        <p:tav tm="100000">
                                          <p:val>
                                            <p:strVal val="#ppt_x"/>
                                          </p:val>
                                        </p:tav>
                                      </p:tavLst>
                                    </p:anim>
                                    <p:anim calcmode="lin" valueType="num">
                                      <p:cBhvr additive="base">
                                        <p:cTn id="12" dur="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idx="12"/>
          </p:nvPr>
        </p:nvSpPr>
        <p:spPr/>
        <p:txBody>
          <a:bodyPr/>
          <a:lstStyle/>
          <a:p>
            <a:pPr algn="ctr"/>
            <a:fld id="{00000000-1234-1234-1234-123412341234}" type="slidenum">
              <a:rPr lang="en-US" smtClean="0"/>
              <a:pPr algn="ctr"/>
              <a:t>24</a:t>
            </a:fld>
            <a:endParaRPr lang="en-US"/>
          </a:p>
        </p:txBody>
      </p:sp>
      <p:graphicFrame>
        <p:nvGraphicFramePr>
          <p:cNvPr id="13" name="Diagram 12"/>
          <p:cNvGraphicFramePr/>
          <p:nvPr>
            <p:extLst>
              <p:ext uri="{D42A27DB-BD31-4B8C-83A1-F6EECF244321}">
                <p14:modId xmlns:p14="http://schemas.microsoft.com/office/powerpoint/2010/main" val="2817284051"/>
              </p:ext>
            </p:extLst>
          </p:nvPr>
        </p:nvGraphicFramePr>
        <p:xfrm>
          <a:off x="1600200" y="2400300"/>
          <a:ext cx="14935048" cy="6096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itle 1"/>
          <p:cNvSpPr txBox="1">
            <a:spLocks/>
          </p:cNvSpPr>
          <p:nvPr/>
        </p:nvSpPr>
        <p:spPr>
          <a:xfrm>
            <a:off x="1280623" y="948916"/>
            <a:ext cx="6356780" cy="1021773"/>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GB" sz="4800" dirty="0">
                <a:solidFill>
                  <a:schemeClr val="tx2">
                    <a:lumMod val="75000"/>
                  </a:schemeClr>
                </a:solidFill>
                <a:latin typeface="Segoe UI 1" panose="020B0802040204020203" charset="0"/>
                <a:cs typeface="Segoe UI 1" panose="020B0802040204020203" charset="0"/>
              </a:rPr>
              <a:t>Robotics</a:t>
            </a:r>
            <a:endParaRPr lang="en-US" sz="4800" dirty="0">
              <a:solidFill>
                <a:schemeClr val="tx2">
                  <a:lumMod val="75000"/>
                </a:schemeClr>
              </a:solidFill>
              <a:latin typeface="Segoe UI 1" panose="020B0802040204020203" charset="0"/>
              <a:cs typeface="Segoe UI 1" panose="020B0802040204020203" charset="0"/>
            </a:endParaRPr>
          </a:p>
        </p:txBody>
      </p:sp>
      <p:grpSp>
        <p:nvGrpSpPr>
          <p:cNvPr id="6" name="Group 3">
            <a:extLst>
              <a:ext uri="{FF2B5EF4-FFF2-40B4-BE49-F238E27FC236}">
                <a16:creationId xmlns:a16="http://schemas.microsoft.com/office/drawing/2014/main" id="{3D418609-2F76-130E-14AE-86DEC5FB4D02}"/>
              </a:ext>
            </a:extLst>
          </p:cNvPr>
          <p:cNvGrpSpPr/>
          <p:nvPr/>
        </p:nvGrpSpPr>
        <p:grpSpPr>
          <a:xfrm>
            <a:off x="816554" y="1179444"/>
            <a:ext cx="424292" cy="424292"/>
            <a:chOff x="0" y="0"/>
            <a:chExt cx="812800" cy="812800"/>
          </a:xfrm>
        </p:grpSpPr>
        <p:sp>
          <p:nvSpPr>
            <p:cNvPr id="7" name="Freeform 4">
              <a:extLst>
                <a:ext uri="{FF2B5EF4-FFF2-40B4-BE49-F238E27FC236}">
                  <a16:creationId xmlns:a16="http://schemas.microsoft.com/office/drawing/2014/main" id="{542FE6D8-3CEA-4B3E-018E-CBC17A8C735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E3A6E"/>
            </a:solidFill>
          </p:spPr>
          <p:txBody>
            <a:bodyPr/>
            <a:lstStyle/>
            <a:p>
              <a:endParaRPr lang="en-US"/>
            </a:p>
          </p:txBody>
        </p:sp>
        <p:sp>
          <p:nvSpPr>
            <p:cNvPr id="8" name="TextBox 5">
              <a:extLst>
                <a:ext uri="{FF2B5EF4-FFF2-40B4-BE49-F238E27FC236}">
                  <a16:creationId xmlns:a16="http://schemas.microsoft.com/office/drawing/2014/main" id="{07CC5BB2-91A0-F498-3F38-46BAD0524608}"/>
                </a:ext>
              </a:extLst>
            </p:cNvPr>
            <p:cNvSpPr txBox="1"/>
            <p:nvPr/>
          </p:nvSpPr>
          <p:spPr>
            <a:xfrm>
              <a:off x="76200" y="28575"/>
              <a:ext cx="660400" cy="708025"/>
            </a:xfrm>
            <a:prstGeom prst="rect">
              <a:avLst/>
            </a:prstGeom>
          </p:spPr>
          <p:txBody>
            <a:bodyPr lIns="50800" tIns="50800" rIns="50800" bIns="50800" rtlCol="0" anchor="ctr"/>
            <a:lstStyle/>
            <a:p>
              <a:pPr algn="ctr">
                <a:lnSpc>
                  <a:spcPts val="2239"/>
                </a:lnSpc>
              </a:pPr>
              <a:endParaRPr/>
            </a:p>
          </p:txBody>
        </p:sp>
      </p:grpSp>
    </p:spTree>
    <p:extLst>
      <p:ext uri="{BB962C8B-B14F-4D97-AF65-F5344CB8AC3E}">
        <p14:creationId xmlns:p14="http://schemas.microsoft.com/office/powerpoint/2010/main" val="604182651"/>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3" grpId="0">
        <p:bldAsOne/>
      </p:bldGraphic>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idx="12"/>
          </p:nvPr>
        </p:nvSpPr>
        <p:spPr/>
        <p:txBody>
          <a:bodyPr/>
          <a:lstStyle/>
          <a:p>
            <a:pPr algn="ctr"/>
            <a:fld id="{00000000-1234-1234-1234-123412341234}" type="slidenum">
              <a:rPr lang="en-US" smtClean="0"/>
              <a:pPr algn="ctr"/>
              <a:t>25</a:t>
            </a:fld>
            <a:endParaRPr lang="en-US"/>
          </a:p>
        </p:txBody>
      </p:sp>
      <p:graphicFrame>
        <p:nvGraphicFramePr>
          <p:cNvPr id="5" name="Diagram 4"/>
          <p:cNvGraphicFramePr/>
          <p:nvPr>
            <p:extLst>
              <p:ext uri="{D42A27DB-BD31-4B8C-83A1-F6EECF244321}">
                <p14:modId xmlns:p14="http://schemas.microsoft.com/office/powerpoint/2010/main" val="1115188321"/>
              </p:ext>
            </p:extLst>
          </p:nvPr>
        </p:nvGraphicFramePr>
        <p:xfrm>
          <a:off x="876318" y="2476500"/>
          <a:ext cx="10637414" cy="57911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itle 1"/>
          <p:cNvSpPr txBox="1">
            <a:spLocks/>
          </p:cNvSpPr>
          <p:nvPr/>
        </p:nvSpPr>
        <p:spPr>
          <a:xfrm>
            <a:off x="1280623" y="948916"/>
            <a:ext cx="6356780" cy="1021773"/>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GB" sz="4800" dirty="0">
                <a:solidFill>
                  <a:schemeClr val="tx2">
                    <a:lumMod val="75000"/>
                  </a:schemeClr>
                </a:solidFill>
                <a:latin typeface="Segoe UI 1" panose="020B0802040204020203" charset="0"/>
                <a:cs typeface="Segoe UI 1" panose="020B0802040204020203" charset="0"/>
              </a:rPr>
              <a:t>Robotics</a:t>
            </a:r>
            <a:endParaRPr lang="en-US" sz="4800" dirty="0">
              <a:solidFill>
                <a:schemeClr val="tx2">
                  <a:lumMod val="75000"/>
                </a:schemeClr>
              </a:solidFill>
              <a:latin typeface="Segoe UI 1" panose="020B0802040204020203" charset="0"/>
              <a:cs typeface="Segoe UI 1" panose="020B0802040204020203" charset="0"/>
            </a:endParaRPr>
          </a:p>
        </p:txBody>
      </p:sp>
      <p:grpSp>
        <p:nvGrpSpPr>
          <p:cNvPr id="7" name="Group 3">
            <a:extLst>
              <a:ext uri="{FF2B5EF4-FFF2-40B4-BE49-F238E27FC236}">
                <a16:creationId xmlns:a16="http://schemas.microsoft.com/office/drawing/2014/main" id="{3D418609-2F76-130E-14AE-86DEC5FB4D02}"/>
              </a:ext>
            </a:extLst>
          </p:cNvPr>
          <p:cNvGrpSpPr/>
          <p:nvPr/>
        </p:nvGrpSpPr>
        <p:grpSpPr>
          <a:xfrm>
            <a:off x="816554" y="1179444"/>
            <a:ext cx="424292" cy="424292"/>
            <a:chOff x="0" y="0"/>
            <a:chExt cx="812800" cy="812800"/>
          </a:xfrm>
        </p:grpSpPr>
        <p:sp>
          <p:nvSpPr>
            <p:cNvPr id="9" name="Freeform 4">
              <a:extLst>
                <a:ext uri="{FF2B5EF4-FFF2-40B4-BE49-F238E27FC236}">
                  <a16:creationId xmlns:a16="http://schemas.microsoft.com/office/drawing/2014/main" id="{542FE6D8-3CEA-4B3E-018E-CBC17A8C735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E3A6E"/>
            </a:solidFill>
          </p:spPr>
          <p:txBody>
            <a:bodyPr/>
            <a:lstStyle/>
            <a:p>
              <a:endParaRPr lang="en-US"/>
            </a:p>
          </p:txBody>
        </p:sp>
        <p:sp>
          <p:nvSpPr>
            <p:cNvPr id="10" name="TextBox 5">
              <a:extLst>
                <a:ext uri="{FF2B5EF4-FFF2-40B4-BE49-F238E27FC236}">
                  <a16:creationId xmlns:a16="http://schemas.microsoft.com/office/drawing/2014/main" id="{07CC5BB2-91A0-F498-3F38-46BAD0524608}"/>
                </a:ext>
              </a:extLst>
            </p:cNvPr>
            <p:cNvSpPr txBox="1"/>
            <p:nvPr/>
          </p:nvSpPr>
          <p:spPr>
            <a:xfrm>
              <a:off x="76200" y="28575"/>
              <a:ext cx="660400" cy="708025"/>
            </a:xfrm>
            <a:prstGeom prst="rect">
              <a:avLst/>
            </a:prstGeom>
          </p:spPr>
          <p:txBody>
            <a:bodyPr lIns="50800" tIns="50800" rIns="50800" bIns="50800" rtlCol="0" anchor="ctr"/>
            <a:lstStyle/>
            <a:p>
              <a:pPr algn="ctr">
                <a:lnSpc>
                  <a:spcPts val="2239"/>
                </a:lnSpc>
              </a:pPr>
              <a:endParaRPr/>
            </a:p>
          </p:txBody>
        </p:sp>
      </p:grpSp>
      <p:grpSp>
        <p:nvGrpSpPr>
          <p:cNvPr id="11" name="Group 10">
            <a:extLst>
              <a:ext uri="{FF2B5EF4-FFF2-40B4-BE49-F238E27FC236}">
                <a16:creationId xmlns:a16="http://schemas.microsoft.com/office/drawing/2014/main" id="{8F5BE630-51C4-6935-BCD3-709C4334B38F}"/>
              </a:ext>
            </a:extLst>
          </p:cNvPr>
          <p:cNvGrpSpPr/>
          <p:nvPr/>
        </p:nvGrpSpPr>
        <p:grpSpPr>
          <a:xfrm>
            <a:off x="13730009" y="0"/>
            <a:ext cx="4557991" cy="9563100"/>
            <a:chOff x="0" y="0"/>
            <a:chExt cx="1200458" cy="2709333"/>
          </a:xfrm>
        </p:grpSpPr>
        <p:sp>
          <p:nvSpPr>
            <p:cNvPr id="12" name="Freeform 11">
              <a:extLst>
                <a:ext uri="{FF2B5EF4-FFF2-40B4-BE49-F238E27FC236}">
                  <a16:creationId xmlns:a16="http://schemas.microsoft.com/office/drawing/2014/main" id="{4C926707-EB13-29A6-4AD0-CE9DC5B328E8}"/>
                </a:ext>
              </a:extLst>
            </p:cNvPr>
            <p:cNvSpPr/>
            <p:nvPr/>
          </p:nvSpPr>
          <p:spPr>
            <a:xfrm>
              <a:off x="0" y="0"/>
              <a:ext cx="1200458" cy="2709333"/>
            </a:xfrm>
            <a:custGeom>
              <a:avLst/>
              <a:gdLst/>
              <a:ahLst/>
              <a:cxnLst/>
              <a:rect l="l" t="t" r="r" b="b"/>
              <a:pathLst>
                <a:path w="1200458" h="2709333">
                  <a:moveTo>
                    <a:pt x="0" y="0"/>
                  </a:moveTo>
                  <a:lnTo>
                    <a:pt x="1200458" y="0"/>
                  </a:lnTo>
                  <a:lnTo>
                    <a:pt x="1200458" y="2709333"/>
                  </a:lnTo>
                  <a:lnTo>
                    <a:pt x="0" y="2709333"/>
                  </a:lnTo>
                  <a:close/>
                </a:path>
              </a:pathLst>
            </a:custGeom>
            <a:solidFill>
              <a:srgbClr val="2E3A6E"/>
            </a:solidFill>
          </p:spPr>
          <p:txBody>
            <a:bodyPr/>
            <a:lstStyle/>
            <a:p>
              <a:endParaRPr lang="en-US"/>
            </a:p>
          </p:txBody>
        </p:sp>
        <p:sp>
          <p:nvSpPr>
            <p:cNvPr id="13" name="TextBox 12">
              <a:extLst>
                <a:ext uri="{FF2B5EF4-FFF2-40B4-BE49-F238E27FC236}">
                  <a16:creationId xmlns:a16="http://schemas.microsoft.com/office/drawing/2014/main" id="{8DD0BEBE-8BBA-9A8A-747C-F879986840EB}"/>
                </a:ext>
              </a:extLst>
            </p:cNvPr>
            <p:cNvSpPr txBox="1"/>
            <p:nvPr/>
          </p:nvSpPr>
          <p:spPr>
            <a:xfrm>
              <a:off x="0" y="-47625"/>
              <a:ext cx="1200458" cy="2756958"/>
            </a:xfrm>
            <a:prstGeom prst="rect">
              <a:avLst/>
            </a:prstGeom>
          </p:spPr>
          <p:txBody>
            <a:bodyPr lIns="50800" tIns="50800" rIns="50800" bIns="50800" rtlCol="0" anchor="ctr"/>
            <a:lstStyle/>
            <a:p>
              <a:pPr algn="ctr">
                <a:lnSpc>
                  <a:spcPts val="2239"/>
                </a:lnSpc>
              </a:pPr>
              <a:endParaRPr/>
            </a:p>
          </p:txBody>
        </p:sp>
      </p:grpSp>
      <p:pic>
        <p:nvPicPr>
          <p:cNvPr id="8" name="Picture 7"/>
          <p:cNvPicPr>
            <a:picLocks noChangeAspect="1"/>
          </p:cNvPicPr>
          <p:nvPr/>
        </p:nvPicPr>
        <p:blipFill>
          <a:blip r:embed="rId7"/>
          <a:srcRect/>
          <a:stretch/>
        </p:blipFill>
        <p:spPr>
          <a:xfrm>
            <a:off x="11658600" y="2628900"/>
            <a:ext cx="6401000" cy="360649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57270953"/>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5">
                                            <p:graphicEl>
                                              <a:dgm id="{A14AA19E-4CA8-4722-8E74-6456BA74EC66}"/>
                                            </p:graphicEl>
                                          </p:spTgt>
                                        </p:tgtEl>
                                        <p:attrNameLst>
                                          <p:attrName>style.visibility</p:attrName>
                                        </p:attrNameLst>
                                      </p:cBhvr>
                                      <p:to>
                                        <p:strVal val="visible"/>
                                      </p:to>
                                    </p:set>
                                    <p:anim calcmode="lin" valueType="num">
                                      <p:cBhvr additive="base">
                                        <p:cTn id="7" dur="500" fill="hold"/>
                                        <p:tgtEl>
                                          <p:spTgt spid="5">
                                            <p:graphicEl>
                                              <a:dgm id="{A14AA19E-4CA8-4722-8E74-6456BA74EC66}"/>
                                            </p:graphicEl>
                                          </p:spTgt>
                                        </p:tgtEl>
                                        <p:attrNameLst>
                                          <p:attrName>ppt_x</p:attrName>
                                        </p:attrNameLst>
                                      </p:cBhvr>
                                      <p:tavLst>
                                        <p:tav tm="0">
                                          <p:val>
                                            <p:strVal val="1+#ppt_w/2"/>
                                          </p:val>
                                        </p:tav>
                                        <p:tav tm="100000">
                                          <p:val>
                                            <p:strVal val="#ppt_x"/>
                                          </p:val>
                                        </p:tav>
                                      </p:tavLst>
                                    </p:anim>
                                    <p:anim calcmode="lin" valueType="num">
                                      <p:cBhvr additive="base">
                                        <p:cTn id="8" dur="500" fill="hold"/>
                                        <p:tgtEl>
                                          <p:spTgt spid="5">
                                            <p:graphicEl>
                                              <a:dgm id="{A14AA19E-4CA8-4722-8E74-6456BA74EC66}"/>
                                            </p:graphic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5">
                                            <p:graphicEl>
                                              <a:dgm id="{A8F98469-C2F5-4D7B-B5D9-302EC159B40F}"/>
                                            </p:graphicEl>
                                          </p:spTgt>
                                        </p:tgtEl>
                                        <p:attrNameLst>
                                          <p:attrName>style.visibility</p:attrName>
                                        </p:attrNameLst>
                                      </p:cBhvr>
                                      <p:to>
                                        <p:strVal val="visible"/>
                                      </p:to>
                                    </p:set>
                                    <p:anim calcmode="lin" valueType="num">
                                      <p:cBhvr additive="base">
                                        <p:cTn id="13" dur="500" fill="hold"/>
                                        <p:tgtEl>
                                          <p:spTgt spid="5">
                                            <p:graphicEl>
                                              <a:dgm id="{A8F98469-C2F5-4D7B-B5D9-302EC159B40F}"/>
                                            </p:graphic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5">
                                            <p:graphicEl>
                                              <a:dgm id="{A8F98469-C2F5-4D7B-B5D9-302EC159B40F}"/>
                                            </p:graphic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5">
                                            <p:graphicEl>
                                              <a:dgm id="{E4BE2949-D72C-40DE-B23F-B8415CF2A0BD}"/>
                                            </p:graphicEl>
                                          </p:spTgt>
                                        </p:tgtEl>
                                        <p:attrNameLst>
                                          <p:attrName>style.visibility</p:attrName>
                                        </p:attrNameLst>
                                      </p:cBhvr>
                                      <p:to>
                                        <p:strVal val="visible"/>
                                      </p:to>
                                    </p:set>
                                    <p:anim calcmode="lin" valueType="num">
                                      <p:cBhvr additive="base">
                                        <p:cTn id="19" dur="500" fill="hold"/>
                                        <p:tgtEl>
                                          <p:spTgt spid="5">
                                            <p:graphicEl>
                                              <a:dgm id="{E4BE2949-D72C-40DE-B23F-B8415CF2A0BD}"/>
                                            </p:graphic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5">
                                            <p:graphicEl>
                                              <a:dgm id="{E4BE2949-D72C-40DE-B23F-B8415CF2A0BD}"/>
                                            </p:graphic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Sub>
          <a:bldDgm bld="one"/>
        </p:bldSub>
      </p:bldGraphic>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idx="12"/>
          </p:nvPr>
        </p:nvSpPr>
        <p:spPr/>
        <p:txBody>
          <a:bodyPr/>
          <a:lstStyle/>
          <a:p>
            <a:pPr algn="ctr"/>
            <a:fld id="{00000000-1234-1234-1234-123412341234}" type="slidenum">
              <a:rPr lang="en-US" smtClean="0"/>
              <a:pPr algn="ctr"/>
              <a:t>26</a:t>
            </a:fld>
            <a:endParaRPr lang="en-US"/>
          </a:p>
        </p:txBody>
      </p:sp>
      <p:sp>
        <p:nvSpPr>
          <p:cNvPr id="6" name="Title 1"/>
          <p:cNvSpPr txBox="1">
            <a:spLocks/>
          </p:cNvSpPr>
          <p:nvPr/>
        </p:nvSpPr>
        <p:spPr>
          <a:xfrm>
            <a:off x="1280622" y="948916"/>
            <a:ext cx="8777777" cy="1021773"/>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GB" sz="4800" dirty="0">
                <a:solidFill>
                  <a:schemeClr val="tx2">
                    <a:lumMod val="75000"/>
                  </a:schemeClr>
                </a:solidFill>
                <a:latin typeface="Segoe UI 1" panose="020B0802040204020203" charset="0"/>
                <a:cs typeface="Segoe UI 1" panose="020B0802040204020203" charset="0"/>
              </a:rPr>
              <a:t>Characteristics of a Robot</a:t>
            </a:r>
            <a:endParaRPr lang="en-US" sz="4800" dirty="0">
              <a:solidFill>
                <a:schemeClr val="tx2">
                  <a:lumMod val="75000"/>
                </a:schemeClr>
              </a:solidFill>
              <a:latin typeface="Segoe UI 1" panose="020B0802040204020203" charset="0"/>
              <a:cs typeface="Segoe UI 1" panose="020B0802040204020203" charset="0"/>
            </a:endParaRPr>
          </a:p>
        </p:txBody>
      </p:sp>
      <p:grpSp>
        <p:nvGrpSpPr>
          <p:cNvPr id="7" name="Group 3">
            <a:extLst>
              <a:ext uri="{FF2B5EF4-FFF2-40B4-BE49-F238E27FC236}">
                <a16:creationId xmlns:a16="http://schemas.microsoft.com/office/drawing/2014/main" id="{3D418609-2F76-130E-14AE-86DEC5FB4D02}"/>
              </a:ext>
            </a:extLst>
          </p:cNvPr>
          <p:cNvGrpSpPr/>
          <p:nvPr/>
        </p:nvGrpSpPr>
        <p:grpSpPr>
          <a:xfrm>
            <a:off x="816554" y="1179444"/>
            <a:ext cx="424292" cy="424292"/>
            <a:chOff x="0" y="0"/>
            <a:chExt cx="812800" cy="812800"/>
          </a:xfrm>
        </p:grpSpPr>
        <p:sp>
          <p:nvSpPr>
            <p:cNvPr id="8" name="Freeform 4">
              <a:extLst>
                <a:ext uri="{FF2B5EF4-FFF2-40B4-BE49-F238E27FC236}">
                  <a16:creationId xmlns:a16="http://schemas.microsoft.com/office/drawing/2014/main" id="{542FE6D8-3CEA-4B3E-018E-CBC17A8C735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E3A6E"/>
            </a:solidFill>
          </p:spPr>
          <p:txBody>
            <a:bodyPr/>
            <a:lstStyle/>
            <a:p>
              <a:endParaRPr lang="en-US"/>
            </a:p>
          </p:txBody>
        </p:sp>
        <p:sp>
          <p:nvSpPr>
            <p:cNvPr id="9" name="TextBox 5">
              <a:extLst>
                <a:ext uri="{FF2B5EF4-FFF2-40B4-BE49-F238E27FC236}">
                  <a16:creationId xmlns:a16="http://schemas.microsoft.com/office/drawing/2014/main" id="{07CC5BB2-91A0-F498-3F38-46BAD0524608}"/>
                </a:ext>
              </a:extLst>
            </p:cNvPr>
            <p:cNvSpPr txBox="1"/>
            <p:nvPr/>
          </p:nvSpPr>
          <p:spPr>
            <a:xfrm>
              <a:off x="76200" y="28575"/>
              <a:ext cx="660400" cy="708025"/>
            </a:xfrm>
            <a:prstGeom prst="rect">
              <a:avLst/>
            </a:prstGeom>
          </p:spPr>
          <p:txBody>
            <a:bodyPr lIns="50800" tIns="50800" rIns="50800" bIns="50800" rtlCol="0" anchor="ctr"/>
            <a:lstStyle/>
            <a:p>
              <a:pPr algn="ctr">
                <a:lnSpc>
                  <a:spcPts val="2239"/>
                </a:lnSpc>
              </a:pPr>
              <a:endParaRPr/>
            </a:p>
          </p:txBody>
        </p:sp>
      </p:grpSp>
      <p:grpSp>
        <p:nvGrpSpPr>
          <p:cNvPr id="10" name="Group 10">
            <a:extLst>
              <a:ext uri="{FF2B5EF4-FFF2-40B4-BE49-F238E27FC236}">
                <a16:creationId xmlns:a16="http://schemas.microsoft.com/office/drawing/2014/main" id="{8F5BE630-51C4-6935-BCD3-709C4334B38F}"/>
              </a:ext>
            </a:extLst>
          </p:cNvPr>
          <p:cNvGrpSpPr/>
          <p:nvPr/>
        </p:nvGrpSpPr>
        <p:grpSpPr>
          <a:xfrm>
            <a:off x="13730009" y="0"/>
            <a:ext cx="4557991" cy="9563100"/>
            <a:chOff x="0" y="0"/>
            <a:chExt cx="1200458" cy="2709333"/>
          </a:xfrm>
        </p:grpSpPr>
        <p:sp>
          <p:nvSpPr>
            <p:cNvPr id="11" name="Freeform 11">
              <a:extLst>
                <a:ext uri="{FF2B5EF4-FFF2-40B4-BE49-F238E27FC236}">
                  <a16:creationId xmlns:a16="http://schemas.microsoft.com/office/drawing/2014/main" id="{4C926707-EB13-29A6-4AD0-CE9DC5B328E8}"/>
                </a:ext>
              </a:extLst>
            </p:cNvPr>
            <p:cNvSpPr/>
            <p:nvPr/>
          </p:nvSpPr>
          <p:spPr>
            <a:xfrm>
              <a:off x="0" y="0"/>
              <a:ext cx="1200458" cy="2709333"/>
            </a:xfrm>
            <a:custGeom>
              <a:avLst/>
              <a:gdLst/>
              <a:ahLst/>
              <a:cxnLst/>
              <a:rect l="l" t="t" r="r" b="b"/>
              <a:pathLst>
                <a:path w="1200458" h="2709333">
                  <a:moveTo>
                    <a:pt x="0" y="0"/>
                  </a:moveTo>
                  <a:lnTo>
                    <a:pt x="1200458" y="0"/>
                  </a:lnTo>
                  <a:lnTo>
                    <a:pt x="1200458" y="2709333"/>
                  </a:lnTo>
                  <a:lnTo>
                    <a:pt x="0" y="2709333"/>
                  </a:lnTo>
                  <a:close/>
                </a:path>
              </a:pathLst>
            </a:custGeom>
            <a:solidFill>
              <a:srgbClr val="2E3A6E"/>
            </a:solidFill>
          </p:spPr>
          <p:txBody>
            <a:bodyPr/>
            <a:lstStyle/>
            <a:p>
              <a:endParaRPr lang="en-US"/>
            </a:p>
          </p:txBody>
        </p:sp>
        <p:sp>
          <p:nvSpPr>
            <p:cNvPr id="12" name="TextBox 12">
              <a:extLst>
                <a:ext uri="{FF2B5EF4-FFF2-40B4-BE49-F238E27FC236}">
                  <a16:creationId xmlns:a16="http://schemas.microsoft.com/office/drawing/2014/main" id="{8DD0BEBE-8BBA-9A8A-747C-F879986840EB}"/>
                </a:ext>
              </a:extLst>
            </p:cNvPr>
            <p:cNvSpPr txBox="1"/>
            <p:nvPr/>
          </p:nvSpPr>
          <p:spPr>
            <a:xfrm>
              <a:off x="0" y="-47625"/>
              <a:ext cx="1200458" cy="2756958"/>
            </a:xfrm>
            <a:prstGeom prst="rect">
              <a:avLst/>
            </a:prstGeom>
          </p:spPr>
          <p:txBody>
            <a:bodyPr lIns="50800" tIns="50800" rIns="50800" bIns="50800" rtlCol="0" anchor="ctr"/>
            <a:lstStyle/>
            <a:p>
              <a:pPr algn="ctr">
                <a:lnSpc>
                  <a:spcPts val="2239"/>
                </a:lnSpc>
              </a:pPr>
              <a:endParaRPr/>
            </a:p>
          </p:txBody>
        </p:sp>
      </p:grpSp>
      <p:graphicFrame>
        <p:nvGraphicFramePr>
          <p:cNvPr id="5" name="Diagram 4"/>
          <p:cNvGraphicFramePr/>
          <p:nvPr>
            <p:extLst>
              <p:ext uri="{D42A27DB-BD31-4B8C-83A1-F6EECF244321}">
                <p14:modId xmlns:p14="http://schemas.microsoft.com/office/powerpoint/2010/main" val="4147350752"/>
              </p:ext>
            </p:extLst>
          </p:nvPr>
        </p:nvGraphicFramePr>
        <p:xfrm>
          <a:off x="1239597" y="2393635"/>
          <a:ext cx="15448203" cy="624153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46536275"/>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
                                            <p:graphicEl>
                                              <a:dgm id="{ADFF3E87-9D69-4E10-A4AE-DB5E20B1421E}"/>
                                            </p:graphicEl>
                                          </p:spTgt>
                                        </p:tgtEl>
                                        <p:attrNameLst>
                                          <p:attrName>style.visibility</p:attrName>
                                        </p:attrNameLst>
                                      </p:cBhvr>
                                      <p:to>
                                        <p:strVal val="visible"/>
                                      </p:to>
                                    </p:set>
                                    <p:anim calcmode="lin" valueType="num">
                                      <p:cBhvr additive="base">
                                        <p:cTn id="7" dur="500" fill="hold"/>
                                        <p:tgtEl>
                                          <p:spTgt spid="5">
                                            <p:graphicEl>
                                              <a:dgm id="{ADFF3E87-9D69-4E10-A4AE-DB5E20B1421E}"/>
                                            </p:graphic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
                                            <p:graphicEl>
                                              <a:dgm id="{ADFF3E87-9D69-4E10-A4AE-DB5E20B1421E}"/>
                                            </p:graphic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5">
                                            <p:graphicEl>
                                              <a:dgm id="{91767E98-B47E-45C0-AE9A-F072019E2184}"/>
                                            </p:graphicEl>
                                          </p:spTgt>
                                        </p:tgtEl>
                                        <p:attrNameLst>
                                          <p:attrName>style.visibility</p:attrName>
                                        </p:attrNameLst>
                                      </p:cBhvr>
                                      <p:to>
                                        <p:strVal val="visible"/>
                                      </p:to>
                                    </p:set>
                                    <p:anim calcmode="lin" valueType="num">
                                      <p:cBhvr additive="base">
                                        <p:cTn id="13" dur="500" fill="hold"/>
                                        <p:tgtEl>
                                          <p:spTgt spid="5">
                                            <p:graphicEl>
                                              <a:dgm id="{91767E98-B47E-45C0-AE9A-F072019E2184}"/>
                                            </p:graphic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5">
                                            <p:graphicEl>
                                              <a:dgm id="{91767E98-B47E-45C0-AE9A-F072019E2184}"/>
                                            </p:graphic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5">
                                            <p:graphicEl>
                                              <a:dgm id="{48068FF0-345E-4DE8-899B-0FEDF58704FC}"/>
                                            </p:graphicEl>
                                          </p:spTgt>
                                        </p:tgtEl>
                                        <p:attrNameLst>
                                          <p:attrName>style.visibility</p:attrName>
                                        </p:attrNameLst>
                                      </p:cBhvr>
                                      <p:to>
                                        <p:strVal val="visible"/>
                                      </p:to>
                                    </p:set>
                                    <p:anim calcmode="lin" valueType="num">
                                      <p:cBhvr additive="base">
                                        <p:cTn id="19" dur="500" fill="hold"/>
                                        <p:tgtEl>
                                          <p:spTgt spid="5">
                                            <p:graphicEl>
                                              <a:dgm id="{48068FF0-345E-4DE8-899B-0FEDF58704FC}"/>
                                            </p:graphic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5">
                                            <p:graphicEl>
                                              <a:dgm id="{48068FF0-345E-4DE8-899B-0FEDF58704FC}"/>
                                            </p:graphic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5">
                                            <p:graphicEl>
                                              <a:dgm id="{74F6524E-43DF-4855-AACD-D24931CF8385}"/>
                                            </p:graphicEl>
                                          </p:spTgt>
                                        </p:tgtEl>
                                        <p:attrNameLst>
                                          <p:attrName>style.visibility</p:attrName>
                                        </p:attrNameLst>
                                      </p:cBhvr>
                                      <p:to>
                                        <p:strVal val="visible"/>
                                      </p:to>
                                    </p:set>
                                    <p:anim calcmode="lin" valueType="num">
                                      <p:cBhvr additive="base">
                                        <p:cTn id="25" dur="500" fill="hold"/>
                                        <p:tgtEl>
                                          <p:spTgt spid="5">
                                            <p:graphicEl>
                                              <a:dgm id="{74F6524E-43DF-4855-AACD-D24931CF8385}"/>
                                            </p:graphic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5">
                                            <p:graphicEl>
                                              <a:dgm id="{74F6524E-43DF-4855-AACD-D24931CF8385}"/>
                                            </p:graphic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5">
                                            <p:graphicEl>
                                              <a:dgm id="{691AEBCD-6507-4752-8422-8C7CCAA14269}"/>
                                            </p:graphicEl>
                                          </p:spTgt>
                                        </p:tgtEl>
                                        <p:attrNameLst>
                                          <p:attrName>style.visibility</p:attrName>
                                        </p:attrNameLst>
                                      </p:cBhvr>
                                      <p:to>
                                        <p:strVal val="visible"/>
                                      </p:to>
                                    </p:set>
                                    <p:anim calcmode="lin" valueType="num">
                                      <p:cBhvr additive="base">
                                        <p:cTn id="31" dur="500" fill="hold"/>
                                        <p:tgtEl>
                                          <p:spTgt spid="5">
                                            <p:graphicEl>
                                              <a:dgm id="{691AEBCD-6507-4752-8422-8C7CCAA14269}"/>
                                            </p:graphic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5">
                                            <p:graphicEl>
                                              <a:dgm id="{691AEBCD-6507-4752-8422-8C7CCAA14269}"/>
                                            </p:graphic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5">
                                            <p:graphicEl>
                                              <a:dgm id="{86AA553D-52FD-460D-BB75-3D4584C6CAC8}"/>
                                            </p:graphicEl>
                                          </p:spTgt>
                                        </p:tgtEl>
                                        <p:attrNameLst>
                                          <p:attrName>style.visibility</p:attrName>
                                        </p:attrNameLst>
                                      </p:cBhvr>
                                      <p:to>
                                        <p:strVal val="visible"/>
                                      </p:to>
                                    </p:set>
                                    <p:anim calcmode="lin" valueType="num">
                                      <p:cBhvr additive="base">
                                        <p:cTn id="37" dur="500" fill="hold"/>
                                        <p:tgtEl>
                                          <p:spTgt spid="5">
                                            <p:graphicEl>
                                              <a:dgm id="{86AA553D-52FD-460D-BB75-3D4584C6CAC8}"/>
                                            </p:graphic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5">
                                            <p:graphicEl>
                                              <a:dgm id="{86AA553D-52FD-460D-BB75-3D4584C6CAC8}"/>
                                            </p:graphic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uiExpand="1">
        <p:bldSub>
          <a:bldDgm bld="one"/>
        </p:bldSub>
      </p:bldGraphic>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idx="12"/>
          </p:nvPr>
        </p:nvSpPr>
        <p:spPr/>
        <p:txBody>
          <a:bodyPr/>
          <a:lstStyle/>
          <a:p>
            <a:pPr algn="ctr"/>
            <a:fld id="{00000000-1234-1234-1234-123412341234}" type="slidenum">
              <a:rPr lang="en-US" smtClean="0"/>
              <a:pPr algn="ctr"/>
              <a:t>27</a:t>
            </a:fld>
            <a:endParaRPr lang="en-US"/>
          </a:p>
        </p:txBody>
      </p:sp>
      <p:sp>
        <p:nvSpPr>
          <p:cNvPr id="6" name="Title 1"/>
          <p:cNvSpPr txBox="1">
            <a:spLocks/>
          </p:cNvSpPr>
          <p:nvPr/>
        </p:nvSpPr>
        <p:spPr>
          <a:xfrm>
            <a:off x="1280623" y="948916"/>
            <a:ext cx="6356780" cy="1021773"/>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GB" sz="4800" dirty="0">
                <a:solidFill>
                  <a:schemeClr val="tx2">
                    <a:lumMod val="75000"/>
                  </a:schemeClr>
                </a:solidFill>
                <a:latin typeface="Segoe UI 1" panose="020B0802040204020203" charset="0"/>
                <a:cs typeface="Segoe UI 1" panose="020B0802040204020203" charset="0"/>
              </a:rPr>
              <a:t>Types of Robots</a:t>
            </a:r>
            <a:endParaRPr lang="en-US" sz="4800" dirty="0">
              <a:solidFill>
                <a:schemeClr val="tx2">
                  <a:lumMod val="75000"/>
                </a:schemeClr>
              </a:solidFill>
              <a:latin typeface="Segoe UI 1" panose="020B0802040204020203" charset="0"/>
              <a:cs typeface="Segoe UI 1" panose="020B0802040204020203" charset="0"/>
            </a:endParaRPr>
          </a:p>
        </p:txBody>
      </p:sp>
      <p:grpSp>
        <p:nvGrpSpPr>
          <p:cNvPr id="7" name="Group 3">
            <a:extLst>
              <a:ext uri="{FF2B5EF4-FFF2-40B4-BE49-F238E27FC236}">
                <a16:creationId xmlns:a16="http://schemas.microsoft.com/office/drawing/2014/main" id="{3D418609-2F76-130E-14AE-86DEC5FB4D02}"/>
              </a:ext>
            </a:extLst>
          </p:cNvPr>
          <p:cNvGrpSpPr/>
          <p:nvPr/>
        </p:nvGrpSpPr>
        <p:grpSpPr>
          <a:xfrm>
            <a:off x="816554" y="1179444"/>
            <a:ext cx="424292" cy="424292"/>
            <a:chOff x="0" y="0"/>
            <a:chExt cx="812800" cy="812800"/>
          </a:xfrm>
        </p:grpSpPr>
        <p:sp>
          <p:nvSpPr>
            <p:cNvPr id="8" name="Freeform 4">
              <a:extLst>
                <a:ext uri="{FF2B5EF4-FFF2-40B4-BE49-F238E27FC236}">
                  <a16:creationId xmlns:a16="http://schemas.microsoft.com/office/drawing/2014/main" id="{542FE6D8-3CEA-4B3E-018E-CBC17A8C735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E3A6E"/>
            </a:solidFill>
          </p:spPr>
          <p:txBody>
            <a:bodyPr/>
            <a:lstStyle/>
            <a:p>
              <a:endParaRPr lang="en-US"/>
            </a:p>
          </p:txBody>
        </p:sp>
        <p:sp>
          <p:nvSpPr>
            <p:cNvPr id="9" name="TextBox 5">
              <a:extLst>
                <a:ext uri="{FF2B5EF4-FFF2-40B4-BE49-F238E27FC236}">
                  <a16:creationId xmlns:a16="http://schemas.microsoft.com/office/drawing/2014/main" id="{07CC5BB2-91A0-F498-3F38-46BAD0524608}"/>
                </a:ext>
              </a:extLst>
            </p:cNvPr>
            <p:cNvSpPr txBox="1"/>
            <p:nvPr/>
          </p:nvSpPr>
          <p:spPr>
            <a:xfrm>
              <a:off x="76200" y="28575"/>
              <a:ext cx="660400" cy="708025"/>
            </a:xfrm>
            <a:prstGeom prst="rect">
              <a:avLst/>
            </a:prstGeom>
          </p:spPr>
          <p:txBody>
            <a:bodyPr lIns="50800" tIns="50800" rIns="50800" bIns="50800" rtlCol="0" anchor="ctr"/>
            <a:lstStyle/>
            <a:p>
              <a:pPr algn="ctr">
                <a:lnSpc>
                  <a:spcPts val="2239"/>
                </a:lnSpc>
              </a:pPr>
              <a:endParaRPr/>
            </a:p>
          </p:txBody>
        </p:sp>
      </p:grpSp>
      <p:grpSp>
        <p:nvGrpSpPr>
          <p:cNvPr id="10" name="Group 10">
            <a:extLst>
              <a:ext uri="{FF2B5EF4-FFF2-40B4-BE49-F238E27FC236}">
                <a16:creationId xmlns:a16="http://schemas.microsoft.com/office/drawing/2014/main" id="{8F5BE630-51C4-6935-BCD3-709C4334B38F}"/>
              </a:ext>
            </a:extLst>
          </p:cNvPr>
          <p:cNvGrpSpPr/>
          <p:nvPr/>
        </p:nvGrpSpPr>
        <p:grpSpPr>
          <a:xfrm>
            <a:off x="13730009" y="0"/>
            <a:ext cx="4557991" cy="9563100"/>
            <a:chOff x="0" y="0"/>
            <a:chExt cx="1200458" cy="2709333"/>
          </a:xfrm>
        </p:grpSpPr>
        <p:sp>
          <p:nvSpPr>
            <p:cNvPr id="11" name="Freeform 11">
              <a:extLst>
                <a:ext uri="{FF2B5EF4-FFF2-40B4-BE49-F238E27FC236}">
                  <a16:creationId xmlns:a16="http://schemas.microsoft.com/office/drawing/2014/main" id="{4C926707-EB13-29A6-4AD0-CE9DC5B328E8}"/>
                </a:ext>
              </a:extLst>
            </p:cNvPr>
            <p:cNvSpPr/>
            <p:nvPr/>
          </p:nvSpPr>
          <p:spPr>
            <a:xfrm>
              <a:off x="0" y="0"/>
              <a:ext cx="1200458" cy="2709333"/>
            </a:xfrm>
            <a:custGeom>
              <a:avLst/>
              <a:gdLst/>
              <a:ahLst/>
              <a:cxnLst/>
              <a:rect l="l" t="t" r="r" b="b"/>
              <a:pathLst>
                <a:path w="1200458" h="2709333">
                  <a:moveTo>
                    <a:pt x="0" y="0"/>
                  </a:moveTo>
                  <a:lnTo>
                    <a:pt x="1200458" y="0"/>
                  </a:lnTo>
                  <a:lnTo>
                    <a:pt x="1200458" y="2709333"/>
                  </a:lnTo>
                  <a:lnTo>
                    <a:pt x="0" y="2709333"/>
                  </a:lnTo>
                  <a:close/>
                </a:path>
              </a:pathLst>
            </a:custGeom>
            <a:solidFill>
              <a:srgbClr val="2E3A6E"/>
            </a:solidFill>
          </p:spPr>
          <p:txBody>
            <a:bodyPr/>
            <a:lstStyle/>
            <a:p>
              <a:endParaRPr lang="en-US"/>
            </a:p>
          </p:txBody>
        </p:sp>
        <p:sp>
          <p:nvSpPr>
            <p:cNvPr id="12" name="TextBox 12">
              <a:extLst>
                <a:ext uri="{FF2B5EF4-FFF2-40B4-BE49-F238E27FC236}">
                  <a16:creationId xmlns:a16="http://schemas.microsoft.com/office/drawing/2014/main" id="{8DD0BEBE-8BBA-9A8A-747C-F879986840EB}"/>
                </a:ext>
              </a:extLst>
            </p:cNvPr>
            <p:cNvSpPr txBox="1"/>
            <p:nvPr/>
          </p:nvSpPr>
          <p:spPr>
            <a:xfrm>
              <a:off x="0" y="-47625"/>
              <a:ext cx="1200458" cy="2756958"/>
            </a:xfrm>
            <a:prstGeom prst="rect">
              <a:avLst/>
            </a:prstGeom>
          </p:spPr>
          <p:txBody>
            <a:bodyPr lIns="50800" tIns="50800" rIns="50800" bIns="50800" rtlCol="0" anchor="ctr"/>
            <a:lstStyle/>
            <a:p>
              <a:pPr algn="ctr">
                <a:lnSpc>
                  <a:spcPts val="2239"/>
                </a:lnSpc>
              </a:pPr>
              <a:endParaRPr/>
            </a:p>
          </p:txBody>
        </p:sp>
      </p:grpSp>
      <p:graphicFrame>
        <p:nvGraphicFramePr>
          <p:cNvPr id="5" name="Diagram 4"/>
          <p:cNvGraphicFramePr/>
          <p:nvPr>
            <p:extLst>
              <p:ext uri="{D42A27DB-BD31-4B8C-83A1-F6EECF244321}">
                <p14:modId xmlns:p14="http://schemas.microsoft.com/office/powerpoint/2010/main" val="1049628357"/>
              </p:ext>
            </p:extLst>
          </p:nvPr>
        </p:nvGraphicFramePr>
        <p:xfrm>
          <a:off x="381000" y="2205728"/>
          <a:ext cx="17602200" cy="57578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71821191"/>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5">
                                            <p:graphicEl>
                                              <a:dgm id="{0D3C5BB1-2109-49FB-81C3-05917E62464F}"/>
                                            </p:graphicEl>
                                          </p:spTgt>
                                        </p:tgtEl>
                                        <p:attrNameLst>
                                          <p:attrName>style.visibility</p:attrName>
                                        </p:attrNameLst>
                                      </p:cBhvr>
                                      <p:to>
                                        <p:strVal val="visible"/>
                                      </p:to>
                                    </p:set>
                                    <p:anim calcmode="lin" valueType="num">
                                      <p:cBhvr additive="base">
                                        <p:cTn id="7" dur="500" fill="hold"/>
                                        <p:tgtEl>
                                          <p:spTgt spid="5">
                                            <p:graphicEl>
                                              <a:dgm id="{0D3C5BB1-2109-49FB-81C3-05917E62464F}"/>
                                            </p:graphicEl>
                                          </p:spTgt>
                                        </p:tgtEl>
                                        <p:attrNameLst>
                                          <p:attrName>ppt_x</p:attrName>
                                        </p:attrNameLst>
                                      </p:cBhvr>
                                      <p:tavLst>
                                        <p:tav tm="0">
                                          <p:val>
                                            <p:strVal val="1+#ppt_w/2"/>
                                          </p:val>
                                        </p:tav>
                                        <p:tav tm="100000">
                                          <p:val>
                                            <p:strVal val="#ppt_x"/>
                                          </p:val>
                                        </p:tav>
                                      </p:tavLst>
                                    </p:anim>
                                    <p:anim calcmode="lin" valueType="num">
                                      <p:cBhvr additive="base">
                                        <p:cTn id="8" dur="500" fill="hold"/>
                                        <p:tgtEl>
                                          <p:spTgt spid="5">
                                            <p:graphicEl>
                                              <a:dgm id="{0D3C5BB1-2109-49FB-81C3-05917E62464F}"/>
                                            </p:graphic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5">
                                            <p:graphicEl>
                                              <a:dgm id="{073CCFA4-DE09-4B93-A8F4-11AFD6B740C8}"/>
                                            </p:graphicEl>
                                          </p:spTgt>
                                        </p:tgtEl>
                                        <p:attrNameLst>
                                          <p:attrName>style.visibility</p:attrName>
                                        </p:attrNameLst>
                                      </p:cBhvr>
                                      <p:to>
                                        <p:strVal val="visible"/>
                                      </p:to>
                                    </p:set>
                                    <p:anim calcmode="lin" valueType="num">
                                      <p:cBhvr additive="base">
                                        <p:cTn id="13" dur="500" fill="hold"/>
                                        <p:tgtEl>
                                          <p:spTgt spid="5">
                                            <p:graphicEl>
                                              <a:dgm id="{073CCFA4-DE09-4B93-A8F4-11AFD6B740C8}"/>
                                            </p:graphic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5">
                                            <p:graphicEl>
                                              <a:dgm id="{073CCFA4-DE09-4B93-A8F4-11AFD6B740C8}"/>
                                            </p:graphic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5">
                                            <p:graphicEl>
                                              <a:dgm id="{AC00F8A4-CC18-43E7-82C6-A2AB76EDC2E9}"/>
                                            </p:graphicEl>
                                          </p:spTgt>
                                        </p:tgtEl>
                                        <p:attrNameLst>
                                          <p:attrName>style.visibility</p:attrName>
                                        </p:attrNameLst>
                                      </p:cBhvr>
                                      <p:to>
                                        <p:strVal val="visible"/>
                                      </p:to>
                                    </p:set>
                                    <p:anim calcmode="lin" valueType="num">
                                      <p:cBhvr additive="base">
                                        <p:cTn id="19" dur="500" fill="hold"/>
                                        <p:tgtEl>
                                          <p:spTgt spid="5">
                                            <p:graphicEl>
                                              <a:dgm id="{AC00F8A4-CC18-43E7-82C6-A2AB76EDC2E9}"/>
                                            </p:graphic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5">
                                            <p:graphicEl>
                                              <a:dgm id="{AC00F8A4-CC18-43E7-82C6-A2AB76EDC2E9}"/>
                                            </p:graphic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5">
                                            <p:graphicEl>
                                              <a:dgm id="{01A63A65-A3B8-4856-BBDC-110EAD43240D}"/>
                                            </p:graphicEl>
                                          </p:spTgt>
                                        </p:tgtEl>
                                        <p:attrNameLst>
                                          <p:attrName>style.visibility</p:attrName>
                                        </p:attrNameLst>
                                      </p:cBhvr>
                                      <p:to>
                                        <p:strVal val="visible"/>
                                      </p:to>
                                    </p:set>
                                    <p:anim calcmode="lin" valueType="num">
                                      <p:cBhvr additive="base">
                                        <p:cTn id="25" dur="500" fill="hold"/>
                                        <p:tgtEl>
                                          <p:spTgt spid="5">
                                            <p:graphicEl>
                                              <a:dgm id="{01A63A65-A3B8-4856-BBDC-110EAD43240D}"/>
                                            </p:graphic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5">
                                            <p:graphicEl>
                                              <a:dgm id="{01A63A65-A3B8-4856-BBDC-110EAD43240D}"/>
                                            </p:graphic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uiExpand="1">
        <p:bldSub>
          <a:bldDgm bld="one"/>
        </p:bldSub>
      </p:bldGraphic>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idx="12"/>
          </p:nvPr>
        </p:nvSpPr>
        <p:spPr/>
        <p:txBody>
          <a:bodyPr/>
          <a:lstStyle/>
          <a:p>
            <a:pPr algn="ctr"/>
            <a:fld id="{00000000-1234-1234-1234-123412341234}" type="slidenum">
              <a:rPr lang="en-US" smtClean="0"/>
              <a:pPr algn="ctr"/>
              <a:t>28</a:t>
            </a:fld>
            <a:endParaRPr lang="en-US"/>
          </a:p>
        </p:txBody>
      </p:sp>
      <p:sp>
        <p:nvSpPr>
          <p:cNvPr id="6" name="Title 1"/>
          <p:cNvSpPr txBox="1">
            <a:spLocks/>
          </p:cNvSpPr>
          <p:nvPr/>
        </p:nvSpPr>
        <p:spPr>
          <a:xfrm>
            <a:off x="1280623" y="948916"/>
            <a:ext cx="6356780" cy="1021773"/>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GB" sz="4800" dirty="0">
                <a:solidFill>
                  <a:schemeClr val="tx2">
                    <a:lumMod val="75000"/>
                  </a:schemeClr>
                </a:solidFill>
                <a:latin typeface="Segoe UI 1" panose="020B0802040204020203" charset="0"/>
                <a:cs typeface="Segoe UI 1" panose="020B0802040204020203" charset="0"/>
              </a:rPr>
              <a:t>Types of Robots</a:t>
            </a:r>
            <a:endParaRPr lang="en-US" sz="4800" dirty="0">
              <a:solidFill>
                <a:schemeClr val="tx2">
                  <a:lumMod val="75000"/>
                </a:schemeClr>
              </a:solidFill>
              <a:latin typeface="Segoe UI 1" panose="020B0802040204020203" charset="0"/>
              <a:cs typeface="Segoe UI 1" panose="020B0802040204020203" charset="0"/>
            </a:endParaRPr>
          </a:p>
        </p:txBody>
      </p:sp>
      <p:grpSp>
        <p:nvGrpSpPr>
          <p:cNvPr id="7" name="Group 3">
            <a:extLst>
              <a:ext uri="{FF2B5EF4-FFF2-40B4-BE49-F238E27FC236}">
                <a16:creationId xmlns:a16="http://schemas.microsoft.com/office/drawing/2014/main" id="{3D418609-2F76-130E-14AE-86DEC5FB4D02}"/>
              </a:ext>
            </a:extLst>
          </p:cNvPr>
          <p:cNvGrpSpPr/>
          <p:nvPr/>
        </p:nvGrpSpPr>
        <p:grpSpPr>
          <a:xfrm>
            <a:off x="816554" y="1179444"/>
            <a:ext cx="424292" cy="424292"/>
            <a:chOff x="0" y="0"/>
            <a:chExt cx="812800" cy="812800"/>
          </a:xfrm>
        </p:grpSpPr>
        <p:sp>
          <p:nvSpPr>
            <p:cNvPr id="8" name="Freeform 4">
              <a:extLst>
                <a:ext uri="{FF2B5EF4-FFF2-40B4-BE49-F238E27FC236}">
                  <a16:creationId xmlns:a16="http://schemas.microsoft.com/office/drawing/2014/main" id="{542FE6D8-3CEA-4B3E-018E-CBC17A8C735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E3A6E"/>
            </a:solidFill>
          </p:spPr>
          <p:txBody>
            <a:bodyPr/>
            <a:lstStyle/>
            <a:p>
              <a:endParaRPr lang="en-US"/>
            </a:p>
          </p:txBody>
        </p:sp>
        <p:sp>
          <p:nvSpPr>
            <p:cNvPr id="9" name="TextBox 5">
              <a:extLst>
                <a:ext uri="{FF2B5EF4-FFF2-40B4-BE49-F238E27FC236}">
                  <a16:creationId xmlns:a16="http://schemas.microsoft.com/office/drawing/2014/main" id="{07CC5BB2-91A0-F498-3F38-46BAD0524608}"/>
                </a:ext>
              </a:extLst>
            </p:cNvPr>
            <p:cNvSpPr txBox="1"/>
            <p:nvPr/>
          </p:nvSpPr>
          <p:spPr>
            <a:xfrm>
              <a:off x="76200" y="28575"/>
              <a:ext cx="660400" cy="708025"/>
            </a:xfrm>
            <a:prstGeom prst="rect">
              <a:avLst/>
            </a:prstGeom>
          </p:spPr>
          <p:txBody>
            <a:bodyPr lIns="50800" tIns="50800" rIns="50800" bIns="50800" rtlCol="0" anchor="ctr"/>
            <a:lstStyle/>
            <a:p>
              <a:pPr algn="ctr">
                <a:lnSpc>
                  <a:spcPts val="2239"/>
                </a:lnSpc>
              </a:pPr>
              <a:endParaRPr/>
            </a:p>
          </p:txBody>
        </p:sp>
      </p:grpSp>
      <p:grpSp>
        <p:nvGrpSpPr>
          <p:cNvPr id="10" name="Group 10">
            <a:extLst>
              <a:ext uri="{FF2B5EF4-FFF2-40B4-BE49-F238E27FC236}">
                <a16:creationId xmlns:a16="http://schemas.microsoft.com/office/drawing/2014/main" id="{8F5BE630-51C4-6935-BCD3-709C4334B38F}"/>
              </a:ext>
            </a:extLst>
          </p:cNvPr>
          <p:cNvGrpSpPr/>
          <p:nvPr/>
        </p:nvGrpSpPr>
        <p:grpSpPr>
          <a:xfrm>
            <a:off x="13730009" y="0"/>
            <a:ext cx="4557991" cy="9563100"/>
            <a:chOff x="0" y="0"/>
            <a:chExt cx="1200458" cy="2709333"/>
          </a:xfrm>
        </p:grpSpPr>
        <p:sp>
          <p:nvSpPr>
            <p:cNvPr id="11" name="Freeform 11">
              <a:extLst>
                <a:ext uri="{FF2B5EF4-FFF2-40B4-BE49-F238E27FC236}">
                  <a16:creationId xmlns:a16="http://schemas.microsoft.com/office/drawing/2014/main" id="{4C926707-EB13-29A6-4AD0-CE9DC5B328E8}"/>
                </a:ext>
              </a:extLst>
            </p:cNvPr>
            <p:cNvSpPr/>
            <p:nvPr/>
          </p:nvSpPr>
          <p:spPr>
            <a:xfrm>
              <a:off x="0" y="0"/>
              <a:ext cx="1200458" cy="2709333"/>
            </a:xfrm>
            <a:custGeom>
              <a:avLst/>
              <a:gdLst/>
              <a:ahLst/>
              <a:cxnLst/>
              <a:rect l="l" t="t" r="r" b="b"/>
              <a:pathLst>
                <a:path w="1200458" h="2709333">
                  <a:moveTo>
                    <a:pt x="0" y="0"/>
                  </a:moveTo>
                  <a:lnTo>
                    <a:pt x="1200458" y="0"/>
                  </a:lnTo>
                  <a:lnTo>
                    <a:pt x="1200458" y="2709333"/>
                  </a:lnTo>
                  <a:lnTo>
                    <a:pt x="0" y="2709333"/>
                  </a:lnTo>
                  <a:close/>
                </a:path>
              </a:pathLst>
            </a:custGeom>
            <a:solidFill>
              <a:srgbClr val="2E3A6E"/>
            </a:solidFill>
          </p:spPr>
          <p:txBody>
            <a:bodyPr/>
            <a:lstStyle/>
            <a:p>
              <a:endParaRPr lang="en-US"/>
            </a:p>
          </p:txBody>
        </p:sp>
        <p:sp>
          <p:nvSpPr>
            <p:cNvPr id="12" name="TextBox 12">
              <a:extLst>
                <a:ext uri="{FF2B5EF4-FFF2-40B4-BE49-F238E27FC236}">
                  <a16:creationId xmlns:a16="http://schemas.microsoft.com/office/drawing/2014/main" id="{8DD0BEBE-8BBA-9A8A-747C-F879986840EB}"/>
                </a:ext>
              </a:extLst>
            </p:cNvPr>
            <p:cNvSpPr txBox="1"/>
            <p:nvPr/>
          </p:nvSpPr>
          <p:spPr>
            <a:xfrm>
              <a:off x="0" y="-47625"/>
              <a:ext cx="1200458" cy="2756958"/>
            </a:xfrm>
            <a:prstGeom prst="rect">
              <a:avLst/>
            </a:prstGeom>
          </p:spPr>
          <p:txBody>
            <a:bodyPr lIns="50800" tIns="50800" rIns="50800" bIns="50800" rtlCol="0" anchor="ctr"/>
            <a:lstStyle/>
            <a:p>
              <a:pPr algn="ctr">
                <a:lnSpc>
                  <a:spcPts val="2239"/>
                </a:lnSpc>
              </a:pPr>
              <a:endParaRPr/>
            </a:p>
          </p:txBody>
        </p:sp>
      </p:grpSp>
      <p:graphicFrame>
        <p:nvGraphicFramePr>
          <p:cNvPr id="5" name="Diagram 4"/>
          <p:cNvGraphicFramePr/>
          <p:nvPr>
            <p:extLst>
              <p:ext uri="{D42A27DB-BD31-4B8C-83A1-F6EECF244321}">
                <p14:modId xmlns:p14="http://schemas.microsoft.com/office/powerpoint/2010/main" val="2687588186"/>
              </p:ext>
            </p:extLst>
          </p:nvPr>
        </p:nvGraphicFramePr>
        <p:xfrm>
          <a:off x="0" y="2242690"/>
          <a:ext cx="17983200" cy="66722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47569148"/>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5">
                                            <p:graphicEl>
                                              <a:dgm id="{B6075981-84DB-40F8-A94D-9C34013675D3}"/>
                                            </p:graphicEl>
                                          </p:spTgt>
                                        </p:tgtEl>
                                        <p:attrNameLst>
                                          <p:attrName>style.visibility</p:attrName>
                                        </p:attrNameLst>
                                      </p:cBhvr>
                                      <p:to>
                                        <p:strVal val="visible"/>
                                      </p:to>
                                    </p:set>
                                    <p:anim calcmode="lin" valueType="num">
                                      <p:cBhvr additive="base">
                                        <p:cTn id="7" dur="500" fill="hold"/>
                                        <p:tgtEl>
                                          <p:spTgt spid="5">
                                            <p:graphicEl>
                                              <a:dgm id="{B6075981-84DB-40F8-A94D-9C34013675D3}"/>
                                            </p:graphicEl>
                                          </p:spTgt>
                                        </p:tgtEl>
                                        <p:attrNameLst>
                                          <p:attrName>ppt_x</p:attrName>
                                        </p:attrNameLst>
                                      </p:cBhvr>
                                      <p:tavLst>
                                        <p:tav tm="0">
                                          <p:val>
                                            <p:strVal val="1+#ppt_w/2"/>
                                          </p:val>
                                        </p:tav>
                                        <p:tav tm="100000">
                                          <p:val>
                                            <p:strVal val="#ppt_x"/>
                                          </p:val>
                                        </p:tav>
                                      </p:tavLst>
                                    </p:anim>
                                    <p:anim calcmode="lin" valueType="num">
                                      <p:cBhvr additive="base">
                                        <p:cTn id="8" dur="500" fill="hold"/>
                                        <p:tgtEl>
                                          <p:spTgt spid="5">
                                            <p:graphicEl>
                                              <a:dgm id="{B6075981-84DB-40F8-A94D-9C34013675D3}"/>
                                            </p:graphic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5">
                                            <p:graphicEl>
                                              <a:dgm id="{5093E8FC-F80A-41E4-854C-51F19715938B}"/>
                                            </p:graphicEl>
                                          </p:spTgt>
                                        </p:tgtEl>
                                        <p:attrNameLst>
                                          <p:attrName>style.visibility</p:attrName>
                                        </p:attrNameLst>
                                      </p:cBhvr>
                                      <p:to>
                                        <p:strVal val="visible"/>
                                      </p:to>
                                    </p:set>
                                    <p:anim calcmode="lin" valueType="num">
                                      <p:cBhvr additive="base">
                                        <p:cTn id="13" dur="500" fill="hold"/>
                                        <p:tgtEl>
                                          <p:spTgt spid="5">
                                            <p:graphicEl>
                                              <a:dgm id="{5093E8FC-F80A-41E4-854C-51F19715938B}"/>
                                            </p:graphic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5">
                                            <p:graphicEl>
                                              <a:dgm id="{5093E8FC-F80A-41E4-854C-51F19715938B}"/>
                                            </p:graphic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5">
                                            <p:graphicEl>
                                              <a:dgm id="{E49AEEC4-A21C-4656-838E-9943FB8DD657}"/>
                                            </p:graphicEl>
                                          </p:spTgt>
                                        </p:tgtEl>
                                        <p:attrNameLst>
                                          <p:attrName>style.visibility</p:attrName>
                                        </p:attrNameLst>
                                      </p:cBhvr>
                                      <p:to>
                                        <p:strVal val="visible"/>
                                      </p:to>
                                    </p:set>
                                    <p:anim calcmode="lin" valueType="num">
                                      <p:cBhvr additive="base">
                                        <p:cTn id="19" dur="500" fill="hold"/>
                                        <p:tgtEl>
                                          <p:spTgt spid="5">
                                            <p:graphicEl>
                                              <a:dgm id="{E49AEEC4-A21C-4656-838E-9943FB8DD657}"/>
                                            </p:graphic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5">
                                            <p:graphicEl>
                                              <a:dgm id="{E49AEEC4-A21C-4656-838E-9943FB8DD657}"/>
                                            </p:graphic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5">
                                            <p:graphicEl>
                                              <a:dgm id="{52ACB906-C428-404B-B966-D1E960EBB468}"/>
                                            </p:graphicEl>
                                          </p:spTgt>
                                        </p:tgtEl>
                                        <p:attrNameLst>
                                          <p:attrName>style.visibility</p:attrName>
                                        </p:attrNameLst>
                                      </p:cBhvr>
                                      <p:to>
                                        <p:strVal val="visible"/>
                                      </p:to>
                                    </p:set>
                                    <p:anim calcmode="lin" valueType="num">
                                      <p:cBhvr additive="base">
                                        <p:cTn id="25" dur="500" fill="hold"/>
                                        <p:tgtEl>
                                          <p:spTgt spid="5">
                                            <p:graphicEl>
                                              <a:dgm id="{52ACB906-C428-404B-B966-D1E960EBB468}"/>
                                            </p:graphic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5">
                                            <p:graphicEl>
                                              <a:dgm id="{52ACB906-C428-404B-B966-D1E960EBB468}"/>
                                            </p:graphic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5">
                                            <p:graphicEl>
                                              <a:dgm id="{7BC88DC3-C5FC-43BB-95F6-85F5D4085824}"/>
                                            </p:graphicEl>
                                          </p:spTgt>
                                        </p:tgtEl>
                                        <p:attrNameLst>
                                          <p:attrName>style.visibility</p:attrName>
                                        </p:attrNameLst>
                                      </p:cBhvr>
                                      <p:to>
                                        <p:strVal val="visible"/>
                                      </p:to>
                                    </p:set>
                                    <p:anim calcmode="lin" valueType="num">
                                      <p:cBhvr additive="base">
                                        <p:cTn id="31" dur="500" fill="hold"/>
                                        <p:tgtEl>
                                          <p:spTgt spid="5">
                                            <p:graphicEl>
                                              <a:dgm id="{7BC88DC3-C5FC-43BB-95F6-85F5D4085824}"/>
                                            </p:graphic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5">
                                            <p:graphicEl>
                                              <a:dgm id="{7BC88DC3-C5FC-43BB-95F6-85F5D4085824}"/>
                                            </p:graphic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5">
                                            <p:graphicEl>
                                              <a:dgm id="{6DA73CB8-DD0E-4E87-A58D-B71372ADEA1B}"/>
                                            </p:graphicEl>
                                          </p:spTgt>
                                        </p:tgtEl>
                                        <p:attrNameLst>
                                          <p:attrName>style.visibility</p:attrName>
                                        </p:attrNameLst>
                                      </p:cBhvr>
                                      <p:to>
                                        <p:strVal val="visible"/>
                                      </p:to>
                                    </p:set>
                                    <p:anim calcmode="lin" valueType="num">
                                      <p:cBhvr additive="base">
                                        <p:cTn id="37" dur="500" fill="hold"/>
                                        <p:tgtEl>
                                          <p:spTgt spid="5">
                                            <p:graphicEl>
                                              <a:dgm id="{6DA73CB8-DD0E-4E87-A58D-B71372ADEA1B}"/>
                                            </p:graphic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5">
                                            <p:graphicEl>
                                              <a:dgm id="{6DA73CB8-DD0E-4E87-A58D-B71372ADEA1B}"/>
                                            </p:graphic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uiExpand="1">
        <p:bldSub>
          <a:bldDgm bld="one"/>
        </p:bldSub>
      </p:bldGraphic>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idx="12"/>
          </p:nvPr>
        </p:nvSpPr>
        <p:spPr/>
        <p:txBody>
          <a:bodyPr/>
          <a:lstStyle/>
          <a:p>
            <a:pPr algn="ctr"/>
            <a:fld id="{00000000-1234-1234-1234-123412341234}" type="slidenum">
              <a:rPr lang="en-US" smtClean="0"/>
              <a:pPr algn="ctr"/>
              <a:t>29</a:t>
            </a:fld>
            <a:endParaRPr lang="en-US"/>
          </a:p>
        </p:txBody>
      </p:sp>
      <p:sp>
        <p:nvSpPr>
          <p:cNvPr id="6" name="Title 1"/>
          <p:cNvSpPr txBox="1">
            <a:spLocks/>
          </p:cNvSpPr>
          <p:nvPr/>
        </p:nvSpPr>
        <p:spPr>
          <a:xfrm>
            <a:off x="1280623" y="948916"/>
            <a:ext cx="6356780" cy="1021773"/>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GB" sz="4800" dirty="0">
                <a:solidFill>
                  <a:schemeClr val="tx2">
                    <a:lumMod val="75000"/>
                  </a:schemeClr>
                </a:solidFill>
                <a:latin typeface="Segoe UI 1" panose="020B0802040204020203" charset="0"/>
                <a:cs typeface="Segoe UI 1" panose="020B0802040204020203" charset="0"/>
              </a:rPr>
              <a:t>Uses of Robots</a:t>
            </a:r>
            <a:endParaRPr lang="en-US" sz="4800" dirty="0">
              <a:solidFill>
                <a:schemeClr val="tx2">
                  <a:lumMod val="75000"/>
                </a:schemeClr>
              </a:solidFill>
              <a:latin typeface="Segoe UI 1" panose="020B0802040204020203" charset="0"/>
              <a:cs typeface="Segoe UI 1" panose="020B0802040204020203" charset="0"/>
            </a:endParaRPr>
          </a:p>
        </p:txBody>
      </p:sp>
      <p:grpSp>
        <p:nvGrpSpPr>
          <p:cNvPr id="7" name="Group 3">
            <a:extLst>
              <a:ext uri="{FF2B5EF4-FFF2-40B4-BE49-F238E27FC236}">
                <a16:creationId xmlns:a16="http://schemas.microsoft.com/office/drawing/2014/main" id="{3D418609-2F76-130E-14AE-86DEC5FB4D02}"/>
              </a:ext>
            </a:extLst>
          </p:cNvPr>
          <p:cNvGrpSpPr/>
          <p:nvPr/>
        </p:nvGrpSpPr>
        <p:grpSpPr>
          <a:xfrm>
            <a:off x="816554" y="1179444"/>
            <a:ext cx="424292" cy="424292"/>
            <a:chOff x="0" y="0"/>
            <a:chExt cx="812800" cy="812800"/>
          </a:xfrm>
        </p:grpSpPr>
        <p:sp>
          <p:nvSpPr>
            <p:cNvPr id="8" name="Freeform 4">
              <a:extLst>
                <a:ext uri="{FF2B5EF4-FFF2-40B4-BE49-F238E27FC236}">
                  <a16:creationId xmlns:a16="http://schemas.microsoft.com/office/drawing/2014/main" id="{542FE6D8-3CEA-4B3E-018E-CBC17A8C735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E3A6E"/>
            </a:solidFill>
          </p:spPr>
          <p:txBody>
            <a:bodyPr/>
            <a:lstStyle/>
            <a:p>
              <a:endParaRPr lang="en-US"/>
            </a:p>
          </p:txBody>
        </p:sp>
        <p:sp>
          <p:nvSpPr>
            <p:cNvPr id="9" name="TextBox 5">
              <a:extLst>
                <a:ext uri="{FF2B5EF4-FFF2-40B4-BE49-F238E27FC236}">
                  <a16:creationId xmlns:a16="http://schemas.microsoft.com/office/drawing/2014/main" id="{07CC5BB2-91A0-F498-3F38-46BAD0524608}"/>
                </a:ext>
              </a:extLst>
            </p:cNvPr>
            <p:cNvSpPr txBox="1"/>
            <p:nvPr/>
          </p:nvSpPr>
          <p:spPr>
            <a:xfrm>
              <a:off x="76200" y="28575"/>
              <a:ext cx="660400" cy="708025"/>
            </a:xfrm>
            <a:prstGeom prst="rect">
              <a:avLst/>
            </a:prstGeom>
          </p:spPr>
          <p:txBody>
            <a:bodyPr lIns="50800" tIns="50800" rIns="50800" bIns="50800" rtlCol="0" anchor="ctr"/>
            <a:lstStyle/>
            <a:p>
              <a:pPr algn="ctr">
                <a:lnSpc>
                  <a:spcPts val="2239"/>
                </a:lnSpc>
              </a:pPr>
              <a:endParaRPr/>
            </a:p>
          </p:txBody>
        </p:sp>
      </p:grpSp>
      <p:grpSp>
        <p:nvGrpSpPr>
          <p:cNvPr id="10" name="Group 10">
            <a:extLst>
              <a:ext uri="{FF2B5EF4-FFF2-40B4-BE49-F238E27FC236}">
                <a16:creationId xmlns:a16="http://schemas.microsoft.com/office/drawing/2014/main" id="{8F5BE630-51C4-6935-BCD3-709C4334B38F}"/>
              </a:ext>
            </a:extLst>
          </p:cNvPr>
          <p:cNvGrpSpPr/>
          <p:nvPr/>
        </p:nvGrpSpPr>
        <p:grpSpPr>
          <a:xfrm>
            <a:off x="13730009" y="0"/>
            <a:ext cx="4557991" cy="9563100"/>
            <a:chOff x="0" y="0"/>
            <a:chExt cx="1200458" cy="2709333"/>
          </a:xfrm>
        </p:grpSpPr>
        <p:sp>
          <p:nvSpPr>
            <p:cNvPr id="11" name="Freeform 11">
              <a:extLst>
                <a:ext uri="{FF2B5EF4-FFF2-40B4-BE49-F238E27FC236}">
                  <a16:creationId xmlns:a16="http://schemas.microsoft.com/office/drawing/2014/main" id="{4C926707-EB13-29A6-4AD0-CE9DC5B328E8}"/>
                </a:ext>
              </a:extLst>
            </p:cNvPr>
            <p:cNvSpPr/>
            <p:nvPr/>
          </p:nvSpPr>
          <p:spPr>
            <a:xfrm>
              <a:off x="0" y="0"/>
              <a:ext cx="1200458" cy="2709333"/>
            </a:xfrm>
            <a:custGeom>
              <a:avLst/>
              <a:gdLst/>
              <a:ahLst/>
              <a:cxnLst/>
              <a:rect l="l" t="t" r="r" b="b"/>
              <a:pathLst>
                <a:path w="1200458" h="2709333">
                  <a:moveTo>
                    <a:pt x="0" y="0"/>
                  </a:moveTo>
                  <a:lnTo>
                    <a:pt x="1200458" y="0"/>
                  </a:lnTo>
                  <a:lnTo>
                    <a:pt x="1200458" y="2709333"/>
                  </a:lnTo>
                  <a:lnTo>
                    <a:pt x="0" y="2709333"/>
                  </a:lnTo>
                  <a:close/>
                </a:path>
              </a:pathLst>
            </a:custGeom>
            <a:solidFill>
              <a:srgbClr val="2E3A6E"/>
            </a:solidFill>
          </p:spPr>
          <p:txBody>
            <a:bodyPr/>
            <a:lstStyle/>
            <a:p>
              <a:endParaRPr lang="en-US"/>
            </a:p>
          </p:txBody>
        </p:sp>
        <p:sp>
          <p:nvSpPr>
            <p:cNvPr id="12" name="TextBox 12">
              <a:extLst>
                <a:ext uri="{FF2B5EF4-FFF2-40B4-BE49-F238E27FC236}">
                  <a16:creationId xmlns:a16="http://schemas.microsoft.com/office/drawing/2014/main" id="{8DD0BEBE-8BBA-9A8A-747C-F879986840EB}"/>
                </a:ext>
              </a:extLst>
            </p:cNvPr>
            <p:cNvSpPr txBox="1"/>
            <p:nvPr/>
          </p:nvSpPr>
          <p:spPr>
            <a:xfrm>
              <a:off x="0" y="-47625"/>
              <a:ext cx="1200458" cy="2756958"/>
            </a:xfrm>
            <a:prstGeom prst="rect">
              <a:avLst/>
            </a:prstGeom>
          </p:spPr>
          <p:txBody>
            <a:bodyPr lIns="50800" tIns="50800" rIns="50800" bIns="50800" rtlCol="0" anchor="ctr"/>
            <a:lstStyle/>
            <a:p>
              <a:pPr algn="ctr">
                <a:lnSpc>
                  <a:spcPts val="2239"/>
                </a:lnSpc>
              </a:pPr>
              <a:endParaRPr/>
            </a:p>
          </p:txBody>
        </p:sp>
      </p:grpSp>
      <p:graphicFrame>
        <p:nvGraphicFramePr>
          <p:cNvPr id="5" name="Diagram 4"/>
          <p:cNvGraphicFramePr/>
          <p:nvPr>
            <p:extLst>
              <p:ext uri="{D42A27DB-BD31-4B8C-83A1-F6EECF244321}">
                <p14:modId xmlns:p14="http://schemas.microsoft.com/office/powerpoint/2010/main" val="523360631"/>
              </p:ext>
            </p:extLst>
          </p:nvPr>
        </p:nvGraphicFramePr>
        <p:xfrm>
          <a:off x="1167340" y="2051777"/>
          <a:ext cx="15113313" cy="75262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8739753"/>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graphicEl>
                                              <a:dgm id="{672FEC50-1F64-447D-8FA5-2691F9A87954}"/>
                                            </p:graphicEl>
                                          </p:spTgt>
                                        </p:tgtEl>
                                        <p:attrNameLst>
                                          <p:attrName>style.visibility</p:attrName>
                                        </p:attrNameLst>
                                      </p:cBhvr>
                                      <p:to>
                                        <p:strVal val="visible"/>
                                      </p:to>
                                    </p:set>
                                    <p:anim calcmode="lin" valueType="num">
                                      <p:cBhvr additive="base">
                                        <p:cTn id="7" dur="500" fill="hold"/>
                                        <p:tgtEl>
                                          <p:spTgt spid="5">
                                            <p:graphicEl>
                                              <a:dgm id="{672FEC50-1F64-447D-8FA5-2691F9A87954}"/>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graphicEl>
                                              <a:dgm id="{672FEC50-1F64-447D-8FA5-2691F9A87954}"/>
                                            </p:graphic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5">
                                            <p:graphicEl>
                                              <a:dgm id="{F2941090-B8EC-4EC2-B71D-B203B39CEB81}"/>
                                            </p:graphicEl>
                                          </p:spTgt>
                                        </p:tgtEl>
                                        <p:attrNameLst>
                                          <p:attrName>style.visibility</p:attrName>
                                        </p:attrNameLst>
                                      </p:cBhvr>
                                      <p:to>
                                        <p:strVal val="visible"/>
                                      </p:to>
                                    </p:set>
                                    <p:anim calcmode="lin" valueType="num">
                                      <p:cBhvr additive="base">
                                        <p:cTn id="11" dur="500" fill="hold"/>
                                        <p:tgtEl>
                                          <p:spTgt spid="5">
                                            <p:graphicEl>
                                              <a:dgm id="{F2941090-B8EC-4EC2-B71D-B203B39CEB81}"/>
                                            </p:graphicEl>
                                          </p:spTgt>
                                        </p:tgtEl>
                                        <p:attrNameLst>
                                          <p:attrName>ppt_x</p:attrName>
                                        </p:attrNameLst>
                                      </p:cBhvr>
                                      <p:tavLst>
                                        <p:tav tm="0">
                                          <p:val>
                                            <p:strVal val="#ppt_x"/>
                                          </p:val>
                                        </p:tav>
                                        <p:tav tm="100000">
                                          <p:val>
                                            <p:strVal val="#ppt_x"/>
                                          </p:val>
                                        </p:tav>
                                      </p:tavLst>
                                    </p:anim>
                                    <p:anim calcmode="lin" valueType="num">
                                      <p:cBhvr additive="base">
                                        <p:cTn id="12" dur="500" fill="hold"/>
                                        <p:tgtEl>
                                          <p:spTgt spid="5">
                                            <p:graphicEl>
                                              <a:dgm id="{F2941090-B8EC-4EC2-B71D-B203B39CEB81}"/>
                                            </p:graphic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5">
                                            <p:graphicEl>
                                              <a:dgm id="{A10359BC-EEE5-44FA-AE52-6891ECCE3DE8}"/>
                                            </p:graphicEl>
                                          </p:spTgt>
                                        </p:tgtEl>
                                        <p:attrNameLst>
                                          <p:attrName>style.visibility</p:attrName>
                                        </p:attrNameLst>
                                      </p:cBhvr>
                                      <p:to>
                                        <p:strVal val="visible"/>
                                      </p:to>
                                    </p:set>
                                    <p:anim calcmode="lin" valueType="num">
                                      <p:cBhvr additive="base">
                                        <p:cTn id="15" dur="500" fill="hold"/>
                                        <p:tgtEl>
                                          <p:spTgt spid="5">
                                            <p:graphicEl>
                                              <a:dgm id="{A10359BC-EEE5-44FA-AE52-6891ECCE3DE8}"/>
                                            </p:graphicEl>
                                          </p:spTgt>
                                        </p:tgtEl>
                                        <p:attrNameLst>
                                          <p:attrName>ppt_x</p:attrName>
                                        </p:attrNameLst>
                                      </p:cBhvr>
                                      <p:tavLst>
                                        <p:tav tm="0">
                                          <p:val>
                                            <p:strVal val="#ppt_x"/>
                                          </p:val>
                                        </p:tav>
                                        <p:tav tm="100000">
                                          <p:val>
                                            <p:strVal val="#ppt_x"/>
                                          </p:val>
                                        </p:tav>
                                      </p:tavLst>
                                    </p:anim>
                                    <p:anim calcmode="lin" valueType="num">
                                      <p:cBhvr additive="base">
                                        <p:cTn id="16" dur="500" fill="hold"/>
                                        <p:tgtEl>
                                          <p:spTgt spid="5">
                                            <p:graphicEl>
                                              <a:dgm id="{A10359BC-EEE5-44FA-AE52-6891ECCE3DE8}"/>
                                            </p:graphic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5">
                                            <p:graphicEl>
                                              <a:dgm id="{8EC8EF8D-943E-4756-A087-01ED62AF1F84}"/>
                                            </p:graphicEl>
                                          </p:spTgt>
                                        </p:tgtEl>
                                        <p:attrNameLst>
                                          <p:attrName>style.visibility</p:attrName>
                                        </p:attrNameLst>
                                      </p:cBhvr>
                                      <p:to>
                                        <p:strVal val="visible"/>
                                      </p:to>
                                    </p:set>
                                    <p:anim calcmode="lin" valueType="num">
                                      <p:cBhvr additive="base">
                                        <p:cTn id="21" dur="500" fill="hold"/>
                                        <p:tgtEl>
                                          <p:spTgt spid="5">
                                            <p:graphicEl>
                                              <a:dgm id="{8EC8EF8D-943E-4756-A087-01ED62AF1F84}"/>
                                            </p:graphicEl>
                                          </p:spTgt>
                                        </p:tgtEl>
                                        <p:attrNameLst>
                                          <p:attrName>ppt_x</p:attrName>
                                        </p:attrNameLst>
                                      </p:cBhvr>
                                      <p:tavLst>
                                        <p:tav tm="0">
                                          <p:val>
                                            <p:strVal val="#ppt_x"/>
                                          </p:val>
                                        </p:tav>
                                        <p:tav tm="100000">
                                          <p:val>
                                            <p:strVal val="#ppt_x"/>
                                          </p:val>
                                        </p:tav>
                                      </p:tavLst>
                                    </p:anim>
                                    <p:anim calcmode="lin" valueType="num">
                                      <p:cBhvr additive="base">
                                        <p:cTn id="22" dur="500" fill="hold"/>
                                        <p:tgtEl>
                                          <p:spTgt spid="5">
                                            <p:graphicEl>
                                              <a:dgm id="{8EC8EF8D-943E-4756-A087-01ED62AF1F84}"/>
                                            </p:graphic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5">
                                            <p:graphicEl>
                                              <a:dgm id="{6912FF58-2308-4A69-841C-5AE4B59206AE}"/>
                                            </p:graphicEl>
                                          </p:spTgt>
                                        </p:tgtEl>
                                        <p:attrNameLst>
                                          <p:attrName>style.visibility</p:attrName>
                                        </p:attrNameLst>
                                      </p:cBhvr>
                                      <p:to>
                                        <p:strVal val="visible"/>
                                      </p:to>
                                    </p:set>
                                    <p:anim calcmode="lin" valueType="num">
                                      <p:cBhvr additive="base">
                                        <p:cTn id="25" dur="500" fill="hold"/>
                                        <p:tgtEl>
                                          <p:spTgt spid="5">
                                            <p:graphicEl>
                                              <a:dgm id="{6912FF58-2308-4A69-841C-5AE4B59206AE}"/>
                                            </p:graphic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graphicEl>
                                              <a:dgm id="{6912FF58-2308-4A69-841C-5AE4B59206AE}"/>
                                            </p:graphic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5">
                                            <p:graphicEl>
                                              <a:dgm id="{A6EE20FB-EA64-4A4E-AF8F-8BFD64D41B64}"/>
                                            </p:graphicEl>
                                          </p:spTgt>
                                        </p:tgtEl>
                                        <p:attrNameLst>
                                          <p:attrName>style.visibility</p:attrName>
                                        </p:attrNameLst>
                                      </p:cBhvr>
                                      <p:to>
                                        <p:strVal val="visible"/>
                                      </p:to>
                                    </p:set>
                                    <p:anim calcmode="lin" valueType="num">
                                      <p:cBhvr additive="base">
                                        <p:cTn id="29" dur="500" fill="hold"/>
                                        <p:tgtEl>
                                          <p:spTgt spid="5">
                                            <p:graphicEl>
                                              <a:dgm id="{A6EE20FB-EA64-4A4E-AF8F-8BFD64D41B64}"/>
                                            </p:graphicEl>
                                          </p:spTgt>
                                        </p:tgtEl>
                                        <p:attrNameLst>
                                          <p:attrName>ppt_x</p:attrName>
                                        </p:attrNameLst>
                                      </p:cBhvr>
                                      <p:tavLst>
                                        <p:tav tm="0">
                                          <p:val>
                                            <p:strVal val="#ppt_x"/>
                                          </p:val>
                                        </p:tav>
                                        <p:tav tm="100000">
                                          <p:val>
                                            <p:strVal val="#ppt_x"/>
                                          </p:val>
                                        </p:tav>
                                      </p:tavLst>
                                    </p:anim>
                                    <p:anim calcmode="lin" valueType="num">
                                      <p:cBhvr additive="base">
                                        <p:cTn id="30" dur="500" fill="hold"/>
                                        <p:tgtEl>
                                          <p:spTgt spid="5">
                                            <p:graphicEl>
                                              <a:dgm id="{A6EE20FB-EA64-4A4E-AF8F-8BFD64D41B64}"/>
                                            </p:graphic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5">
                                            <p:graphicEl>
                                              <a:dgm id="{564D6381-40D9-40A8-90F9-FD34E1CE1B52}"/>
                                            </p:graphicEl>
                                          </p:spTgt>
                                        </p:tgtEl>
                                        <p:attrNameLst>
                                          <p:attrName>style.visibility</p:attrName>
                                        </p:attrNameLst>
                                      </p:cBhvr>
                                      <p:to>
                                        <p:strVal val="visible"/>
                                      </p:to>
                                    </p:set>
                                    <p:anim calcmode="lin" valueType="num">
                                      <p:cBhvr additive="base">
                                        <p:cTn id="35" dur="500" fill="hold"/>
                                        <p:tgtEl>
                                          <p:spTgt spid="5">
                                            <p:graphicEl>
                                              <a:dgm id="{564D6381-40D9-40A8-90F9-FD34E1CE1B52}"/>
                                            </p:graphicEl>
                                          </p:spTgt>
                                        </p:tgtEl>
                                        <p:attrNameLst>
                                          <p:attrName>ppt_x</p:attrName>
                                        </p:attrNameLst>
                                      </p:cBhvr>
                                      <p:tavLst>
                                        <p:tav tm="0">
                                          <p:val>
                                            <p:strVal val="#ppt_x"/>
                                          </p:val>
                                        </p:tav>
                                        <p:tav tm="100000">
                                          <p:val>
                                            <p:strVal val="#ppt_x"/>
                                          </p:val>
                                        </p:tav>
                                      </p:tavLst>
                                    </p:anim>
                                    <p:anim calcmode="lin" valueType="num">
                                      <p:cBhvr additive="base">
                                        <p:cTn id="36" dur="500" fill="hold"/>
                                        <p:tgtEl>
                                          <p:spTgt spid="5">
                                            <p:graphicEl>
                                              <a:dgm id="{564D6381-40D9-40A8-90F9-FD34E1CE1B52}"/>
                                            </p:graphicEl>
                                          </p:spTgt>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5">
                                            <p:graphicEl>
                                              <a:dgm id="{C4A1F25F-2AFE-47D1-8D1C-D311F68899D8}"/>
                                            </p:graphicEl>
                                          </p:spTgt>
                                        </p:tgtEl>
                                        <p:attrNameLst>
                                          <p:attrName>style.visibility</p:attrName>
                                        </p:attrNameLst>
                                      </p:cBhvr>
                                      <p:to>
                                        <p:strVal val="visible"/>
                                      </p:to>
                                    </p:set>
                                    <p:anim calcmode="lin" valueType="num">
                                      <p:cBhvr additive="base">
                                        <p:cTn id="39" dur="500" fill="hold"/>
                                        <p:tgtEl>
                                          <p:spTgt spid="5">
                                            <p:graphicEl>
                                              <a:dgm id="{C4A1F25F-2AFE-47D1-8D1C-D311F68899D8}"/>
                                            </p:graphicEl>
                                          </p:spTgt>
                                        </p:tgtEl>
                                        <p:attrNameLst>
                                          <p:attrName>ppt_x</p:attrName>
                                        </p:attrNameLst>
                                      </p:cBhvr>
                                      <p:tavLst>
                                        <p:tav tm="0">
                                          <p:val>
                                            <p:strVal val="#ppt_x"/>
                                          </p:val>
                                        </p:tav>
                                        <p:tav tm="100000">
                                          <p:val>
                                            <p:strVal val="#ppt_x"/>
                                          </p:val>
                                        </p:tav>
                                      </p:tavLst>
                                    </p:anim>
                                    <p:anim calcmode="lin" valueType="num">
                                      <p:cBhvr additive="base">
                                        <p:cTn id="40" dur="500" fill="hold"/>
                                        <p:tgtEl>
                                          <p:spTgt spid="5">
                                            <p:graphicEl>
                                              <a:dgm id="{C4A1F25F-2AFE-47D1-8D1C-D311F68899D8}"/>
                                            </p:graphicEl>
                                          </p:spTgt>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5">
                                            <p:graphicEl>
                                              <a:dgm id="{BDFB5311-A732-4785-AC87-970E76A47078}"/>
                                            </p:graphicEl>
                                          </p:spTgt>
                                        </p:tgtEl>
                                        <p:attrNameLst>
                                          <p:attrName>style.visibility</p:attrName>
                                        </p:attrNameLst>
                                      </p:cBhvr>
                                      <p:to>
                                        <p:strVal val="visible"/>
                                      </p:to>
                                    </p:set>
                                    <p:anim calcmode="lin" valueType="num">
                                      <p:cBhvr additive="base">
                                        <p:cTn id="43" dur="500" fill="hold"/>
                                        <p:tgtEl>
                                          <p:spTgt spid="5">
                                            <p:graphicEl>
                                              <a:dgm id="{BDFB5311-A732-4785-AC87-970E76A47078}"/>
                                            </p:graphicEl>
                                          </p:spTgt>
                                        </p:tgtEl>
                                        <p:attrNameLst>
                                          <p:attrName>ppt_x</p:attrName>
                                        </p:attrNameLst>
                                      </p:cBhvr>
                                      <p:tavLst>
                                        <p:tav tm="0">
                                          <p:val>
                                            <p:strVal val="#ppt_x"/>
                                          </p:val>
                                        </p:tav>
                                        <p:tav tm="100000">
                                          <p:val>
                                            <p:strVal val="#ppt_x"/>
                                          </p:val>
                                        </p:tav>
                                      </p:tavLst>
                                    </p:anim>
                                    <p:anim calcmode="lin" valueType="num">
                                      <p:cBhvr additive="base">
                                        <p:cTn id="44" dur="500" fill="hold"/>
                                        <p:tgtEl>
                                          <p:spTgt spid="5">
                                            <p:graphicEl>
                                              <a:dgm id="{BDFB5311-A732-4785-AC87-970E76A47078}"/>
                                            </p:graphic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5">
                                            <p:graphicEl>
                                              <a:dgm id="{6D0092CF-E793-457D-8FA1-305CE5B1EAA9}"/>
                                            </p:graphicEl>
                                          </p:spTgt>
                                        </p:tgtEl>
                                        <p:attrNameLst>
                                          <p:attrName>style.visibility</p:attrName>
                                        </p:attrNameLst>
                                      </p:cBhvr>
                                      <p:to>
                                        <p:strVal val="visible"/>
                                      </p:to>
                                    </p:set>
                                    <p:anim calcmode="lin" valueType="num">
                                      <p:cBhvr additive="base">
                                        <p:cTn id="49" dur="500" fill="hold"/>
                                        <p:tgtEl>
                                          <p:spTgt spid="5">
                                            <p:graphicEl>
                                              <a:dgm id="{6D0092CF-E793-457D-8FA1-305CE5B1EAA9}"/>
                                            </p:graphicEl>
                                          </p:spTgt>
                                        </p:tgtEl>
                                        <p:attrNameLst>
                                          <p:attrName>ppt_x</p:attrName>
                                        </p:attrNameLst>
                                      </p:cBhvr>
                                      <p:tavLst>
                                        <p:tav tm="0">
                                          <p:val>
                                            <p:strVal val="#ppt_x"/>
                                          </p:val>
                                        </p:tav>
                                        <p:tav tm="100000">
                                          <p:val>
                                            <p:strVal val="#ppt_x"/>
                                          </p:val>
                                        </p:tav>
                                      </p:tavLst>
                                    </p:anim>
                                    <p:anim calcmode="lin" valueType="num">
                                      <p:cBhvr additive="base">
                                        <p:cTn id="50" dur="500" fill="hold"/>
                                        <p:tgtEl>
                                          <p:spTgt spid="5">
                                            <p:graphicEl>
                                              <a:dgm id="{6D0092CF-E793-457D-8FA1-305CE5B1EAA9}"/>
                                            </p:graphicEl>
                                          </p:spTgt>
                                        </p:tgtEl>
                                        <p:attrNameLst>
                                          <p:attrName>ppt_y</p:attrName>
                                        </p:attrNameLst>
                                      </p:cBhvr>
                                      <p:tavLst>
                                        <p:tav tm="0">
                                          <p:val>
                                            <p:strVal val="1+#ppt_h/2"/>
                                          </p:val>
                                        </p:tav>
                                        <p:tav tm="100000">
                                          <p:val>
                                            <p:strVal val="#ppt_y"/>
                                          </p:val>
                                        </p:tav>
                                      </p:tavLst>
                                    </p:anim>
                                  </p:childTnLst>
                                </p:cTn>
                              </p:par>
                              <p:par>
                                <p:cTn id="51" presetID="2" presetClass="entr" presetSubtype="4" fill="hold" grpId="0" nodeType="withEffect">
                                  <p:stCondLst>
                                    <p:cond delay="0"/>
                                  </p:stCondLst>
                                  <p:childTnLst>
                                    <p:set>
                                      <p:cBhvr>
                                        <p:cTn id="52" dur="1" fill="hold">
                                          <p:stCondLst>
                                            <p:cond delay="0"/>
                                          </p:stCondLst>
                                        </p:cTn>
                                        <p:tgtEl>
                                          <p:spTgt spid="5">
                                            <p:graphicEl>
                                              <a:dgm id="{86798A4D-3D11-425C-9FC4-28B3126FB7B1}"/>
                                            </p:graphicEl>
                                          </p:spTgt>
                                        </p:tgtEl>
                                        <p:attrNameLst>
                                          <p:attrName>style.visibility</p:attrName>
                                        </p:attrNameLst>
                                      </p:cBhvr>
                                      <p:to>
                                        <p:strVal val="visible"/>
                                      </p:to>
                                    </p:set>
                                    <p:anim calcmode="lin" valueType="num">
                                      <p:cBhvr additive="base">
                                        <p:cTn id="53" dur="500" fill="hold"/>
                                        <p:tgtEl>
                                          <p:spTgt spid="5">
                                            <p:graphicEl>
                                              <a:dgm id="{86798A4D-3D11-425C-9FC4-28B3126FB7B1}"/>
                                            </p:graphicEl>
                                          </p:spTgt>
                                        </p:tgtEl>
                                        <p:attrNameLst>
                                          <p:attrName>ppt_x</p:attrName>
                                        </p:attrNameLst>
                                      </p:cBhvr>
                                      <p:tavLst>
                                        <p:tav tm="0">
                                          <p:val>
                                            <p:strVal val="#ppt_x"/>
                                          </p:val>
                                        </p:tav>
                                        <p:tav tm="100000">
                                          <p:val>
                                            <p:strVal val="#ppt_x"/>
                                          </p:val>
                                        </p:tav>
                                      </p:tavLst>
                                    </p:anim>
                                    <p:anim calcmode="lin" valueType="num">
                                      <p:cBhvr additive="base">
                                        <p:cTn id="54" dur="500" fill="hold"/>
                                        <p:tgtEl>
                                          <p:spTgt spid="5">
                                            <p:graphicEl>
                                              <a:dgm id="{86798A4D-3D11-425C-9FC4-28B3126FB7B1}"/>
                                            </p:graphicEl>
                                          </p:spTgt>
                                        </p:tgtEl>
                                        <p:attrNameLst>
                                          <p:attrName>ppt_y</p:attrName>
                                        </p:attrNameLst>
                                      </p:cBhvr>
                                      <p:tavLst>
                                        <p:tav tm="0">
                                          <p:val>
                                            <p:strVal val="1+#ppt_h/2"/>
                                          </p:val>
                                        </p:tav>
                                        <p:tav tm="100000">
                                          <p:val>
                                            <p:strVal val="#ppt_y"/>
                                          </p:val>
                                        </p:tav>
                                      </p:tavLst>
                                    </p:anim>
                                  </p:childTnLst>
                                </p:cTn>
                              </p:par>
                              <p:par>
                                <p:cTn id="55" presetID="2" presetClass="entr" presetSubtype="4" fill="hold" grpId="0" nodeType="withEffect">
                                  <p:stCondLst>
                                    <p:cond delay="0"/>
                                  </p:stCondLst>
                                  <p:childTnLst>
                                    <p:set>
                                      <p:cBhvr>
                                        <p:cTn id="56" dur="1" fill="hold">
                                          <p:stCondLst>
                                            <p:cond delay="0"/>
                                          </p:stCondLst>
                                        </p:cTn>
                                        <p:tgtEl>
                                          <p:spTgt spid="5">
                                            <p:graphicEl>
                                              <a:dgm id="{1503DCE2-5D19-4015-831D-EF613FE2A0DC}"/>
                                            </p:graphicEl>
                                          </p:spTgt>
                                        </p:tgtEl>
                                        <p:attrNameLst>
                                          <p:attrName>style.visibility</p:attrName>
                                        </p:attrNameLst>
                                      </p:cBhvr>
                                      <p:to>
                                        <p:strVal val="visible"/>
                                      </p:to>
                                    </p:set>
                                    <p:anim calcmode="lin" valueType="num">
                                      <p:cBhvr additive="base">
                                        <p:cTn id="57" dur="500" fill="hold"/>
                                        <p:tgtEl>
                                          <p:spTgt spid="5">
                                            <p:graphicEl>
                                              <a:dgm id="{1503DCE2-5D19-4015-831D-EF613FE2A0DC}"/>
                                            </p:graphicEl>
                                          </p:spTgt>
                                        </p:tgtEl>
                                        <p:attrNameLst>
                                          <p:attrName>ppt_x</p:attrName>
                                        </p:attrNameLst>
                                      </p:cBhvr>
                                      <p:tavLst>
                                        <p:tav tm="0">
                                          <p:val>
                                            <p:strVal val="#ppt_x"/>
                                          </p:val>
                                        </p:tav>
                                        <p:tav tm="100000">
                                          <p:val>
                                            <p:strVal val="#ppt_x"/>
                                          </p:val>
                                        </p:tav>
                                      </p:tavLst>
                                    </p:anim>
                                    <p:anim calcmode="lin" valueType="num">
                                      <p:cBhvr additive="base">
                                        <p:cTn id="58" dur="500" fill="hold"/>
                                        <p:tgtEl>
                                          <p:spTgt spid="5">
                                            <p:graphicEl>
                                              <a:dgm id="{1503DCE2-5D19-4015-831D-EF613FE2A0DC}"/>
                                            </p:graphicEl>
                                          </p:spTgt>
                                        </p:tgtEl>
                                        <p:attrNameLst>
                                          <p:attrName>ppt_y</p:attrName>
                                        </p:attrNameLst>
                                      </p:cBhvr>
                                      <p:tavLst>
                                        <p:tav tm="0">
                                          <p:val>
                                            <p:strVal val="1+#ppt_h/2"/>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2" presetClass="entr" presetSubtype="4" fill="hold" grpId="0" nodeType="clickEffect">
                                  <p:stCondLst>
                                    <p:cond delay="0"/>
                                  </p:stCondLst>
                                  <p:childTnLst>
                                    <p:set>
                                      <p:cBhvr>
                                        <p:cTn id="62" dur="1" fill="hold">
                                          <p:stCondLst>
                                            <p:cond delay="0"/>
                                          </p:stCondLst>
                                        </p:cTn>
                                        <p:tgtEl>
                                          <p:spTgt spid="5">
                                            <p:graphicEl>
                                              <a:dgm id="{5BCFE1FC-0B5E-4296-9A9A-8131EE936BAE}"/>
                                            </p:graphicEl>
                                          </p:spTgt>
                                        </p:tgtEl>
                                        <p:attrNameLst>
                                          <p:attrName>style.visibility</p:attrName>
                                        </p:attrNameLst>
                                      </p:cBhvr>
                                      <p:to>
                                        <p:strVal val="visible"/>
                                      </p:to>
                                    </p:set>
                                    <p:anim calcmode="lin" valueType="num">
                                      <p:cBhvr additive="base">
                                        <p:cTn id="63" dur="500" fill="hold"/>
                                        <p:tgtEl>
                                          <p:spTgt spid="5">
                                            <p:graphicEl>
                                              <a:dgm id="{5BCFE1FC-0B5E-4296-9A9A-8131EE936BAE}"/>
                                            </p:graphicEl>
                                          </p:spTgt>
                                        </p:tgtEl>
                                        <p:attrNameLst>
                                          <p:attrName>ppt_x</p:attrName>
                                        </p:attrNameLst>
                                      </p:cBhvr>
                                      <p:tavLst>
                                        <p:tav tm="0">
                                          <p:val>
                                            <p:strVal val="#ppt_x"/>
                                          </p:val>
                                        </p:tav>
                                        <p:tav tm="100000">
                                          <p:val>
                                            <p:strVal val="#ppt_x"/>
                                          </p:val>
                                        </p:tav>
                                      </p:tavLst>
                                    </p:anim>
                                    <p:anim calcmode="lin" valueType="num">
                                      <p:cBhvr additive="base">
                                        <p:cTn id="64" dur="500" fill="hold"/>
                                        <p:tgtEl>
                                          <p:spTgt spid="5">
                                            <p:graphicEl>
                                              <a:dgm id="{5BCFE1FC-0B5E-4296-9A9A-8131EE936BAE}"/>
                                            </p:graphicEl>
                                          </p:spTgt>
                                        </p:tgtEl>
                                        <p:attrNameLst>
                                          <p:attrName>ppt_y</p:attrName>
                                        </p:attrNameLst>
                                      </p:cBhvr>
                                      <p:tavLst>
                                        <p:tav tm="0">
                                          <p:val>
                                            <p:strVal val="1+#ppt_h/2"/>
                                          </p:val>
                                        </p:tav>
                                        <p:tav tm="100000">
                                          <p:val>
                                            <p:strVal val="#ppt_y"/>
                                          </p:val>
                                        </p:tav>
                                      </p:tavLst>
                                    </p:anim>
                                  </p:childTnLst>
                                </p:cTn>
                              </p:par>
                              <p:par>
                                <p:cTn id="65" presetID="2" presetClass="entr" presetSubtype="4" fill="hold" grpId="0" nodeType="withEffect">
                                  <p:stCondLst>
                                    <p:cond delay="0"/>
                                  </p:stCondLst>
                                  <p:childTnLst>
                                    <p:set>
                                      <p:cBhvr>
                                        <p:cTn id="66" dur="1" fill="hold">
                                          <p:stCondLst>
                                            <p:cond delay="0"/>
                                          </p:stCondLst>
                                        </p:cTn>
                                        <p:tgtEl>
                                          <p:spTgt spid="5">
                                            <p:graphicEl>
                                              <a:dgm id="{5D610624-FF31-4917-AB05-24416D46F971}"/>
                                            </p:graphicEl>
                                          </p:spTgt>
                                        </p:tgtEl>
                                        <p:attrNameLst>
                                          <p:attrName>style.visibility</p:attrName>
                                        </p:attrNameLst>
                                      </p:cBhvr>
                                      <p:to>
                                        <p:strVal val="visible"/>
                                      </p:to>
                                    </p:set>
                                    <p:anim calcmode="lin" valueType="num">
                                      <p:cBhvr additive="base">
                                        <p:cTn id="67" dur="500" fill="hold"/>
                                        <p:tgtEl>
                                          <p:spTgt spid="5">
                                            <p:graphicEl>
                                              <a:dgm id="{5D610624-FF31-4917-AB05-24416D46F971}"/>
                                            </p:graphicEl>
                                          </p:spTgt>
                                        </p:tgtEl>
                                        <p:attrNameLst>
                                          <p:attrName>ppt_x</p:attrName>
                                        </p:attrNameLst>
                                      </p:cBhvr>
                                      <p:tavLst>
                                        <p:tav tm="0">
                                          <p:val>
                                            <p:strVal val="#ppt_x"/>
                                          </p:val>
                                        </p:tav>
                                        <p:tav tm="100000">
                                          <p:val>
                                            <p:strVal val="#ppt_x"/>
                                          </p:val>
                                        </p:tav>
                                      </p:tavLst>
                                    </p:anim>
                                    <p:anim calcmode="lin" valueType="num">
                                      <p:cBhvr additive="base">
                                        <p:cTn id="68" dur="500" fill="hold"/>
                                        <p:tgtEl>
                                          <p:spTgt spid="5">
                                            <p:graphicEl>
                                              <a:dgm id="{5D610624-FF31-4917-AB05-24416D46F971}"/>
                                            </p:graphicEl>
                                          </p:spTgt>
                                        </p:tgtEl>
                                        <p:attrNameLst>
                                          <p:attrName>ppt_y</p:attrName>
                                        </p:attrNameLst>
                                      </p:cBhvr>
                                      <p:tavLst>
                                        <p:tav tm="0">
                                          <p:val>
                                            <p:strVal val="1+#ppt_h/2"/>
                                          </p:val>
                                        </p:tav>
                                        <p:tav tm="100000">
                                          <p:val>
                                            <p:strVal val="#ppt_y"/>
                                          </p:val>
                                        </p:tav>
                                      </p:tavLst>
                                    </p:anim>
                                  </p:childTnLst>
                                </p:cTn>
                              </p:par>
                              <p:par>
                                <p:cTn id="69" presetID="2" presetClass="entr" presetSubtype="4" fill="hold" grpId="0" nodeType="withEffect">
                                  <p:stCondLst>
                                    <p:cond delay="0"/>
                                  </p:stCondLst>
                                  <p:childTnLst>
                                    <p:set>
                                      <p:cBhvr>
                                        <p:cTn id="70" dur="1" fill="hold">
                                          <p:stCondLst>
                                            <p:cond delay="0"/>
                                          </p:stCondLst>
                                        </p:cTn>
                                        <p:tgtEl>
                                          <p:spTgt spid="5">
                                            <p:graphicEl>
                                              <a:dgm id="{04A7BD90-1E46-4539-863D-50299F91898B}"/>
                                            </p:graphicEl>
                                          </p:spTgt>
                                        </p:tgtEl>
                                        <p:attrNameLst>
                                          <p:attrName>style.visibility</p:attrName>
                                        </p:attrNameLst>
                                      </p:cBhvr>
                                      <p:to>
                                        <p:strVal val="visible"/>
                                      </p:to>
                                    </p:set>
                                    <p:anim calcmode="lin" valueType="num">
                                      <p:cBhvr additive="base">
                                        <p:cTn id="71" dur="500" fill="hold"/>
                                        <p:tgtEl>
                                          <p:spTgt spid="5">
                                            <p:graphicEl>
                                              <a:dgm id="{04A7BD90-1E46-4539-863D-50299F91898B}"/>
                                            </p:graphicEl>
                                          </p:spTgt>
                                        </p:tgtEl>
                                        <p:attrNameLst>
                                          <p:attrName>ppt_x</p:attrName>
                                        </p:attrNameLst>
                                      </p:cBhvr>
                                      <p:tavLst>
                                        <p:tav tm="0">
                                          <p:val>
                                            <p:strVal val="#ppt_x"/>
                                          </p:val>
                                        </p:tav>
                                        <p:tav tm="100000">
                                          <p:val>
                                            <p:strVal val="#ppt_x"/>
                                          </p:val>
                                        </p:tav>
                                      </p:tavLst>
                                    </p:anim>
                                    <p:anim calcmode="lin" valueType="num">
                                      <p:cBhvr additive="base">
                                        <p:cTn id="72" dur="500" fill="hold"/>
                                        <p:tgtEl>
                                          <p:spTgt spid="5">
                                            <p:graphicEl>
                                              <a:dgm id="{04A7BD90-1E46-4539-863D-50299F91898B}"/>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Sub>
          <a:bldDgm bld="one"/>
        </p:bldSub>
      </p:bldGraphic>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idx="12"/>
          </p:nvPr>
        </p:nvSpPr>
        <p:spPr/>
        <p:txBody>
          <a:bodyPr/>
          <a:lstStyle/>
          <a:p>
            <a:pPr algn="ctr"/>
            <a:fld id="{00000000-1234-1234-1234-123412341234}" type="slidenum">
              <a:rPr lang="en-US" smtClean="0"/>
              <a:pPr algn="ctr"/>
              <a:t>30</a:t>
            </a:fld>
            <a:endParaRPr lang="en-US"/>
          </a:p>
        </p:txBody>
      </p:sp>
      <p:sp>
        <p:nvSpPr>
          <p:cNvPr id="5" name="Title 1"/>
          <p:cNvSpPr txBox="1">
            <a:spLocks/>
          </p:cNvSpPr>
          <p:nvPr/>
        </p:nvSpPr>
        <p:spPr>
          <a:xfrm>
            <a:off x="1280622" y="948916"/>
            <a:ext cx="9311177" cy="1021773"/>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GB" sz="4800" dirty="0">
                <a:solidFill>
                  <a:schemeClr val="tx2">
                    <a:lumMod val="75000"/>
                  </a:schemeClr>
                </a:solidFill>
                <a:latin typeface="Segoe UI 1" panose="020B0802040204020203" charset="0"/>
                <a:cs typeface="Segoe UI 1" panose="020B0802040204020203" charset="0"/>
              </a:rPr>
              <a:t>Artificial Intelligence {AI}</a:t>
            </a:r>
            <a:endParaRPr lang="en-US" sz="4800" dirty="0">
              <a:solidFill>
                <a:schemeClr val="tx2">
                  <a:lumMod val="75000"/>
                </a:schemeClr>
              </a:solidFill>
              <a:latin typeface="Segoe UI 1" panose="020B0802040204020203" charset="0"/>
              <a:cs typeface="Segoe UI 1" panose="020B0802040204020203" charset="0"/>
            </a:endParaRPr>
          </a:p>
        </p:txBody>
      </p:sp>
      <p:grpSp>
        <p:nvGrpSpPr>
          <p:cNvPr id="6" name="Group 3">
            <a:extLst>
              <a:ext uri="{FF2B5EF4-FFF2-40B4-BE49-F238E27FC236}">
                <a16:creationId xmlns:a16="http://schemas.microsoft.com/office/drawing/2014/main" id="{3D418609-2F76-130E-14AE-86DEC5FB4D02}"/>
              </a:ext>
            </a:extLst>
          </p:cNvPr>
          <p:cNvGrpSpPr/>
          <p:nvPr/>
        </p:nvGrpSpPr>
        <p:grpSpPr>
          <a:xfrm>
            <a:off x="816554" y="1179444"/>
            <a:ext cx="424292" cy="424292"/>
            <a:chOff x="0" y="0"/>
            <a:chExt cx="812800" cy="812800"/>
          </a:xfrm>
        </p:grpSpPr>
        <p:sp>
          <p:nvSpPr>
            <p:cNvPr id="7" name="Freeform 4">
              <a:extLst>
                <a:ext uri="{FF2B5EF4-FFF2-40B4-BE49-F238E27FC236}">
                  <a16:creationId xmlns:a16="http://schemas.microsoft.com/office/drawing/2014/main" id="{542FE6D8-3CEA-4B3E-018E-CBC17A8C735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E3A6E"/>
            </a:solidFill>
          </p:spPr>
          <p:txBody>
            <a:bodyPr/>
            <a:lstStyle/>
            <a:p>
              <a:endParaRPr lang="en-US"/>
            </a:p>
          </p:txBody>
        </p:sp>
        <p:sp>
          <p:nvSpPr>
            <p:cNvPr id="8" name="TextBox 5">
              <a:extLst>
                <a:ext uri="{FF2B5EF4-FFF2-40B4-BE49-F238E27FC236}">
                  <a16:creationId xmlns:a16="http://schemas.microsoft.com/office/drawing/2014/main" id="{07CC5BB2-91A0-F498-3F38-46BAD0524608}"/>
                </a:ext>
              </a:extLst>
            </p:cNvPr>
            <p:cNvSpPr txBox="1"/>
            <p:nvPr/>
          </p:nvSpPr>
          <p:spPr>
            <a:xfrm>
              <a:off x="76200" y="28575"/>
              <a:ext cx="660400" cy="708025"/>
            </a:xfrm>
            <a:prstGeom prst="rect">
              <a:avLst/>
            </a:prstGeom>
          </p:spPr>
          <p:txBody>
            <a:bodyPr lIns="50800" tIns="50800" rIns="50800" bIns="50800" rtlCol="0" anchor="ctr"/>
            <a:lstStyle/>
            <a:p>
              <a:pPr algn="ctr">
                <a:lnSpc>
                  <a:spcPts val="2239"/>
                </a:lnSpc>
              </a:pPr>
              <a:endParaRPr/>
            </a:p>
          </p:txBody>
        </p:sp>
      </p:grpSp>
      <p:grpSp>
        <p:nvGrpSpPr>
          <p:cNvPr id="9" name="Group 10">
            <a:extLst>
              <a:ext uri="{FF2B5EF4-FFF2-40B4-BE49-F238E27FC236}">
                <a16:creationId xmlns:a16="http://schemas.microsoft.com/office/drawing/2014/main" id="{8F5BE630-51C4-6935-BCD3-709C4334B38F}"/>
              </a:ext>
            </a:extLst>
          </p:cNvPr>
          <p:cNvGrpSpPr/>
          <p:nvPr/>
        </p:nvGrpSpPr>
        <p:grpSpPr>
          <a:xfrm>
            <a:off x="13730009" y="0"/>
            <a:ext cx="4557991" cy="9563100"/>
            <a:chOff x="0" y="0"/>
            <a:chExt cx="1200458" cy="2709333"/>
          </a:xfrm>
        </p:grpSpPr>
        <p:sp>
          <p:nvSpPr>
            <p:cNvPr id="10" name="Freeform 11">
              <a:extLst>
                <a:ext uri="{FF2B5EF4-FFF2-40B4-BE49-F238E27FC236}">
                  <a16:creationId xmlns:a16="http://schemas.microsoft.com/office/drawing/2014/main" id="{4C926707-EB13-29A6-4AD0-CE9DC5B328E8}"/>
                </a:ext>
              </a:extLst>
            </p:cNvPr>
            <p:cNvSpPr/>
            <p:nvPr/>
          </p:nvSpPr>
          <p:spPr>
            <a:xfrm>
              <a:off x="0" y="0"/>
              <a:ext cx="1200458" cy="2709333"/>
            </a:xfrm>
            <a:custGeom>
              <a:avLst/>
              <a:gdLst/>
              <a:ahLst/>
              <a:cxnLst/>
              <a:rect l="l" t="t" r="r" b="b"/>
              <a:pathLst>
                <a:path w="1200458" h="2709333">
                  <a:moveTo>
                    <a:pt x="0" y="0"/>
                  </a:moveTo>
                  <a:lnTo>
                    <a:pt x="1200458" y="0"/>
                  </a:lnTo>
                  <a:lnTo>
                    <a:pt x="1200458" y="2709333"/>
                  </a:lnTo>
                  <a:lnTo>
                    <a:pt x="0" y="2709333"/>
                  </a:lnTo>
                  <a:close/>
                </a:path>
              </a:pathLst>
            </a:custGeom>
            <a:solidFill>
              <a:srgbClr val="2E3A6E"/>
            </a:solidFill>
          </p:spPr>
          <p:txBody>
            <a:bodyPr/>
            <a:lstStyle/>
            <a:p>
              <a:endParaRPr lang="en-US"/>
            </a:p>
          </p:txBody>
        </p:sp>
        <p:sp>
          <p:nvSpPr>
            <p:cNvPr id="11" name="TextBox 12">
              <a:extLst>
                <a:ext uri="{FF2B5EF4-FFF2-40B4-BE49-F238E27FC236}">
                  <a16:creationId xmlns:a16="http://schemas.microsoft.com/office/drawing/2014/main" id="{8DD0BEBE-8BBA-9A8A-747C-F879986840EB}"/>
                </a:ext>
              </a:extLst>
            </p:cNvPr>
            <p:cNvSpPr txBox="1"/>
            <p:nvPr/>
          </p:nvSpPr>
          <p:spPr>
            <a:xfrm>
              <a:off x="0" y="-47625"/>
              <a:ext cx="1200458" cy="2756958"/>
            </a:xfrm>
            <a:prstGeom prst="rect">
              <a:avLst/>
            </a:prstGeom>
          </p:spPr>
          <p:txBody>
            <a:bodyPr lIns="50800" tIns="50800" rIns="50800" bIns="50800" rtlCol="0" anchor="ctr"/>
            <a:lstStyle/>
            <a:p>
              <a:pPr algn="ctr">
                <a:lnSpc>
                  <a:spcPts val="2239"/>
                </a:lnSpc>
              </a:pPr>
              <a:endParaRPr/>
            </a:p>
          </p:txBody>
        </p:sp>
      </p:grpSp>
      <p:graphicFrame>
        <p:nvGraphicFramePr>
          <p:cNvPr id="4" name="Diagram 3"/>
          <p:cNvGraphicFramePr/>
          <p:nvPr>
            <p:extLst>
              <p:ext uri="{D42A27DB-BD31-4B8C-83A1-F6EECF244321}">
                <p14:modId xmlns:p14="http://schemas.microsoft.com/office/powerpoint/2010/main" val="407535971"/>
              </p:ext>
            </p:extLst>
          </p:nvPr>
        </p:nvGraphicFramePr>
        <p:xfrm>
          <a:off x="1028698" y="2476500"/>
          <a:ext cx="15506701" cy="60807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92618090"/>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idx="12"/>
          </p:nvPr>
        </p:nvSpPr>
        <p:spPr/>
        <p:txBody>
          <a:bodyPr/>
          <a:lstStyle/>
          <a:p>
            <a:pPr algn="ctr"/>
            <a:fld id="{00000000-1234-1234-1234-123412341234}" type="slidenum">
              <a:rPr lang="en-US" smtClean="0"/>
              <a:pPr algn="ctr"/>
              <a:t>31</a:t>
            </a:fld>
            <a:endParaRPr lang="en-US"/>
          </a:p>
        </p:txBody>
      </p:sp>
      <p:sp>
        <p:nvSpPr>
          <p:cNvPr id="7" name="TextBox 6">
            <a:extLst>
              <a:ext uri="{FF2B5EF4-FFF2-40B4-BE49-F238E27FC236}">
                <a16:creationId xmlns:a16="http://schemas.microsoft.com/office/drawing/2014/main" id="{68925B59-DE6B-4EBB-A0CF-A2CDB4887D4D}"/>
              </a:ext>
            </a:extLst>
          </p:cNvPr>
          <p:cNvSpPr txBox="1"/>
          <p:nvPr/>
        </p:nvSpPr>
        <p:spPr>
          <a:xfrm>
            <a:off x="1046188" y="4543187"/>
            <a:ext cx="7998244" cy="3172182"/>
          </a:xfrm>
          <a:prstGeom prst="flowChartManualInput">
            <a:avLst/>
          </a:prstGeom>
          <a:solidFill>
            <a:srgbClr val="00B050"/>
          </a:solidFill>
        </p:spPr>
        <p:txBody>
          <a:bodyPr wrap="square">
            <a:spAutoFit/>
          </a:bodyPr>
          <a:lstStyle/>
          <a:p>
            <a:pPr marL="685800" indent="-685800">
              <a:buBlip>
                <a:blip r:embed="rId3"/>
              </a:buBlip>
            </a:pPr>
            <a:r>
              <a:rPr lang="en-US" sz="3200" dirty="0">
                <a:solidFill>
                  <a:schemeClr val="bg1"/>
                </a:solidFill>
              </a:rPr>
              <a:t>Often, but not always, AI involves some level of </a:t>
            </a:r>
            <a:r>
              <a:rPr lang="en-US" sz="3200" b="1" dirty="0">
                <a:solidFill>
                  <a:schemeClr val="bg1"/>
                </a:solidFill>
              </a:rPr>
              <a:t>machine learning</a:t>
            </a:r>
            <a:r>
              <a:rPr lang="en-US" sz="3200" dirty="0">
                <a:solidFill>
                  <a:schemeClr val="bg1"/>
                </a:solidFill>
              </a:rPr>
              <a:t>, where an algorithm is "trained" to respond to a particular input in a certain way by using known inputs and outputs. </a:t>
            </a:r>
          </a:p>
        </p:txBody>
      </p:sp>
      <p:sp>
        <p:nvSpPr>
          <p:cNvPr id="8" name="Title 1"/>
          <p:cNvSpPr txBox="1">
            <a:spLocks/>
          </p:cNvSpPr>
          <p:nvPr/>
        </p:nvSpPr>
        <p:spPr>
          <a:xfrm>
            <a:off x="1280622" y="948916"/>
            <a:ext cx="10987577" cy="1021773"/>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GB" sz="4800" dirty="0">
                <a:solidFill>
                  <a:schemeClr val="tx2">
                    <a:lumMod val="75000"/>
                  </a:schemeClr>
                </a:solidFill>
                <a:latin typeface="Segoe UI 1" panose="020B0802040204020203" charset="0"/>
                <a:cs typeface="Segoe UI 1" panose="020B0802040204020203" charset="0"/>
              </a:rPr>
              <a:t>What Can AI Control in Robotics?</a:t>
            </a:r>
            <a:endParaRPr lang="en-US" sz="4800" dirty="0">
              <a:solidFill>
                <a:schemeClr val="tx2">
                  <a:lumMod val="75000"/>
                </a:schemeClr>
              </a:solidFill>
              <a:latin typeface="Segoe UI 1" panose="020B0802040204020203" charset="0"/>
              <a:cs typeface="Segoe UI 1" panose="020B0802040204020203" charset="0"/>
            </a:endParaRPr>
          </a:p>
        </p:txBody>
      </p:sp>
      <p:grpSp>
        <p:nvGrpSpPr>
          <p:cNvPr id="9" name="Group 3">
            <a:extLst>
              <a:ext uri="{FF2B5EF4-FFF2-40B4-BE49-F238E27FC236}">
                <a16:creationId xmlns:a16="http://schemas.microsoft.com/office/drawing/2014/main" id="{3D418609-2F76-130E-14AE-86DEC5FB4D02}"/>
              </a:ext>
            </a:extLst>
          </p:cNvPr>
          <p:cNvGrpSpPr/>
          <p:nvPr/>
        </p:nvGrpSpPr>
        <p:grpSpPr>
          <a:xfrm>
            <a:off x="816554" y="1179444"/>
            <a:ext cx="424292" cy="424292"/>
            <a:chOff x="0" y="0"/>
            <a:chExt cx="812800" cy="812800"/>
          </a:xfrm>
        </p:grpSpPr>
        <p:sp>
          <p:nvSpPr>
            <p:cNvPr id="10" name="Freeform 4">
              <a:extLst>
                <a:ext uri="{FF2B5EF4-FFF2-40B4-BE49-F238E27FC236}">
                  <a16:creationId xmlns:a16="http://schemas.microsoft.com/office/drawing/2014/main" id="{542FE6D8-3CEA-4B3E-018E-CBC17A8C735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E3A6E"/>
            </a:solidFill>
          </p:spPr>
          <p:txBody>
            <a:bodyPr/>
            <a:lstStyle/>
            <a:p>
              <a:endParaRPr lang="en-US"/>
            </a:p>
          </p:txBody>
        </p:sp>
        <p:sp>
          <p:nvSpPr>
            <p:cNvPr id="11" name="TextBox 5">
              <a:extLst>
                <a:ext uri="{FF2B5EF4-FFF2-40B4-BE49-F238E27FC236}">
                  <a16:creationId xmlns:a16="http://schemas.microsoft.com/office/drawing/2014/main" id="{07CC5BB2-91A0-F498-3F38-46BAD0524608}"/>
                </a:ext>
              </a:extLst>
            </p:cNvPr>
            <p:cNvSpPr txBox="1"/>
            <p:nvPr/>
          </p:nvSpPr>
          <p:spPr>
            <a:xfrm>
              <a:off x="76200" y="28575"/>
              <a:ext cx="660400" cy="708025"/>
            </a:xfrm>
            <a:prstGeom prst="rect">
              <a:avLst/>
            </a:prstGeom>
          </p:spPr>
          <p:txBody>
            <a:bodyPr lIns="50800" tIns="50800" rIns="50800" bIns="50800" rtlCol="0" anchor="ctr"/>
            <a:lstStyle/>
            <a:p>
              <a:pPr algn="ctr">
                <a:lnSpc>
                  <a:spcPts val="2239"/>
                </a:lnSpc>
              </a:pPr>
              <a:endParaRPr/>
            </a:p>
          </p:txBody>
        </p:sp>
      </p:grpSp>
      <p:grpSp>
        <p:nvGrpSpPr>
          <p:cNvPr id="12" name="Group 10">
            <a:extLst>
              <a:ext uri="{FF2B5EF4-FFF2-40B4-BE49-F238E27FC236}">
                <a16:creationId xmlns:a16="http://schemas.microsoft.com/office/drawing/2014/main" id="{8F5BE630-51C4-6935-BCD3-709C4334B38F}"/>
              </a:ext>
            </a:extLst>
          </p:cNvPr>
          <p:cNvGrpSpPr/>
          <p:nvPr/>
        </p:nvGrpSpPr>
        <p:grpSpPr>
          <a:xfrm>
            <a:off x="13730009" y="0"/>
            <a:ext cx="4557991" cy="9563100"/>
            <a:chOff x="0" y="0"/>
            <a:chExt cx="1200458" cy="2709333"/>
          </a:xfrm>
        </p:grpSpPr>
        <p:sp>
          <p:nvSpPr>
            <p:cNvPr id="13" name="Freeform 11">
              <a:extLst>
                <a:ext uri="{FF2B5EF4-FFF2-40B4-BE49-F238E27FC236}">
                  <a16:creationId xmlns:a16="http://schemas.microsoft.com/office/drawing/2014/main" id="{4C926707-EB13-29A6-4AD0-CE9DC5B328E8}"/>
                </a:ext>
              </a:extLst>
            </p:cNvPr>
            <p:cNvSpPr/>
            <p:nvPr/>
          </p:nvSpPr>
          <p:spPr>
            <a:xfrm>
              <a:off x="0" y="0"/>
              <a:ext cx="1200458" cy="2709333"/>
            </a:xfrm>
            <a:custGeom>
              <a:avLst/>
              <a:gdLst/>
              <a:ahLst/>
              <a:cxnLst/>
              <a:rect l="l" t="t" r="r" b="b"/>
              <a:pathLst>
                <a:path w="1200458" h="2709333">
                  <a:moveTo>
                    <a:pt x="0" y="0"/>
                  </a:moveTo>
                  <a:lnTo>
                    <a:pt x="1200458" y="0"/>
                  </a:lnTo>
                  <a:lnTo>
                    <a:pt x="1200458" y="2709333"/>
                  </a:lnTo>
                  <a:lnTo>
                    <a:pt x="0" y="2709333"/>
                  </a:lnTo>
                  <a:close/>
                </a:path>
              </a:pathLst>
            </a:custGeom>
            <a:solidFill>
              <a:srgbClr val="2E3A6E"/>
            </a:solidFill>
          </p:spPr>
          <p:txBody>
            <a:bodyPr/>
            <a:lstStyle/>
            <a:p>
              <a:endParaRPr lang="en-US"/>
            </a:p>
          </p:txBody>
        </p:sp>
        <p:sp>
          <p:nvSpPr>
            <p:cNvPr id="14" name="TextBox 12">
              <a:extLst>
                <a:ext uri="{FF2B5EF4-FFF2-40B4-BE49-F238E27FC236}">
                  <a16:creationId xmlns:a16="http://schemas.microsoft.com/office/drawing/2014/main" id="{8DD0BEBE-8BBA-9A8A-747C-F879986840EB}"/>
                </a:ext>
              </a:extLst>
            </p:cNvPr>
            <p:cNvSpPr txBox="1"/>
            <p:nvPr/>
          </p:nvSpPr>
          <p:spPr>
            <a:xfrm>
              <a:off x="0" y="-47625"/>
              <a:ext cx="1200458" cy="2756958"/>
            </a:xfrm>
            <a:prstGeom prst="rect">
              <a:avLst/>
            </a:prstGeom>
          </p:spPr>
          <p:txBody>
            <a:bodyPr lIns="50800" tIns="50800" rIns="50800" bIns="50800" rtlCol="0" anchor="ctr"/>
            <a:lstStyle/>
            <a:p>
              <a:pPr algn="ctr">
                <a:lnSpc>
                  <a:spcPts val="2239"/>
                </a:lnSpc>
              </a:pPr>
              <a:endParaRPr/>
            </a:p>
          </p:txBody>
        </p:sp>
      </p:grpSp>
      <p:graphicFrame>
        <p:nvGraphicFramePr>
          <p:cNvPr id="4" name="Diagram 3"/>
          <p:cNvGraphicFramePr/>
          <p:nvPr>
            <p:extLst>
              <p:ext uri="{D42A27DB-BD31-4B8C-83A1-F6EECF244321}">
                <p14:modId xmlns:p14="http://schemas.microsoft.com/office/powerpoint/2010/main" val="368519764"/>
              </p:ext>
            </p:extLst>
          </p:nvPr>
        </p:nvGraphicFramePr>
        <p:xfrm>
          <a:off x="978009" y="2138789"/>
          <a:ext cx="15023991" cy="1803249"/>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6" name="Picture 5">
            <a:extLst>
              <a:ext uri="{FF2B5EF4-FFF2-40B4-BE49-F238E27FC236}">
                <a16:creationId xmlns:a16="http://schemas.microsoft.com/office/drawing/2014/main" id="{7A901E90-9389-4D1C-82F1-8A745AE44F9F}"/>
              </a:ext>
            </a:extLst>
          </p:cNvPr>
          <p:cNvPicPr>
            <a:picLocks noChangeAspect="1"/>
          </p:cNvPicPr>
          <p:nvPr/>
        </p:nvPicPr>
        <p:blipFill rotWithShape="1">
          <a:blip r:embed="rId9">
            <a:extLst>
              <a:ext uri="{28A0092B-C50C-407E-A947-70E740481C1C}">
                <a14:useLocalDpi xmlns:a14="http://schemas.microsoft.com/office/drawing/2010/main" val="0"/>
              </a:ext>
            </a:extLst>
          </a:blip>
          <a:srcRect l="47330" r="9812"/>
          <a:stretch/>
        </p:blipFill>
        <p:spPr>
          <a:xfrm>
            <a:off x="10591800" y="3314699"/>
            <a:ext cx="6345411" cy="5140957"/>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Tree>
    <p:extLst>
      <p:ext uri="{BB962C8B-B14F-4D97-AF65-F5344CB8AC3E}">
        <p14:creationId xmlns:p14="http://schemas.microsoft.com/office/powerpoint/2010/main" val="1634129576"/>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1+#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Graphic spid="4" grpId="0">
        <p:bldAsOne/>
      </p:bldGraphic>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idx="12"/>
          </p:nvPr>
        </p:nvSpPr>
        <p:spPr/>
        <p:txBody>
          <a:bodyPr/>
          <a:lstStyle/>
          <a:p>
            <a:pPr algn="ctr"/>
            <a:fld id="{00000000-1234-1234-1234-123412341234}" type="slidenum">
              <a:rPr lang="en-US" smtClean="0"/>
              <a:pPr algn="ctr"/>
              <a:t>32</a:t>
            </a:fld>
            <a:endParaRPr lang="en-US"/>
          </a:p>
        </p:txBody>
      </p:sp>
      <p:graphicFrame>
        <p:nvGraphicFramePr>
          <p:cNvPr id="4" name="Diagram 3"/>
          <p:cNvGraphicFramePr/>
          <p:nvPr>
            <p:extLst>
              <p:ext uri="{D42A27DB-BD31-4B8C-83A1-F6EECF244321}">
                <p14:modId xmlns:p14="http://schemas.microsoft.com/office/powerpoint/2010/main" val="3219574962"/>
              </p:ext>
            </p:extLst>
          </p:nvPr>
        </p:nvGraphicFramePr>
        <p:xfrm>
          <a:off x="1172104" y="1790700"/>
          <a:ext cx="12696296" cy="7772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itle 1"/>
          <p:cNvSpPr txBox="1">
            <a:spLocks/>
          </p:cNvSpPr>
          <p:nvPr/>
        </p:nvSpPr>
        <p:spPr>
          <a:xfrm>
            <a:off x="1280623" y="948916"/>
            <a:ext cx="6356780" cy="1021773"/>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GB" sz="4800" dirty="0">
                <a:solidFill>
                  <a:schemeClr val="tx2">
                    <a:lumMod val="75000"/>
                  </a:schemeClr>
                </a:solidFill>
                <a:latin typeface="Segoe UI 1" panose="020B0802040204020203" charset="0"/>
                <a:cs typeface="Segoe UI 1" panose="020B0802040204020203" charset="0"/>
              </a:rPr>
              <a:t>AI, ML &amp; DL</a:t>
            </a:r>
            <a:endParaRPr lang="en-US" sz="4800" dirty="0">
              <a:solidFill>
                <a:schemeClr val="tx2">
                  <a:lumMod val="75000"/>
                </a:schemeClr>
              </a:solidFill>
              <a:latin typeface="Segoe UI 1" panose="020B0802040204020203" charset="0"/>
              <a:cs typeface="Segoe UI 1" panose="020B0802040204020203" charset="0"/>
            </a:endParaRPr>
          </a:p>
        </p:txBody>
      </p:sp>
      <p:grpSp>
        <p:nvGrpSpPr>
          <p:cNvPr id="6" name="Group 3">
            <a:extLst>
              <a:ext uri="{FF2B5EF4-FFF2-40B4-BE49-F238E27FC236}">
                <a16:creationId xmlns:a16="http://schemas.microsoft.com/office/drawing/2014/main" id="{3D418609-2F76-130E-14AE-86DEC5FB4D02}"/>
              </a:ext>
            </a:extLst>
          </p:cNvPr>
          <p:cNvGrpSpPr/>
          <p:nvPr/>
        </p:nvGrpSpPr>
        <p:grpSpPr>
          <a:xfrm>
            <a:off x="816554" y="1179444"/>
            <a:ext cx="424292" cy="424292"/>
            <a:chOff x="0" y="0"/>
            <a:chExt cx="812800" cy="812800"/>
          </a:xfrm>
        </p:grpSpPr>
        <p:sp>
          <p:nvSpPr>
            <p:cNvPr id="7" name="Freeform 4">
              <a:extLst>
                <a:ext uri="{FF2B5EF4-FFF2-40B4-BE49-F238E27FC236}">
                  <a16:creationId xmlns:a16="http://schemas.microsoft.com/office/drawing/2014/main" id="{542FE6D8-3CEA-4B3E-018E-CBC17A8C735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E3A6E"/>
            </a:solidFill>
          </p:spPr>
          <p:txBody>
            <a:bodyPr/>
            <a:lstStyle/>
            <a:p>
              <a:endParaRPr lang="en-US"/>
            </a:p>
          </p:txBody>
        </p:sp>
        <p:sp>
          <p:nvSpPr>
            <p:cNvPr id="8" name="TextBox 5">
              <a:extLst>
                <a:ext uri="{FF2B5EF4-FFF2-40B4-BE49-F238E27FC236}">
                  <a16:creationId xmlns:a16="http://schemas.microsoft.com/office/drawing/2014/main" id="{07CC5BB2-91A0-F498-3F38-46BAD0524608}"/>
                </a:ext>
              </a:extLst>
            </p:cNvPr>
            <p:cNvSpPr txBox="1"/>
            <p:nvPr/>
          </p:nvSpPr>
          <p:spPr>
            <a:xfrm>
              <a:off x="76200" y="28575"/>
              <a:ext cx="660400" cy="708025"/>
            </a:xfrm>
            <a:prstGeom prst="rect">
              <a:avLst/>
            </a:prstGeom>
          </p:spPr>
          <p:txBody>
            <a:bodyPr lIns="50800" tIns="50800" rIns="50800" bIns="50800" rtlCol="0" anchor="ctr"/>
            <a:lstStyle/>
            <a:p>
              <a:pPr algn="ctr">
                <a:lnSpc>
                  <a:spcPts val="2239"/>
                </a:lnSpc>
              </a:pPr>
              <a:endParaRPr/>
            </a:p>
          </p:txBody>
        </p:sp>
      </p:grpSp>
      <p:grpSp>
        <p:nvGrpSpPr>
          <p:cNvPr id="9" name="Group 10">
            <a:extLst>
              <a:ext uri="{FF2B5EF4-FFF2-40B4-BE49-F238E27FC236}">
                <a16:creationId xmlns:a16="http://schemas.microsoft.com/office/drawing/2014/main" id="{8F5BE630-51C4-6935-BCD3-709C4334B38F}"/>
              </a:ext>
            </a:extLst>
          </p:cNvPr>
          <p:cNvGrpSpPr/>
          <p:nvPr/>
        </p:nvGrpSpPr>
        <p:grpSpPr>
          <a:xfrm>
            <a:off x="13730009" y="0"/>
            <a:ext cx="4557991" cy="9563100"/>
            <a:chOff x="0" y="0"/>
            <a:chExt cx="1200458" cy="2709333"/>
          </a:xfrm>
        </p:grpSpPr>
        <p:sp>
          <p:nvSpPr>
            <p:cNvPr id="10" name="Freeform 11">
              <a:extLst>
                <a:ext uri="{FF2B5EF4-FFF2-40B4-BE49-F238E27FC236}">
                  <a16:creationId xmlns:a16="http://schemas.microsoft.com/office/drawing/2014/main" id="{4C926707-EB13-29A6-4AD0-CE9DC5B328E8}"/>
                </a:ext>
              </a:extLst>
            </p:cNvPr>
            <p:cNvSpPr/>
            <p:nvPr/>
          </p:nvSpPr>
          <p:spPr>
            <a:xfrm>
              <a:off x="0" y="0"/>
              <a:ext cx="1200458" cy="2709333"/>
            </a:xfrm>
            <a:custGeom>
              <a:avLst/>
              <a:gdLst/>
              <a:ahLst/>
              <a:cxnLst/>
              <a:rect l="l" t="t" r="r" b="b"/>
              <a:pathLst>
                <a:path w="1200458" h="2709333">
                  <a:moveTo>
                    <a:pt x="0" y="0"/>
                  </a:moveTo>
                  <a:lnTo>
                    <a:pt x="1200458" y="0"/>
                  </a:lnTo>
                  <a:lnTo>
                    <a:pt x="1200458" y="2709333"/>
                  </a:lnTo>
                  <a:lnTo>
                    <a:pt x="0" y="2709333"/>
                  </a:lnTo>
                  <a:close/>
                </a:path>
              </a:pathLst>
            </a:custGeom>
            <a:solidFill>
              <a:srgbClr val="2E3A6E"/>
            </a:solidFill>
          </p:spPr>
          <p:txBody>
            <a:bodyPr/>
            <a:lstStyle/>
            <a:p>
              <a:endParaRPr lang="en-US"/>
            </a:p>
          </p:txBody>
        </p:sp>
        <p:sp>
          <p:nvSpPr>
            <p:cNvPr id="11" name="TextBox 12">
              <a:extLst>
                <a:ext uri="{FF2B5EF4-FFF2-40B4-BE49-F238E27FC236}">
                  <a16:creationId xmlns:a16="http://schemas.microsoft.com/office/drawing/2014/main" id="{8DD0BEBE-8BBA-9A8A-747C-F879986840EB}"/>
                </a:ext>
              </a:extLst>
            </p:cNvPr>
            <p:cNvSpPr txBox="1"/>
            <p:nvPr/>
          </p:nvSpPr>
          <p:spPr>
            <a:xfrm>
              <a:off x="0" y="-47625"/>
              <a:ext cx="1200458" cy="2756958"/>
            </a:xfrm>
            <a:prstGeom prst="rect">
              <a:avLst/>
            </a:prstGeom>
          </p:spPr>
          <p:txBody>
            <a:bodyPr lIns="50800" tIns="50800" rIns="50800" bIns="50800" rtlCol="0" anchor="ctr"/>
            <a:lstStyle/>
            <a:p>
              <a:pPr algn="ctr">
                <a:lnSpc>
                  <a:spcPts val="2239"/>
                </a:lnSpc>
              </a:pPr>
              <a:endParaRPr/>
            </a:p>
          </p:txBody>
        </p:sp>
      </p:grpSp>
    </p:spTree>
    <p:extLst>
      <p:ext uri="{BB962C8B-B14F-4D97-AF65-F5344CB8AC3E}">
        <p14:creationId xmlns:p14="http://schemas.microsoft.com/office/powerpoint/2010/main" val="1088380037"/>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graphicEl>
                                              <a:dgm id="{2B2B7240-59BA-42A9-B238-C7150608A8ED}"/>
                                            </p:graphicEl>
                                          </p:spTgt>
                                        </p:tgtEl>
                                        <p:attrNameLst>
                                          <p:attrName>style.visibility</p:attrName>
                                        </p:attrNameLst>
                                      </p:cBhvr>
                                      <p:to>
                                        <p:strVal val="visible"/>
                                      </p:to>
                                    </p:set>
                                    <p:anim calcmode="lin" valueType="num">
                                      <p:cBhvr additive="base">
                                        <p:cTn id="7" dur="500" fill="hold"/>
                                        <p:tgtEl>
                                          <p:spTgt spid="4">
                                            <p:graphicEl>
                                              <a:dgm id="{2B2B7240-59BA-42A9-B238-C7150608A8ED}"/>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graphicEl>
                                              <a:dgm id="{2B2B7240-59BA-42A9-B238-C7150608A8ED}"/>
                                            </p:graphic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graphicEl>
                                              <a:dgm id="{9C349B76-CC84-42BD-BFA3-5123A22639D4}"/>
                                            </p:graphicEl>
                                          </p:spTgt>
                                        </p:tgtEl>
                                        <p:attrNameLst>
                                          <p:attrName>style.visibility</p:attrName>
                                        </p:attrNameLst>
                                      </p:cBhvr>
                                      <p:to>
                                        <p:strVal val="visible"/>
                                      </p:to>
                                    </p:set>
                                    <p:anim calcmode="lin" valueType="num">
                                      <p:cBhvr additive="base">
                                        <p:cTn id="13" dur="500" fill="hold"/>
                                        <p:tgtEl>
                                          <p:spTgt spid="4">
                                            <p:graphicEl>
                                              <a:dgm id="{9C349B76-CC84-42BD-BFA3-5123A22639D4}"/>
                                            </p:graphic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graphicEl>
                                              <a:dgm id="{9C349B76-CC84-42BD-BFA3-5123A22639D4}"/>
                                            </p:graphic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
                                            <p:graphicEl>
                                              <a:dgm id="{E2001AC8-2CC6-480E-A5D9-54F20DF5758E}"/>
                                            </p:graphicEl>
                                          </p:spTgt>
                                        </p:tgtEl>
                                        <p:attrNameLst>
                                          <p:attrName>style.visibility</p:attrName>
                                        </p:attrNameLst>
                                      </p:cBhvr>
                                      <p:to>
                                        <p:strVal val="visible"/>
                                      </p:to>
                                    </p:set>
                                    <p:anim calcmode="lin" valueType="num">
                                      <p:cBhvr additive="base">
                                        <p:cTn id="19" dur="500" fill="hold"/>
                                        <p:tgtEl>
                                          <p:spTgt spid="4">
                                            <p:graphicEl>
                                              <a:dgm id="{E2001AC8-2CC6-480E-A5D9-54F20DF5758E}"/>
                                            </p:graphic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graphicEl>
                                              <a:dgm id="{E2001AC8-2CC6-480E-A5D9-54F20DF5758E}"/>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Sub>
          <a:bldDgm bld="one"/>
        </p:bldSub>
      </p:bldGraphic>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idx="12"/>
          </p:nvPr>
        </p:nvSpPr>
        <p:spPr/>
        <p:txBody>
          <a:bodyPr/>
          <a:lstStyle/>
          <a:p>
            <a:pPr algn="ctr"/>
            <a:fld id="{00000000-1234-1234-1234-123412341234}" type="slidenum">
              <a:rPr lang="en-US" smtClean="0"/>
              <a:pPr algn="ctr"/>
              <a:t>33</a:t>
            </a:fld>
            <a:endParaRPr lang="en-US"/>
          </a:p>
        </p:txBody>
      </p:sp>
      <p:graphicFrame>
        <p:nvGraphicFramePr>
          <p:cNvPr id="4" name="Diagram 3"/>
          <p:cNvGraphicFramePr/>
          <p:nvPr>
            <p:extLst>
              <p:ext uri="{D42A27DB-BD31-4B8C-83A1-F6EECF244321}">
                <p14:modId xmlns:p14="http://schemas.microsoft.com/office/powerpoint/2010/main" val="3552623614"/>
              </p:ext>
            </p:extLst>
          </p:nvPr>
        </p:nvGraphicFramePr>
        <p:xfrm>
          <a:off x="52380" y="1685715"/>
          <a:ext cx="12039600" cy="765169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itle 1"/>
          <p:cNvSpPr txBox="1">
            <a:spLocks/>
          </p:cNvSpPr>
          <p:nvPr/>
        </p:nvSpPr>
        <p:spPr>
          <a:xfrm>
            <a:off x="1280623" y="948916"/>
            <a:ext cx="6356780" cy="1021773"/>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GB" sz="4800" dirty="0">
                <a:solidFill>
                  <a:schemeClr val="tx2">
                    <a:lumMod val="75000"/>
                  </a:schemeClr>
                </a:solidFill>
                <a:latin typeface="Segoe UI 1" panose="020B0802040204020203" charset="0"/>
                <a:cs typeface="Segoe UI 1" panose="020B0802040204020203" charset="0"/>
              </a:rPr>
              <a:t>ML vs DL</a:t>
            </a:r>
            <a:endParaRPr lang="en-US" sz="4800" dirty="0">
              <a:solidFill>
                <a:schemeClr val="tx2">
                  <a:lumMod val="75000"/>
                </a:schemeClr>
              </a:solidFill>
              <a:latin typeface="Segoe UI 1" panose="020B0802040204020203" charset="0"/>
              <a:cs typeface="Segoe UI 1" panose="020B0802040204020203" charset="0"/>
            </a:endParaRPr>
          </a:p>
        </p:txBody>
      </p:sp>
      <p:grpSp>
        <p:nvGrpSpPr>
          <p:cNvPr id="7" name="Group 3">
            <a:extLst>
              <a:ext uri="{FF2B5EF4-FFF2-40B4-BE49-F238E27FC236}">
                <a16:creationId xmlns:a16="http://schemas.microsoft.com/office/drawing/2014/main" id="{3D418609-2F76-130E-14AE-86DEC5FB4D02}"/>
              </a:ext>
            </a:extLst>
          </p:cNvPr>
          <p:cNvGrpSpPr/>
          <p:nvPr/>
        </p:nvGrpSpPr>
        <p:grpSpPr>
          <a:xfrm>
            <a:off x="816554" y="1179444"/>
            <a:ext cx="424292" cy="424292"/>
            <a:chOff x="0" y="0"/>
            <a:chExt cx="812800" cy="812800"/>
          </a:xfrm>
        </p:grpSpPr>
        <p:sp>
          <p:nvSpPr>
            <p:cNvPr id="8" name="Freeform 4">
              <a:extLst>
                <a:ext uri="{FF2B5EF4-FFF2-40B4-BE49-F238E27FC236}">
                  <a16:creationId xmlns:a16="http://schemas.microsoft.com/office/drawing/2014/main" id="{542FE6D8-3CEA-4B3E-018E-CBC17A8C735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E3A6E"/>
            </a:solidFill>
          </p:spPr>
          <p:txBody>
            <a:bodyPr/>
            <a:lstStyle/>
            <a:p>
              <a:endParaRPr lang="en-US"/>
            </a:p>
          </p:txBody>
        </p:sp>
        <p:sp>
          <p:nvSpPr>
            <p:cNvPr id="9" name="TextBox 5">
              <a:extLst>
                <a:ext uri="{FF2B5EF4-FFF2-40B4-BE49-F238E27FC236}">
                  <a16:creationId xmlns:a16="http://schemas.microsoft.com/office/drawing/2014/main" id="{07CC5BB2-91A0-F498-3F38-46BAD0524608}"/>
                </a:ext>
              </a:extLst>
            </p:cNvPr>
            <p:cNvSpPr txBox="1"/>
            <p:nvPr/>
          </p:nvSpPr>
          <p:spPr>
            <a:xfrm>
              <a:off x="76200" y="28575"/>
              <a:ext cx="660400" cy="708025"/>
            </a:xfrm>
            <a:prstGeom prst="rect">
              <a:avLst/>
            </a:prstGeom>
          </p:spPr>
          <p:txBody>
            <a:bodyPr lIns="50800" tIns="50800" rIns="50800" bIns="50800" rtlCol="0" anchor="ctr"/>
            <a:lstStyle/>
            <a:p>
              <a:pPr algn="ctr">
                <a:lnSpc>
                  <a:spcPts val="2239"/>
                </a:lnSpc>
              </a:pPr>
              <a:endParaRPr/>
            </a:p>
          </p:txBody>
        </p:sp>
      </p:grpSp>
      <p:grpSp>
        <p:nvGrpSpPr>
          <p:cNvPr id="10" name="Group 10">
            <a:extLst>
              <a:ext uri="{FF2B5EF4-FFF2-40B4-BE49-F238E27FC236}">
                <a16:creationId xmlns:a16="http://schemas.microsoft.com/office/drawing/2014/main" id="{8F5BE630-51C4-6935-BCD3-709C4334B38F}"/>
              </a:ext>
            </a:extLst>
          </p:cNvPr>
          <p:cNvGrpSpPr/>
          <p:nvPr/>
        </p:nvGrpSpPr>
        <p:grpSpPr>
          <a:xfrm>
            <a:off x="13730009" y="0"/>
            <a:ext cx="4557991" cy="9563100"/>
            <a:chOff x="0" y="0"/>
            <a:chExt cx="1200458" cy="2709333"/>
          </a:xfrm>
        </p:grpSpPr>
        <p:sp>
          <p:nvSpPr>
            <p:cNvPr id="11" name="Freeform 11">
              <a:extLst>
                <a:ext uri="{FF2B5EF4-FFF2-40B4-BE49-F238E27FC236}">
                  <a16:creationId xmlns:a16="http://schemas.microsoft.com/office/drawing/2014/main" id="{4C926707-EB13-29A6-4AD0-CE9DC5B328E8}"/>
                </a:ext>
              </a:extLst>
            </p:cNvPr>
            <p:cNvSpPr/>
            <p:nvPr/>
          </p:nvSpPr>
          <p:spPr>
            <a:xfrm>
              <a:off x="0" y="0"/>
              <a:ext cx="1200458" cy="2709333"/>
            </a:xfrm>
            <a:custGeom>
              <a:avLst/>
              <a:gdLst/>
              <a:ahLst/>
              <a:cxnLst/>
              <a:rect l="l" t="t" r="r" b="b"/>
              <a:pathLst>
                <a:path w="1200458" h="2709333">
                  <a:moveTo>
                    <a:pt x="0" y="0"/>
                  </a:moveTo>
                  <a:lnTo>
                    <a:pt x="1200458" y="0"/>
                  </a:lnTo>
                  <a:lnTo>
                    <a:pt x="1200458" y="2709333"/>
                  </a:lnTo>
                  <a:lnTo>
                    <a:pt x="0" y="2709333"/>
                  </a:lnTo>
                  <a:close/>
                </a:path>
              </a:pathLst>
            </a:custGeom>
            <a:solidFill>
              <a:srgbClr val="2E3A6E"/>
            </a:solidFill>
          </p:spPr>
          <p:txBody>
            <a:bodyPr/>
            <a:lstStyle/>
            <a:p>
              <a:endParaRPr lang="en-US"/>
            </a:p>
          </p:txBody>
        </p:sp>
        <p:sp>
          <p:nvSpPr>
            <p:cNvPr id="12" name="TextBox 12">
              <a:extLst>
                <a:ext uri="{FF2B5EF4-FFF2-40B4-BE49-F238E27FC236}">
                  <a16:creationId xmlns:a16="http://schemas.microsoft.com/office/drawing/2014/main" id="{8DD0BEBE-8BBA-9A8A-747C-F879986840EB}"/>
                </a:ext>
              </a:extLst>
            </p:cNvPr>
            <p:cNvSpPr txBox="1"/>
            <p:nvPr/>
          </p:nvSpPr>
          <p:spPr>
            <a:xfrm>
              <a:off x="0" y="-47625"/>
              <a:ext cx="1200458" cy="2756958"/>
            </a:xfrm>
            <a:prstGeom prst="rect">
              <a:avLst/>
            </a:prstGeom>
          </p:spPr>
          <p:txBody>
            <a:bodyPr lIns="50800" tIns="50800" rIns="50800" bIns="50800" rtlCol="0" anchor="ctr"/>
            <a:lstStyle/>
            <a:p>
              <a:pPr algn="ctr">
                <a:lnSpc>
                  <a:spcPts val="2239"/>
                </a:lnSpc>
              </a:pPr>
              <a:endParaRPr/>
            </a:p>
          </p:txBody>
        </p:sp>
      </p:grpSp>
      <p:pic>
        <p:nvPicPr>
          <p:cNvPr id="5" name="Picture 4"/>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058400" y="1970689"/>
            <a:ext cx="7081747" cy="7081747"/>
          </a:xfrm>
          <a:prstGeom prst="rect">
            <a:avLst/>
          </a:prstGeom>
        </p:spPr>
      </p:pic>
    </p:spTree>
    <p:extLst>
      <p:ext uri="{BB962C8B-B14F-4D97-AF65-F5344CB8AC3E}">
        <p14:creationId xmlns:p14="http://schemas.microsoft.com/office/powerpoint/2010/main" val="2975363353"/>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0-#ppt_w/2"/>
                                          </p:val>
                                        </p:tav>
                                        <p:tav tm="100000">
                                          <p:val>
                                            <p:strVal val="#ppt_x"/>
                                          </p:val>
                                        </p:tav>
                                      </p:tavLst>
                                    </p:anim>
                                    <p:anim calcmode="lin" valueType="num">
                                      <p:cBhvr additive="base">
                                        <p:cTn id="12" dur="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idx="12"/>
          </p:nvPr>
        </p:nvSpPr>
        <p:spPr/>
        <p:txBody>
          <a:bodyPr/>
          <a:lstStyle/>
          <a:p>
            <a:pPr algn="ctr"/>
            <a:fld id="{00000000-1234-1234-1234-123412341234}" type="slidenum">
              <a:rPr lang="en-US" smtClean="0"/>
              <a:pPr algn="ctr"/>
              <a:t>34</a:t>
            </a:fld>
            <a:endParaRPr lang="en-US"/>
          </a:p>
        </p:txBody>
      </p:sp>
      <p:sp>
        <p:nvSpPr>
          <p:cNvPr id="5" name="Title 1"/>
          <p:cNvSpPr txBox="1">
            <a:spLocks/>
          </p:cNvSpPr>
          <p:nvPr/>
        </p:nvSpPr>
        <p:spPr>
          <a:xfrm>
            <a:off x="1280623" y="948916"/>
            <a:ext cx="6356780" cy="1021773"/>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GB" sz="4800" dirty="0">
                <a:solidFill>
                  <a:schemeClr val="tx2">
                    <a:lumMod val="75000"/>
                  </a:schemeClr>
                </a:solidFill>
                <a:latin typeface="Segoe UI 1" panose="020B0802040204020203" charset="0"/>
                <a:cs typeface="Segoe UI 1" panose="020B0802040204020203" charset="0"/>
              </a:rPr>
              <a:t>Machine Learning</a:t>
            </a:r>
            <a:endParaRPr lang="en-US" sz="4800" dirty="0">
              <a:solidFill>
                <a:schemeClr val="tx2">
                  <a:lumMod val="75000"/>
                </a:schemeClr>
              </a:solidFill>
              <a:latin typeface="Segoe UI 1" panose="020B0802040204020203" charset="0"/>
              <a:cs typeface="Segoe UI 1" panose="020B0802040204020203" charset="0"/>
            </a:endParaRPr>
          </a:p>
        </p:txBody>
      </p:sp>
      <p:grpSp>
        <p:nvGrpSpPr>
          <p:cNvPr id="6" name="Group 3">
            <a:extLst>
              <a:ext uri="{FF2B5EF4-FFF2-40B4-BE49-F238E27FC236}">
                <a16:creationId xmlns:a16="http://schemas.microsoft.com/office/drawing/2014/main" id="{3D418609-2F76-130E-14AE-86DEC5FB4D02}"/>
              </a:ext>
            </a:extLst>
          </p:cNvPr>
          <p:cNvGrpSpPr/>
          <p:nvPr/>
        </p:nvGrpSpPr>
        <p:grpSpPr>
          <a:xfrm>
            <a:off x="816554" y="1179444"/>
            <a:ext cx="424292" cy="424292"/>
            <a:chOff x="0" y="0"/>
            <a:chExt cx="812800" cy="812800"/>
          </a:xfrm>
        </p:grpSpPr>
        <p:sp>
          <p:nvSpPr>
            <p:cNvPr id="7" name="Freeform 4">
              <a:extLst>
                <a:ext uri="{FF2B5EF4-FFF2-40B4-BE49-F238E27FC236}">
                  <a16:creationId xmlns:a16="http://schemas.microsoft.com/office/drawing/2014/main" id="{542FE6D8-3CEA-4B3E-018E-CBC17A8C735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E3A6E"/>
            </a:solidFill>
          </p:spPr>
          <p:txBody>
            <a:bodyPr/>
            <a:lstStyle/>
            <a:p>
              <a:endParaRPr lang="en-US"/>
            </a:p>
          </p:txBody>
        </p:sp>
        <p:sp>
          <p:nvSpPr>
            <p:cNvPr id="8" name="TextBox 5">
              <a:extLst>
                <a:ext uri="{FF2B5EF4-FFF2-40B4-BE49-F238E27FC236}">
                  <a16:creationId xmlns:a16="http://schemas.microsoft.com/office/drawing/2014/main" id="{07CC5BB2-91A0-F498-3F38-46BAD0524608}"/>
                </a:ext>
              </a:extLst>
            </p:cNvPr>
            <p:cNvSpPr txBox="1"/>
            <p:nvPr/>
          </p:nvSpPr>
          <p:spPr>
            <a:xfrm>
              <a:off x="76200" y="28575"/>
              <a:ext cx="660400" cy="708025"/>
            </a:xfrm>
            <a:prstGeom prst="rect">
              <a:avLst/>
            </a:prstGeom>
          </p:spPr>
          <p:txBody>
            <a:bodyPr lIns="50800" tIns="50800" rIns="50800" bIns="50800" rtlCol="0" anchor="ctr"/>
            <a:lstStyle/>
            <a:p>
              <a:pPr algn="ctr">
                <a:lnSpc>
                  <a:spcPts val="2239"/>
                </a:lnSpc>
              </a:pPr>
              <a:endParaRPr/>
            </a:p>
          </p:txBody>
        </p:sp>
      </p:grpSp>
      <p:grpSp>
        <p:nvGrpSpPr>
          <p:cNvPr id="9" name="Group 10">
            <a:extLst>
              <a:ext uri="{FF2B5EF4-FFF2-40B4-BE49-F238E27FC236}">
                <a16:creationId xmlns:a16="http://schemas.microsoft.com/office/drawing/2014/main" id="{8F5BE630-51C4-6935-BCD3-709C4334B38F}"/>
              </a:ext>
            </a:extLst>
          </p:cNvPr>
          <p:cNvGrpSpPr/>
          <p:nvPr/>
        </p:nvGrpSpPr>
        <p:grpSpPr>
          <a:xfrm>
            <a:off x="13730009" y="0"/>
            <a:ext cx="4557991" cy="9563100"/>
            <a:chOff x="0" y="0"/>
            <a:chExt cx="1200458" cy="2709333"/>
          </a:xfrm>
        </p:grpSpPr>
        <p:sp>
          <p:nvSpPr>
            <p:cNvPr id="10" name="Freeform 11">
              <a:extLst>
                <a:ext uri="{FF2B5EF4-FFF2-40B4-BE49-F238E27FC236}">
                  <a16:creationId xmlns:a16="http://schemas.microsoft.com/office/drawing/2014/main" id="{4C926707-EB13-29A6-4AD0-CE9DC5B328E8}"/>
                </a:ext>
              </a:extLst>
            </p:cNvPr>
            <p:cNvSpPr/>
            <p:nvPr/>
          </p:nvSpPr>
          <p:spPr>
            <a:xfrm>
              <a:off x="0" y="0"/>
              <a:ext cx="1200458" cy="2709333"/>
            </a:xfrm>
            <a:custGeom>
              <a:avLst/>
              <a:gdLst/>
              <a:ahLst/>
              <a:cxnLst/>
              <a:rect l="l" t="t" r="r" b="b"/>
              <a:pathLst>
                <a:path w="1200458" h="2709333">
                  <a:moveTo>
                    <a:pt x="0" y="0"/>
                  </a:moveTo>
                  <a:lnTo>
                    <a:pt x="1200458" y="0"/>
                  </a:lnTo>
                  <a:lnTo>
                    <a:pt x="1200458" y="2709333"/>
                  </a:lnTo>
                  <a:lnTo>
                    <a:pt x="0" y="2709333"/>
                  </a:lnTo>
                  <a:close/>
                </a:path>
              </a:pathLst>
            </a:custGeom>
            <a:solidFill>
              <a:srgbClr val="2E3A6E"/>
            </a:solidFill>
          </p:spPr>
          <p:txBody>
            <a:bodyPr/>
            <a:lstStyle/>
            <a:p>
              <a:endParaRPr lang="en-US"/>
            </a:p>
          </p:txBody>
        </p:sp>
        <p:sp>
          <p:nvSpPr>
            <p:cNvPr id="11" name="TextBox 12">
              <a:extLst>
                <a:ext uri="{FF2B5EF4-FFF2-40B4-BE49-F238E27FC236}">
                  <a16:creationId xmlns:a16="http://schemas.microsoft.com/office/drawing/2014/main" id="{8DD0BEBE-8BBA-9A8A-747C-F879986840EB}"/>
                </a:ext>
              </a:extLst>
            </p:cNvPr>
            <p:cNvSpPr txBox="1"/>
            <p:nvPr/>
          </p:nvSpPr>
          <p:spPr>
            <a:xfrm>
              <a:off x="0" y="-47625"/>
              <a:ext cx="1200458" cy="2756958"/>
            </a:xfrm>
            <a:prstGeom prst="rect">
              <a:avLst/>
            </a:prstGeom>
          </p:spPr>
          <p:txBody>
            <a:bodyPr lIns="50800" tIns="50800" rIns="50800" bIns="50800" rtlCol="0" anchor="ctr"/>
            <a:lstStyle/>
            <a:p>
              <a:pPr algn="ctr">
                <a:lnSpc>
                  <a:spcPts val="2239"/>
                </a:lnSpc>
              </a:pPr>
              <a:endParaRPr/>
            </a:p>
          </p:txBody>
        </p:sp>
      </p:grpSp>
      <p:graphicFrame>
        <p:nvGraphicFramePr>
          <p:cNvPr id="4" name="Diagram 3"/>
          <p:cNvGraphicFramePr/>
          <p:nvPr>
            <p:extLst>
              <p:ext uri="{D42A27DB-BD31-4B8C-83A1-F6EECF244321}">
                <p14:modId xmlns:p14="http://schemas.microsoft.com/office/powerpoint/2010/main" val="1287943451"/>
              </p:ext>
            </p:extLst>
          </p:nvPr>
        </p:nvGraphicFramePr>
        <p:xfrm>
          <a:off x="-342900" y="2138790"/>
          <a:ext cx="17754600" cy="676751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85171544"/>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idx="12"/>
          </p:nvPr>
        </p:nvSpPr>
        <p:spPr/>
        <p:txBody>
          <a:bodyPr/>
          <a:lstStyle/>
          <a:p>
            <a:pPr algn="ctr"/>
            <a:fld id="{00000000-1234-1234-1234-123412341234}" type="slidenum">
              <a:rPr lang="en-US" smtClean="0"/>
              <a:pPr algn="ctr"/>
              <a:t>35</a:t>
            </a:fld>
            <a:endParaRPr lang="en-US"/>
          </a:p>
        </p:txBody>
      </p:sp>
      <p:sp>
        <p:nvSpPr>
          <p:cNvPr id="5" name="Title 1"/>
          <p:cNvSpPr txBox="1">
            <a:spLocks/>
          </p:cNvSpPr>
          <p:nvPr/>
        </p:nvSpPr>
        <p:spPr>
          <a:xfrm>
            <a:off x="1280623" y="948916"/>
            <a:ext cx="6356780" cy="1021773"/>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GB" sz="4800" dirty="0">
                <a:solidFill>
                  <a:schemeClr val="tx2">
                    <a:lumMod val="75000"/>
                  </a:schemeClr>
                </a:solidFill>
                <a:latin typeface="Segoe UI 1" panose="020B0802040204020203" charset="0"/>
                <a:cs typeface="Segoe UI 1" panose="020B0802040204020203" charset="0"/>
              </a:rPr>
              <a:t>Categories of ML</a:t>
            </a:r>
            <a:endParaRPr lang="en-US" sz="4800" dirty="0">
              <a:solidFill>
                <a:schemeClr val="tx2">
                  <a:lumMod val="75000"/>
                </a:schemeClr>
              </a:solidFill>
              <a:latin typeface="Segoe UI 1" panose="020B0802040204020203" charset="0"/>
              <a:cs typeface="Segoe UI 1" panose="020B0802040204020203" charset="0"/>
            </a:endParaRPr>
          </a:p>
        </p:txBody>
      </p:sp>
      <p:grpSp>
        <p:nvGrpSpPr>
          <p:cNvPr id="6" name="Group 3">
            <a:extLst>
              <a:ext uri="{FF2B5EF4-FFF2-40B4-BE49-F238E27FC236}">
                <a16:creationId xmlns:a16="http://schemas.microsoft.com/office/drawing/2014/main" id="{3D418609-2F76-130E-14AE-86DEC5FB4D02}"/>
              </a:ext>
            </a:extLst>
          </p:cNvPr>
          <p:cNvGrpSpPr/>
          <p:nvPr/>
        </p:nvGrpSpPr>
        <p:grpSpPr>
          <a:xfrm>
            <a:off x="816554" y="1179444"/>
            <a:ext cx="424292" cy="424292"/>
            <a:chOff x="0" y="0"/>
            <a:chExt cx="812800" cy="812800"/>
          </a:xfrm>
        </p:grpSpPr>
        <p:sp>
          <p:nvSpPr>
            <p:cNvPr id="7" name="Freeform 4">
              <a:extLst>
                <a:ext uri="{FF2B5EF4-FFF2-40B4-BE49-F238E27FC236}">
                  <a16:creationId xmlns:a16="http://schemas.microsoft.com/office/drawing/2014/main" id="{542FE6D8-3CEA-4B3E-018E-CBC17A8C735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E3A6E"/>
            </a:solidFill>
          </p:spPr>
          <p:txBody>
            <a:bodyPr/>
            <a:lstStyle/>
            <a:p>
              <a:endParaRPr lang="en-US"/>
            </a:p>
          </p:txBody>
        </p:sp>
        <p:sp>
          <p:nvSpPr>
            <p:cNvPr id="8" name="TextBox 5">
              <a:extLst>
                <a:ext uri="{FF2B5EF4-FFF2-40B4-BE49-F238E27FC236}">
                  <a16:creationId xmlns:a16="http://schemas.microsoft.com/office/drawing/2014/main" id="{07CC5BB2-91A0-F498-3F38-46BAD0524608}"/>
                </a:ext>
              </a:extLst>
            </p:cNvPr>
            <p:cNvSpPr txBox="1"/>
            <p:nvPr/>
          </p:nvSpPr>
          <p:spPr>
            <a:xfrm>
              <a:off x="76200" y="28575"/>
              <a:ext cx="660400" cy="708025"/>
            </a:xfrm>
            <a:prstGeom prst="rect">
              <a:avLst/>
            </a:prstGeom>
          </p:spPr>
          <p:txBody>
            <a:bodyPr lIns="50800" tIns="50800" rIns="50800" bIns="50800" rtlCol="0" anchor="ctr"/>
            <a:lstStyle/>
            <a:p>
              <a:pPr algn="ctr">
                <a:lnSpc>
                  <a:spcPts val="2239"/>
                </a:lnSpc>
              </a:pPr>
              <a:endParaRPr/>
            </a:p>
          </p:txBody>
        </p:sp>
      </p:grpSp>
      <p:grpSp>
        <p:nvGrpSpPr>
          <p:cNvPr id="9" name="Group 10">
            <a:extLst>
              <a:ext uri="{FF2B5EF4-FFF2-40B4-BE49-F238E27FC236}">
                <a16:creationId xmlns:a16="http://schemas.microsoft.com/office/drawing/2014/main" id="{8F5BE630-51C4-6935-BCD3-709C4334B38F}"/>
              </a:ext>
            </a:extLst>
          </p:cNvPr>
          <p:cNvGrpSpPr/>
          <p:nvPr/>
        </p:nvGrpSpPr>
        <p:grpSpPr>
          <a:xfrm>
            <a:off x="13730009" y="0"/>
            <a:ext cx="4557991" cy="9563100"/>
            <a:chOff x="0" y="0"/>
            <a:chExt cx="1200458" cy="2709333"/>
          </a:xfrm>
        </p:grpSpPr>
        <p:sp>
          <p:nvSpPr>
            <p:cNvPr id="10" name="Freeform 11">
              <a:extLst>
                <a:ext uri="{FF2B5EF4-FFF2-40B4-BE49-F238E27FC236}">
                  <a16:creationId xmlns:a16="http://schemas.microsoft.com/office/drawing/2014/main" id="{4C926707-EB13-29A6-4AD0-CE9DC5B328E8}"/>
                </a:ext>
              </a:extLst>
            </p:cNvPr>
            <p:cNvSpPr/>
            <p:nvPr/>
          </p:nvSpPr>
          <p:spPr>
            <a:xfrm>
              <a:off x="0" y="0"/>
              <a:ext cx="1200458" cy="2709333"/>
            </a:xfrm>
            <a:custGeom>
              <a:avLst/>
              <a:gdLst/>
              <a:ahLst/>
              <a:cxnLst/>
              <a:rect l="l" t="t" r="r" b="b"/>
              <a:pathLst>
                <a:path w="1200458" h="2709333">
                  <a:moveTo>
                    <a:pt x="0" y="0"/>
                  </a:moveTo>
                  <a:lnTo>
                    <a:pt x="1200458" y="0"/>
                  </a:lnTo>
                  <a:lnTo>
                    <a:pt x="1200458" y="2709333"/>
                  </a:lnTo>
                  <a:lnTo>
                    <a:pt x="0" y="2709333"/>
                  </a:lnTo>
                  <a:close/>
                </a:path>
              </a:pathLst>
            </a:custGeom>
            <a:solidFill>
              <a:srgbClr val="2E3A6E"/>
            </a:solidFill>
          </p:spPr>
          <p:txBody>
            <a:bodyPr/>
            <a:lstStyle/>
            <a:p>
              <a:endParaRPr lang="en-US"/>
            </a:p>
          </p:txBody>
        </p:sp>
        <p:sp>
          <p:nvSpPr>
            <p:cNvPr id="11" name="TextBox 12">
              <a:extLst>
                <a:ext uri="{FF2B5EF4-FFF2-40B4-BE49-F238E27FC236}">
                  <a16:creationId xmlns:a16="http://schemas.microsoft.com/office/drawing/2014/main" id="{8DD0BEBE-8BBA-9A8A-747C-F879986840EB}"/>
                </a:ext>
              </a:extLst>
            </p:cNvPr>
            <p:cNvSpPr txBox="1"/>
            <p:nvPr/>
          </p:nvSpPr>
          <p:spPr>
            <a:xfrm>
              <a:off x="0" y="-47625"/>
              <a:ext cx="1200458" cy="2756958"/>
            </a:xfrm>
            <a:prstGeom prst="rect">
              <a:avLst/>
            </a:prstGeom>
          </p:spPr>
          <p:txBody>
            <a:bodyPr lIns="50800" tIns="50800" rIns="50800" bIns="50800" rtlCol="0" anchor="ctr"/>
            <a:lstStyle/>
            <a:p>
              <a:pPr algn="ctr">
                <a:lnSpc>
                  <a:spcPts val="2239"/>
                </a:lnSpc>
              </a:pPr>
              <a:endParaRPr/>
            </a:p>
          </p:txBody>
        </p:sp>
      </p:grpSp>
      <p:graphicFrame>
        <p:nvGraphicFramePr>
          <p:cNvPr id="4" name="Diagram 3"/>
          <p:cNvGraphicFramePr/>
          <p:nvPr>
            <p:extLst>
              <p:ext uri="{D42A27DB-BD31-4B8C-83A1-F6EECF244321}">
                <p14:modId xmlns:p14="http://schemas.microsoft.com/office/powerpoint/2010/main" val="2770909688"/>
              </p:ext>
            </p:extLst>
          </p:nvPr>
        </p:nvGraphicFramePr>
        <p:xfrm>
          <a:off x="1447800" y="2247900"/>
          <a:ext cx="15925800" cy="668165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00164539"/>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4">
                                            <p:graphicEl>
                                              <a:dgm id="{D315112F-44C3-4580-B42E-1BE195280AFD}"/>
                                            </p:graphicEl>
                                          </p:spTgt>
                                        </p:tgtEl>
                                        <p:attrNameLst>
                                          <p:attrName>style.visibility</p:attrName>
                                        </p:attrNameLst>
                                      </p:cBhvr>
                                      <p:to>
                                        <p:strVal val="visible"/>
                                      </p:to>
                                    </p:set>
                                    <p:anim calcmode="lin" valueType="num">
                                      <p:cBhvr additive="base">
                                        <p:cTn id="7" dur="500" fill="hold"/>
                                        <p:tgtEl>
                                          <p:spTgt spid="4">
                                            <p:graphicEl>
                                              <a:dgm id="{D315112F-44C3-4580-B42E-1BE195280AFD}"/>
                                            </p:graphicEl>
                                          </p:spTgt>
                                        </p:tgtEl>
                                        <p:attrNameLst>
                                          <p:attrName>ppt_x</p:attrName>
                                        </p:attrNameLst>
                                      </p:cBhvr>
                                      <p:tavLst>
                                        <p:tav tm="0">
                                          <p:val>
                                            <p:strVal val="1+#ppt_w/2"/>
                                          </p:val>
                                        </p:tav>
                                        <p:tav tm="100000">
                                          <p:val>
                                            <p:strVal val="#ppt_x"/>
                                          </p:val>
                                        </p:tav>
                                      </p:tavLst>
                                    </p:anim>
                                    <p:anim calcmode="lin" valueType="num">
                                      <p:cBhvr additive="base">
                                        <p:cTn id="8" dur="500" fill="hold"/>
                                        <p:tgtEl>
                                          <p:spTgt spid="4">
                                            <p:graphicEl>
                                              <a:dgm id="{D315112F-44C3-4580-B42E-1BE195280AFD}"/>
                                            </p:graphic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4">
                                            <p:graphicEl>
                                              <a:dgm id="{A6E31617-CE01-4C9D-8940-591019825EAE}"/>
                                            </p:graphicEl>
                                          </p:spTgt>
                                        </p:tgtEl>
                                        <p:attrNameLst>
                                          <p:attrName>style.visibility</p:attrName>
                                        </p:attrNameLst>
                                      </p:cBhvr>
                                      <p:to>
                                        <p:strVal val="visible"/>
                                      </p:to>
                                    </p:set>
                                    <p:anim calcmode="lin" valueType="num">
                                      <p:cBhvr additive="base">
                                        <p:cTn id="13" dur="500" fill="hold"/>
                                        <p:tgtEl>
                                          <p:spTgt spid="4">
                                            <p:graphicEl>
                                              <a:dgm id="{A6E31617-CE01-4C9D-8940-591019825EAE}"/>
                                            </p:graphic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4">
                                            <p:graphicEl>
                                              <a:dgm id="{A6E31617-CE01-4C9D-8940-591019825EAE}"/>
                                            </p:graphic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4">
                                            <p:graphicEl>
                                              <a:dgm id="{C9F3092B-E69D-4CA8-AA01-198B24C37FDB}"/>
                                            </p:graphicEl>
                                          </p:spTgt>
                                        </p:tgtEl>
                                        <p:attrNameLst>
                                          <p:attrName>style.visibility</p:attrName>
                                        </p:attrNameLst>
                                      </p:cBhvr>
                                      <p:to>
                                        <p:strVal val="visible"/>
                                      </p:to>
                                    </p:set>
                                    <p:anim calcmode="lin" valueType="num">
                                      <p:cBhvr additive="base">
                                        <p:cTn id="19" dur="500" fill="hold"/>
                                        <p:tgtEl>
                                          <p:spTgt spid="4">
                                            <p:graphicEl>
                                              <a:dgm id="{C9F3092B-E69D-4CA8-AA01-198B24C37FDB}"/>
                                            </p:graphic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4">
                                            <p:graphicEl>
                                              <a:dgm id="{C9F3092B-E69D-4CA8-AA01-198B24C37FDB}"/>
                                            </p:graphic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4">
                                            <p:graphicEl>
                                              <a:dgm id="{4F528940-294B-4BE7-B309-48759D405E99}"/>
                                            </p:graphicEl>
                                          </p:spTgt>
                                        </p:tgtEl>
                                        <p:attrNameLst>
                                          <p:attrName>style.visibility</p:attrName>
                                        </p:attrNameLst>
                                      </p:cBhvr>
                                      <p:to>
                                        <p:strVal val="visible"/>
                                      </p:to>
                                    </p:set>
                                    <p:anim calcmode="lin" valueType="num">
                                      <p:cBhvr additive="base">
                                        <p:cTn id="25" dur="500" fill="hold"/>
                                        <p:tgtEl>
                                          <p:spTgt spid="4">
                                            <p:graphicEl>
                                              <a:dgm id="{4F528940-294B-4BE7-B309-48759D405E99}"/>
                                            </p:graphic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4">
                                            <p:graphicEl>
                                              <a:dgm id="{4F528940-294B-4BE7-B309-48759D405E99}"/>
                                            </p:graphic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4">
                                            <p:graphicEl>
                                              <a:dgm id="{1671E9A4-69F1-490F-90E1-E43CE788DF90}"/>
                                            </p:graphicEl>
                                          </p:spTgt>
                                        </p:tgtEl>
                                        <p:attrNameLst>
                                          <p:attrName>style.visibility</p:attrName>
                                        </p:attrNameLst>
                                      </p:cBhvr>
                                      <p:to>
                                        <p:strVal val="visible"/>
                                      </p:to>
                                    </p:set>
                                    <p:anim calcmode="lin" valueType="num">
                                      <p:cBhvr additive="base">
                                        <p:cTn id="31" dur="500" fill="hold"/>
                                        <p:tgtEl>
                                          <p:spTgt spid="4">
                                            <p:graphicEl>
                                              <a:dgm id="{1671E9A4-69F1-490F-90E1-E43CE788DF90}"/>
                                            </p:graphic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4">
                                            <p:graphicEl>
                                              <a:dgm id="{1671E9A4-69F1-490F-90E1-E43CE788DF90}"/>
                                            </p:graphic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4">
                                            <p:graphicEl>
                                              <a:dgm id="{6BA6C3C1-8D27-4D18-9A8F-17A278C96ED7}"/>
                                            </p:graphicEl>
                                          </p:spTgt>
                                        </p:tgtEl>
                                        <p:attrNameLst>
                                          <p:attrName>style.visibility</p:attrName>
                                        </p:attrNameLst>
                                      </p:cBhvr>
                                      <p:to>
                                        <p:strVal val="visible"/>
                                      </p:to>
                                    </p:set>
                                    <p:anim calcmode="lin" valueType="num">
                                      <p:cBhvr additive="base">
                                        <p:cTn id="37" dur="500" fill="hold"/>
                                        <p:tgtEl>
                                          <p:spTgt spid="4">
                                            <p:graphicEl>
                                              <a:dgm id="{6BA6C3C1-8D27-4D18-9A8F-17A278C96ED7}"/>
                                            </p:graphic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4">
                                            <p:graphicEl>
                                              <a:dgm id="{6BA6C3C1-8D27-4D18-9A8F-17A278C96ED7}"/>
                                            </p:graphic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uiExpand="1">
        <p:bldSub>
          <a:bldDgm bld="one"/>
        </p:bldSub>
      </p:bldGraphic>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idx="12"/>
          </p:nvPr>
        </p:nvSpPr>
        <p:spPr/>
        <p:txBody>
          <a:bodyPr/>
          <a:lstStyle/>
          <a:p>
            <a:pPr algn="ctr"/>
            <a:fld id="{00000000-1234-1234-1234-123412341234}" type="slidenum">
              <a:rPr lang="en-US" smtClean="0"/>
              <a:pPr algn="ctr"/>
              <a:t>36</a:t>
            </a:fld>
            <a:endParaRPr lang="en-US"/>
          </a:p>
        </p:txBody>
      </p:sp>
      <p:sp>
        <p:nvSpPr>
          <p:cNvPr id="5" name="Title 1"/>
          <p:cNvSpPr txBox="1">
            <a:spLocks/>
          </p:cNvSpPr>
          <p:nvPr/>
        </p:nvSpPr>
        <p:spPr>
          <a:xfrm>
            <a:off x="1280623" y="948916"/>
            <a:ext cx="6356780" cy="1021773"/>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GB" sz="4800" dirty="0">
                <a:solidFill>
                  <a:schemeClr val="tx2">
                    <a:lumMod val="75000"/>
                  </a:schemeClr>
                </a:solidFill>
                <a:latin typeface="Segoe UI 1" panose="020B0802040204020203" charset="0"/>
                <a:cs typeface="Segoe UI 1" panose="020B0802040204020203" charset="0"/>
              </a:rPr>
              <a:t>Deep Learning</a:t>
            </a:r>
            <a:endParaRPr lang="en-US" sz="4800" dirty="0">
              <a:solidFill>
                <a:schemeClr val="tx2">
                  <a:lumMod val="75000"/>
                </a:schemeClr>
              </a:solidFill>
              <a:latin typeface="Segoe UI 1" panose="020B0802040204020203" charset="0"/>
              <a:cs typeface="Segoe UI 1" panose="020B0802040204020203" charset="0"/>
            </a:endParaRPr>
          </a:p>
        </p:txBody>
      </p:sp>
      <p:grpSp>
        <p:nvGrpSpPr>
          <p:cNvPr id="6" name="Group 3">
            <a:extLst>
              <a:ext uri="{FF2B5EF4-FFF2-40B4-BE49-F238E27FC236}">
                <a16:creationId xmlns:a16="http://schemas.microsoft.com/office/drawing/2014/main" id="{3D418609-2F76-130E-14AE-86DEC5FB4D02}"/>
              </a:ext>
            </a:extLst>
          </p:cNvPr>
          <p:cNvGrpSpPr/>
          <p:nvPr/>
        </p:nvGrpSpPr>
        <p:grpSpPr>
          <a:xfrm>
            <a:off x="816554" y="1179444"/>
            <a:ext cx="424292" cy="424292"/>
            <a:chOff x="0" y="0"/>
            <a:chExt cx="812800" cy="812800"/>
          </a:xfrm>
        </p:grpSpPr>
        <p:sp>
          <p:nvSpPr>
            <p:cNvPr id="7" name="Freeform 4">
              <a:extLst>
                <a:ext uri="{FF2B5EF4-FFF2-40B4-BE49-F238E27FC236}">
                  <a16:creationId xmlns:a16="http://schemas.microsoft.com/office/drawing/2014/main" id="{542FE6D8-3CEA-4B3E-018E-CBC17A8C735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E3A6E"/>
            </a:solidFill>
          </p:spPr>
          <p:txBody>
            <a:bodyPr/>
            <a:lstStyle/>
            <a:p>
              <a:endParaRPr lang="en-US"/>
            </a:p>
          </p:txBody>
        </p:sp>
        <p:sp>
          <p:nvSpPr>
            <p:cNvPr id="8" name="TextBox 5">
              <a:extLst>
                <a:ext uri="{FF2B5EF4-FFF2-40B4-BE49-F238E27FC236}">
                  <a16:creationId xmlns:a16="http://schemas.microsoft.com/office/drawing/2014/main" id="{07CC5BB2-91A0-F498-3F38-46BAD0524608}"/>
                </a:ext>
              </a:extLst>
            </p:cNvPr>
            <p:cNvSpPr txBox="1"/>
            <p:nvPr/>
          </p:nvSpPr>
          <p:spPr>
            <a:xfrm>
              <a:off x="76200" y="28575"/>
              <a:ext cx="660400" cy="708025"/>
            </a:xfrm>
            <a:prstGeom prst="rect">
              <a:avLst/>
            </a:prstGeom>
          </p:spPr>
          <p:txBody>
            <a:bodyPr lIns="50800" tIns="50800" rIns="50800" bIns="50800" rtlCol="0" anchor="ctr"/>
            <a:lstStyle/>
            <a:p>
              <a:pPr algn="ctr">
                <a:lnSpc>
                  <a:spcPts val="2239"/>
                </a:lnSpc>
              </a:pPr>
              <a:endParaRPr/>
            </a:p>
          </p:txBody>
        </p:sp>
      </p:grpSp>
      <p:grpSp>
        <p:nvGrpSpPr>
          <p:cNvPr id="9" name="Group 10">
            <a:extLst>
              <a:ext uri="{FF2B5EF4-FFF2-40B4-BE49-F238E27FC236}">
                <a16:creationId xmlns:a16="http://schemas.microsoft.com/office/drawing/2014/main" id="{8F5BE630-51C4-6935-BCD3-709C4334B38F}"/>
              </a:ext>
            </a:extLst>
          </p:cNvPr>
          <p:cNvGrpSpPr/>
          <p:nvPr/>
        </p:nvGrpSpPr>
        <p:grpSpPr>
          <a:xfrm>
            <a:off x="13730009" y="0"/>
            <a:ext cx="4557991" cy="9563100"/>
            <a:chOff x="0" y="0"/>
            <a:chExt cx="1200458" cy="2709333"/>
          </a:xfrm>
        </p:grpSpPr>
        <p:sp>
          <p:nvSpPr>
            <p:cNvPr id="10" name="Freeform 11">
              <a:extLst>
                <a:ext uri="{FF2B5EF4-FFF2-40B4-BE49-F238E27FC236}">
                  <a16:creationId xmlns:a16="http://schemas.microsoft.com/office/drawing/2014/main" id="{4C926707-EB13-29A6-4AD0-CE9DC5B328E8}"/>
                </a:ext>
              </a:extLst>
            </p:cNvPr>
            <p:cNvSpPr/>
            <p:nvPr/>
          </p:nvSpPr>
          <p:spPr>
            <a:xfrm>
              <a:off x="0" y="0"/>
              <a:ext cx="1200458" cy="2709333"/>
            </a:xfrm>
            <a:custGeom>
              <a:avLst/>
              <a:gdLst/>
              <a:ahLst/>
              <a:cxnLst/>
              <a:rect l="l" t="t" r="r" b="b"/>
              <a:pathLst>
                <a:path w="1200458" h="2709333">
                  <a:moveTo>
                    <a:pt x="0" y="0"/>
                  </a:moveTo>
                  <a:lnTo>
                    <a:pt x="1200458" y="0"/>
                  </a:lnTo>
                  <a:lnTo>
                    <a:pt x="1200458" y="2709333"/>
                  </a:lnTo>
                  <a:lnTo>
                    <a:pt x="0" y="2709333"/>
                  </a:lnTo>
                  <a:close/>
                </a:path>
              </a:pathLst>
            </a:custGeom>
            <a:solidFill>
              <a:srgbClr val="2E3A6E"/>
            </a:solidFill>
          </p:spPr>
          <p:txBody>
            <a:bodyPr/>
            <a:lstStyle/>
            <a:p>
              <a:endParaRPr lang="en-US"/>
            </a:p>
          </p:txBody>
        </p:sp>
        <p:sp>
          <p:nvSpPr>
            <p:cNvPr id="11" name="TextBox 12">
              <a:extLst>
                <a:ext uri="{FF2B5EF4-FFF2-40B4-BE49-F238E27FC236}">
                  <a16:creationId xmlns:a16="http://schemas.microsoft.com/office/drawing/2014/main" id="{8DD0BEBE-8BBA-9A8A-747C-F879986840EB}"/>
                </a:ext>
              </a:extLst>
            </p:cNvPr>
            <p:cNvSpPr txBox="1"/>
            <p:nvPr/>
          </p:nvSpPr>
          <p:spPr>
            <a:xfrm>
              <a:off x="0" y="-47625"/>
              <a:ext cx="1200458" cy="2756958"/>
            </a:xfrm>
            <a:prstGeom prst="rect">
              <a:avLst/>
            </a:prstGeom>
          </p:spPr>
          <p:txBody>
            <a:bodyPr lIns="50800" tIns="50800" rIns="50800" bIns="50800" rtlCol="0" anchor="ctr"/>
            <a:lstStyle/>
            <a:p>
              <a:pPr algn="ctr">
                <a:lnSpc>
                  <a:spcPts val="2239"/>
                </a:lnSpc>
              </a:pPr>
              <a:endParaRPr/>
            </a:p>
          </p:txBody>
        </p:sp>
      </p:grpSp>
      <p:graphicFrame>
        <p:nvGraphicFramePr>
          <p:cNvPr id="4" name="Diagram 3"/>
          <p:cNvGraphicFramePr/>
          <p:nvPr>
            <p:extLst>
              <p:ext uri="{D42A27DB-BD31-4B8C-83A1-F6EECF244321}">
                <p14:modId xmlns:p14="http://schemas.microsoft.com/office/powerpoint/2010/main" val="2507581512"/>
              </p:ext>
            </p:extLst>
          </p:nvPr>
        </p:nvGraphicFramePr>
        <p:xfrm>
          <a:off x="816554" y="2476500"/>
          <a:ext cx="16328446" cy="6019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27935546"/>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idx="12"/>
          </p:nvPr>
        </p:nvSpPr>
        <p:spPr/>
        <p:txBody>
          <a:bodyPr/>
          <a:lstStyle/>
          <a:p>
            <a:pPr algn="ctr"/>
            <a:fld id="{00000000-1234-1234-1234-123412341234}" type="slidenum">
              <a:rPr lang="en-US" smtClean="0"/>
              <a:pPr algn="ctr"/>
              <a:t>37</a:t>
            </a:fld>
            <a:endParaRPr lang="en-US"/>
          </a:p>
        </p:txBody>
      </p:sp>
      <p:graphicFrame>
        <p:nvGraphicFramePr>
          <p:cNvPr id="4" name="Diagram 3"/>
          <p:cNvGraphicFramePr/>
          <p:nvPr>
            <p:extLst>
              <p:ext uri="{D42A27DB-BD31-4B8C-83A1-F6EECF244321}">
                <p14:modId xmlns:p14="http://schemas.microsoft.com/office/powerpoint/2010/main" val="1950166093"/>
              </p:ext>
            </p:extLst>
          </p:nvPr>
        </p:nvGraphicFramePr>
        <p:xfrm>
          <a:off x="685800" y="1475531"/>
          <a:ext cx="12159754" cy="793516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itle 1"/>
          <p:cNvSpPr txBox="1">
            <a:spLocks/>
          </p:cNvSpPr>
          <p:nvPr/>
        </p:nvSpPr>
        <p:spPr>
          <a:xfrm>
            <a:off x="1280622" y="948916"/>
            <a:ext cx="11520977" cy="1021773"/>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GB" sz="4800" dirty="0">
                <a:solidFill>
                  <a:schemeClr val="tx2">
                    <a:lumMod val="75000"/>
                  </a:schemeClr>
                </a:solidFill>
                <a:latin typeface="Segoe UI 1" panose="020B0802040204020203" charset="0"/>
                <a:cs typeface="Segoe UI 1" panose="020B0802040204020203" charset="0"/>
              </a:rPr>
              <a:t>Computer Vision vs Machine Vision</a:t>
            </a:r>
            <a:endParaRPr lang="en-US" sz="4800" dirty="0">
              <a:solidFill>
                <a:schemeClr val="tx2">
                  <a:lumMod val="75000"/>
                </a:schemeClr>
              </a:solidFill>
              <a:latin typeface="Segoe UI 1" panose="020B0802040204020203" charset="0"/>
              <a:cs typeface="Segoe UI 1" panose="020B0802040204020203" charset="0"/>
            </a:endParaRPr>
          </a:p>
        </p:txBody>
      </p:sp>
      <p:grpSp>
        <p:nvGrpSpPr>
          <p:cNvPr id="7" name="Group 3">
            <a:extLst>
              <a:ext uri="{FF2B5EF4-FFF2-40B4-BE49-F238E27FC236}">
                <a16:creationId xmlns:a16="http://schemas.microsoft.com/office/drawing/2014/main" id="{3D418609-2F76-130E-14AE-86DEC5FB4D02}"/>
              </a:ext>
            </a:extLst>
          </p:cNvPr>
          <p:cNvGrpSpPr/>
          <p:nvPr/>
        </p:nvGrpSpPr>
        <p:grpSpPr>
          <a:xfrm>
            <a:off x="816554" y="1179444"/>
            <a:ext cx="424292" cy="424292"/>
            <a:chOff x="0" y="0"/>
            <a:chExt cx="812800" cy="812800"/>
          </a:xfrm>
        </p:grpSpPr>
        <p:sp>
          <p:nvSpPr>
            <p:cNvPr id="8" name="Freeform 4">
              <a:extLst>
                <a:ext uri="{FF2B5EF4-FFF2-40B4-BE49-F238E27FC236}">
                  <a16:creationId xmlns:a16="http://schemas.microsoft.com/office/drawing/2014/main" id="{542FE6D8-3CEA-4B3E-018E-CBC17A8C735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E3A6E"/>
            </a:solidFill>
          </p:spPr>
          <p:txBody>
            <a:bodyPr/>
            <a:lstStyle/>
            <a:p>
              <a:endParaRPr lang="en-US"/>
            </a:p>
          </p:txBody>
        </p:sp>
        <p:sp>
          <p:nvSpPr>
            <p:cNvPr id="9" name="TextBox 5">
              <a:extLst>
                <a:ext uri="{FF2B5EF4-FFF2-40B4-BE49-F238E27FC236}">
                  <a16:creationId xmlns:a16="http://schemas.microsoft.com/office/drawing/2014/main" id="{07CC5BB2-91A0-F498-3F38-46BAD0524608}"/>
                </a:ext>
              </a:extLst>
            </p:cNvPr>
            <p:cNvSpPr txBox="1"/>
            <p:nvPr/>
          </p:nvSpPr>
          <p:spPr>
            <a:xfrm>
              <a:off x="76200" y="28575"/>
              <a:ext cx="660400" cy="708025"/>
            </a:xfrm>
            <a:prstGeom prst="rect">
              <a:avLst/>
            </a:prstGeom>
          </p:spPr>
          <p:txBody>
            <a:bodyPr lIns="50800" tIns="50800" rIns="50800" bIns="50800" rtlCol="0" anchor="ctr"/>
            <a:lstStyle/>
            <a:p>
              <a:pPr algn="ctr">
                <a:lnSpc>
                  <a:spcPts val="2239"/>
                </a:lnSpc>
              </a:pPr>
              <a:endParaRPr/>
            </a:p>
          </p:txBody>
        </p:sp>
      </p:grpSp>
      <p:grpSp>
        <p:nvGrpSpPr>
          <p:cNvPr id="10" name="Group 10">
            <a:extLst>
              <a:ext uri="{FF2B5EF4-FFF2-40B4-BE49-F238E27FC236}">
                <a16:creationId xmlns:a16="http://schemas.microsoft.com/office/drawing/2014/main" id="{8F5BE630-51C4-6935-BCD3-709C4334B38F}"/>
              </a:ext>
            </a:extLst>
          </p:cNvPr>
          <p:cNvGrpSpPr/>
          <p:nvPr/>
        </p:nvGrpSpPr>
        <p:grpSpPr>
          <a:xfrm>
            <a:off x="13730009" y="0"/>
            <a:ext cx="4557991" cy="9563100"/>
            <a:chOff x="0" y="0"/>
            <a:chExt cx="1200458" cy="2709333"/>
          </a:xfrm>
        </p:grpSpPr>
        <p:sp>
          <p:nvSpPr>
            <p:cNvPr id="11" name="Freeform 11">
              <a:extLst>
                <a:ext uri="{FF2B5EF4-FFF2-40B4-BE49-F238E27FC236}">
                  <a16:creationId xmlns:a16="http://schemas.microsoft.com/office/drawing/2014/main" id="{4C926707-EB13-29A6-4AD0-CE9DC5B328E8}"/>
                </a:ext>
              </a:extLst>
            </p:cNvPr>
            <p:cNvSpPr/>
            <p:nvPr/>
          </p:nvSpPr>
          <p:spPr>
            <a:xfrm>
              <a:off x="0" y="0"/>
              <a:ext cx="1200458" cy="2709333"/>
            </a:xfrm>
            <a:custGeom>
              <a:avLst/>
              <a:gdLst/>
              <a:ahLst/>
              <a:cxnLst/>
              <a:rect l="l" t="t" r="r" b="b"/>
              <a:pathLst>
                <a:path w="1200458" h="2709333">
                  <a:moveTo>
                    <a:pt x="0" y="0"/>
                  </a:moveTo>
                  <a:lnTo>
                    <a:pt x="1200458" y="0"/>
                  </a:lnTo>
                  <a:lnTo>
                    <a:pt x="1200458" y="2709333"/>
                  </a:lnTo>
                  <a:lnTo>
                    <a:pt x="0" y="2709333"/>
                  </a:lnTo>
                  <a:close/>
                </a:path>
              </a:pathLst>
            </a:custGeom>
            <a:solidFill>
              <a:srgbClr val="2E3A6E"/>
            </a:solidFill>
          </p:spPr>
          <p:txBody>
            <a:bodyPr/>
            <a:lstStyle/>
            <a:p>
              <a:endParaRPr lang="en-US"/>
            </a:p>
          </p:txBody>
        </p:sp>
        <p:sp>
          <p:nvSpPr>
            <p:cNvPr id="12" name="TextBox 12">
              <a:extLst>
                <a:ext uri="{FF2B5EF4-FFF2-40B4-BE49-F238E27FC236}">
                  <a16:creationId xmlns:a16="http://schemas.microsoft.com/office/drawing/2014/main" id="{8DD0BEBE-8BBA-9A8A-747C-F879986840EB}"/>
                </a:ext>
              </a:extLst>
            </p:cNvPr>
            <p:cNvSpPr txBox="1"/>
            <p:nvPr/>
          </p:nvSpPr>
          <p:spPr>
            <a:xfrm>
              <a:off x="0" y="-47625"/>
              <a:ext cx="1200458" cy="2756958"/>
            </a:xfrm>
            <a:prstGeom prst="rect">
              <a:avLst/>
            </a:prstGeom>
          </p:spPr>
          <p:txBody>
            <a:bodyPr lIns="50800" tIns="50800" rIns="50800" bIns="50800" rtlCol="0" anchor="ctr"/>
            <a:lstStyle/>
            <a:p>
              <a:pPr algn="ctr">
                <a:lnSpc>
                  <a:spcPts val="2239"/>
                </a:lnSpc>
              </a:pPr>
              <a:endParaRPr/>
            </a:p>
          </p:txBody>
        </p:sp>
      </p:grpSp>
      <p:pic>
        <p:nvPicPr>
          <p:cNvPr id="5" name="Picture 4"/>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1010883" y="2705100"/>
            <a:ext cx="5438252" cy="5438252"/>
          </a:xfrm>
          <a:prstGeom prst="rect">
            <a:avLst/>
          </a:prstGeom>
        </p:spPr>
      </p:pic>
    </p:spTree>
    <p:extLst>
      <p:ext uri="{BB962C8B-B14F-4D97-AF65-F5344CB8AC3E}">
        <p14:creationId xmlns:p14="http://schemas.microsoft.com/office/powerpoint/2010/main" val="3750919310"/>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0-#ppt_h/2"/>
                                          </p:val>
                                        </p:tav>
                                        <p:tav tm="100000">
                                          <p:val>
                                            <p:strVal val="#ppt_y"/>
                                          </p:val>
                                        </p:tav>
                                      </p:tavLst>
                                    </p:anim>
                                  </p:childTnLst>
                                </p:cTn>
                              </p:par>
                              <p:par>
                                <p:cTn id="9" presetID="2" presetClass="entr" presetSubtype="1" fill="hold"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idx="12"/>
          </p:nvPr>
        </p:nvSpPr>
        <p:spPr/>
        <p:txBody>
          <a:bodyPr/>
          <a:lstStyle/>
          <a:p>
            <a:pPr algn="ctr"/>
            <a:fld id="{00000000-1234-1234-1234-123412341234}" type="slidenum">
              <a:rPr lang="en-US" smtClean="0"/>
              <a:pPr algn="ctr"/>
              <a:t>38</a:t>
            </a:fld>
            <a:endParaRPr lang="en-US"/>
          </a:p>
        </p:txBody>
      </p:sp>
      <p:sp>
        <p:nvSpPr>
          <p:cNvPr id="5" name="Title 1"/>
          <p:cNvSpPr txBox="1">
            <a:spLocks/>
          </p:cNvSpPr>
          <p:nvPr/>
        </p:nvSpPr>
        <p:spPr>
          <a:xfrm>
            <a:off x="1280623" y="948916"/>
            <a:ext cx="6356780" cy="1021773"/>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GB" sz="4800" dirty="0">
                <a:solidFill>
                  <a:schemeClr val="tx2">
                    <a:lumMod val="75000"/>
                  </a:schemeClr>
                </a:solidFill>
                <a:latin typeface="Segoe UI 1" panose="020B0802040204020203" charset="0"/>
                <a:cs typeface="Segoe UI 1" panose="020B0802040204020203" charset="0"/>
              </a:rPr>
              <a:t>Computer Vision</a:t>
            </a:r>
            <a:endParaRPr lang="en-US" sz="4800" dirty="0">
              <a:solidFill>
                <a:schemeClr val="tx2">
                  <a:lumMod val="75000"/>
                </a:schemeClr>
              </a:solidFill>
              <a:latin typeface="Segoe UI 1" panose="020B0802040204020203" charset="0"/>
              <a:cs typeface="Segoe UI 1" panose="020B0802040204020203" charset="0"/>
            </a:endParaRPr>
          </a:p>
        </p:txBody>
      </p:sp>
      <p:grpSp>
        <p:nvGrpSpPr>
          <p:cNvPr id="6" name="Group 3">
            <a:extLst>
              <a:ext uri="{FF2B5EF4-FFF2-40B4-BE49-F238E27FC236}">
                <a16:creationId xmlns:a16="http://schemas.microsoft.com/office/drawing/2014/main" id="{3D418609-2F76-130E-14AE-86DEC5FB4D02}"/>
              </a:ext>
            </a:extLst>
          </p:cNvPr>
          <p:cNvGrpSpPr/>
          <p:nvPr/>
        </p:nvGrpSpPr>
        <p:grpSpPr>
          <a:xfrm>
            <a:off x="816554" y="1179444"/>
            <a:ext cx="424292" cy="424292"/>
            <a:chOff x="0" y="0"/>
            <a:chExt cx="812800" cy="812800"/>
          </a:xfrm>
        </p:grpSpPr>
        <p:sp>
          <p:nvSpPr>
            <p:cNvPr id="7" name="Freeform 4">
              <a:extLst>
                <a:ext uri="{FF2B5EF4-FFF2-40B4-BE49-F238E27FC236}">
                  <a16:creationId xmlns:a16="http://schemas.microsoft.com/office/drawing/2014/main" id="{542FE6D8-3CEA-4B3E-018E-CBC17A8C735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E3A6E"/>
            </a:solidFill>
          </p:spPr>
          <p:txBody>
            <a:bodyPr/>
            <a:lstStyle/>
            <a:p>
              <a:endParaRPr lang="en-US"/>
            </a:p>
          </p:txBody>
        </p:sp>
        <p:sp>
          <p:nvSpPr>
            <p:cNvPr id="8" name="TextBox 5">
              <a:extLst>
                <a:ext uri="{FF2B5EF4-FFF2-40B4-BE49-F238E27FC236}">
                  <a16:creationId xmlns:a16="http://schemas.microsoft.com/office/drawing/2014/main" id="{07CC5BB2-91A0-F498-3F38-46BAD0524608}"/>
                </a:ext>
              </a:extLst>
            </p:cNvPr>
            <p:cNvSpPr txBox="1"/>
            <p:nvPr/>
          </p:nvSpPr>
          <p:spPr>
            <a:xfrm>
              <a:off x="76200" y="28575"/>
              <a:ext cx="660400" cy="708025"/>
            </a:xfrm>
            <a:prstGeom prst="rect">
              <a:avLst/>
            </a:prstGeom>
          </p:spPr>
          <p:txBody>
            <a:bodyPr lIns="50800" tIns="50800" rIns="50800" bIns="50800" rtlCol="0" anchor="ctr"/>
            <a:lstStyle/>
            <a:p>
              <a:pPr algn="ctr">
                <a:lnSpc>
                  <a:spcPts val="2239"/>
                </a:lnSpc>
              </a:pPr>
              <a:endParaRPr/>
            </a:p>
          </p:txBody>
        </p:sp>
      </p:grpSp>
      <p:grpSp>
        <p:nvGrpSpPr>
          <p:cNvPr id="9" name="Group 10">
            <a:extLst>
              <a:ext uri="{FF2B5EF4-FFF2-40B4-BE49-F238E27FC236}">
                <a16:creationId xmlns:a16="http://schemas.microsoft.com/office/drawing/2014/main" id="{8F5BE630-51C4-6935-BCD3-709C4334B38F}"/>
              </a:ext>
            </a:extLst>
          </p:cNvPr>
          <p:cNvGrpSpPr/>
          <p:nvPr/>
        </p:nvGrpSpPr>
        <p:grpSpPr>
          <a:xfrm>
            <a:off x="13730009" y="0"/>
            <a:ext cx="4557991" cy="9563100"/>
            <a:chOff x="0" y="0"/>
            <a:chExt cx="1200458" cy="2709333"/>
          </a:xfrm>
        </p:grpSpPr>
        <p:sp>
          <p:nvSpPr>
            <p:cNvPr id="10" name="Freeform 11">
              <a:extLst>
                <a:ext uri="{FF2B5EF4-FFF2-40B4-BE49-F238E27FC236}">
                  <a16:creationId xmlns:a16="http://schemas.microsoft.com/office/drawing/2014/main" id="{4C926707-EB13-29A6-4AD0-CE9DC5B328E8}"/>
                </a:ext>
              </a:extLst>
            </p:cNvPr>
            <p:cNvSpPr/>
            <p:nvPr/>
          </p:nvSpPr>
          <p:spPr>
            <a:xfrm>
              <a:off x="0" y="0"/>
              <a:ext cx="1200458" cy="2709333"/>
            </a:xfrm>
            <a:custGeom>
              <a:avLst/>
              <a:gdLst/>
              <a:ahLst/>
              <a:cxnLst/>
              <a:rect l="l" t="t" r="r" b="b"/>
              <a:pathLst>
                <a:path w="1200458" h="2709333">
                  <a:moveTo>
                    <a:pt x="0" y="0"/>
                  </a:moveTo>
                  <a:lnTo>
                    <a:pt x="1200458" y="0"/>
                  </a:lnTo>
                  <a:lnTo>
                    <a:pt x="1200458" y="2709333"/>
                  </a:lnTo>
                  <a:lnTo>
                    <a:pt x="0" y="2709333"/>
                  </a:lnTo>
                  <a:close/>
                </a:path>
              </a:pathLst>
            </a:custGeom>
            <a:solidFill>
              <a:srgbClr val="2E3A6E"/>
            </a:solidFill>
          </p:spPr>
          <p:txBody>
            <a:bodyPr/>
            <a:lstStyle/>
            <a:p>
              <a:endParaRPr lang="en-US"/>
            </a:p>
          </p:txBody>
        </p:sp>
        <p:sp>
          <p:nvSpPr>
            <p:cNvPr id="11" name="TextBox 12">
              <a:extLst>
                <a:ext uri="{FF2B5EF4-FFF2-40B4-BE49-F238E27FC236}">
                  <a16:creationId xmlns:a16="http://schemas.microsoft.com/office/drawing/2014/main" id="{8DD0BEBE-8BBA-9A8A-747C-F879986840EB}"/>
                </a:ext>
              </a:extLst>
            </p:cNvPr>
            <p:cNvSpPr txBox="1"/>
            <p:nvPr/>
          </p:nvSpPr>
          <p:spPr>
            <a:xfrm>
              <a:off x="0" y="-47625"/>
              <a:ext cx="1200458" cy="2756958"/>
            </a:xfrm>
            <a:prstGeom prst="rect">
              <a:avLst/>
            </a:prstGeom>
          </p:spPr>
          <p:txBody>
            <a:bodyPr lIns="50800" tIns="50800" rIns="50800" bIns="50800" rtlCol="0" anchor="ctr"/>
            <a:lstStyle/>
            <a:p>
              <a:pPr algn="ctr">
                <a:lnSpc>
                  <a:spcPts val="2239"/>
                </a:lnSpc>
              </a:pPr>
              <a:endParaRPr/>
            </a:p>
          </p:txBody>
        </p:sp>
      </p:grpSp>
      <p:graphicFrame>
        <p:nvGraphicFramePr>
          <p:cNvPr id="4" name="Diagram 3"/>
          <p:cNvGraphicFramePr/>
          <p:nvPr>
            <p:extLst>
              <p:ext uri="{D42A27DB-BD31-4B8C-83A1-F6EECF244321}">
                <p14:modId xmlns:p14="http://schemas.microsoft.com/office/powerpoint/2010/main" val="3944358781"/>
              </p:ext>
            </p:extLst>
          </p:nvPr>
        </p:nvGraphicFramePr>
        <p:xfrm>
          <a:off x="1267079" y="2628900"/>
          <a:ext cx="16412357" cy="49663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1531609"/>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idx="12"/>
          </p:nvPr>
        </p:nvSpPr>
        <p:spPr/>
        <p:txBody>
          <a:bodyPr/>
          <a:lstStyle/>
          <a:p>
            <a:pPr algn="ctr"/>
            <a:fld id="{00000000-1234-1234-1234-123412341234}" type="slidenum">
              <a:rPr lang="en-US" smtClean="0"/>
              <a:pPr algn="ctr"/>
              <a:t>39</a:t>
            </a:fld>
            <a:endParaRPr lang="en-US"/>
          </a:p>
        </p:txBody>
      </p:sp>
      <p:sp>
        <p:nvSpPr>
          <p:cNvPr id="5" name="Title 1"/>
          <p:cNvSpPr txBox="1">
            <a:spLocks/>
          </p:cNvSpPr>
          <p:nvPr/>
        </p:nvSpPr>
        <p:spPr>
          <a:xfrm>
            <a:off x="1280623" y="948916"/>
            <a:ext cx="6356780" cy="1021773"/>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GB" sz="4800" dirty="0">
                <a:solidFill>
                  <a:schemeClr val="tx2">
                    <a:lumMod val="75000"/>
                  </a:schemeClr>
                </a:solidFill>
                <a:latin typeface="Segoe UI 1" panose="020B0802040204020203" charset="0"/>
                <a:cs typeface="Segoe UI 1" panose="020B0802040204020203" charset="0"/>
              </a:rPr>
              <a:t>Machine Vision</a:t>
            </a:r>
            <a:endParaRPr lang="en-US" sz="4800" dirty="0">
              <a:solidFill>
                <a:schemeClr val="tx2">
                  <a:lumMod val="75000"/>
                </a:schemeClr>
              </a:solidFill>
              <a:latin typeface="Segoe UI 1" panose="020B0802040204020203" charset="0"/>
              <a:cs typeface="Segoe UI 1" panose="020B0802040204020203" charset="0"/>
            </a:endParaRPr>
          </a:p>
        </p:txBody>
      </p:sp>
      <p:grpSp>
        <p:nvGrpSpPr>
          <p:cNvPr id="6" name="Group 3">
            <a:extLst>
              <a:ext uri="{FF2B5EF4-FFF2-40B4-BE49-F238E27FC236}">
                <a16:creationId xmlns:a16="http://schemas.microsoft.com/office/drawing/2014/main" id="{3D418609-2F76-130E-14AE-86DEC5FB4D02}"/>
              </a:ext>
            </a:extLst>
          </p:cNvPr>
          <p:cNvGrpSpPr/>
          <p:nvPr/>
        </p:nvGrpSpPr>
        <p:grpSpPr>
          <a:xfrm>
            <a:off x="816554" y="1179444"/>
            <a:ext cx="424292" cy="424292"/>
            <a:chOff x="0" y="0"/>
            <a:chExt cx="812800" cy="812800"/>
          </a:xfrm>
        </p:grpSpPr>
        <p:sp>
          <p:nvSpPr>
            <p:cNvPr id="7" name="Freeform 4">
              <a:extLst>
                <a:ext uri="{FF2B5EF4-FFF2-40B4-BE49-F238E27FC236}">
                  <a16:creationId xmlns:a16="http://schemas.microsoft.com/office/drawing/2014/main" id="{542FE6D8-3CEA-4B3E-018E-CBC17A8C735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E3A6E"/>
            </a:solidFill>
          </p:spPr>
          <p:txBody>
            <a:bodyPr/>
            <a:lstStyle/>
            <a:p>
              <a:endParaRPr lang="en-US"/>
            </a:p>
          </p:txBody>
        </p:sp>
        <p:sp>
          <p:nvSpPr>
            <p:cNvPr id="8" name="TextBox 5">
              <a:extLst>
                <a:ext uri="{FF2B5EF4-FFF2-40B4-BE49-F238E27FC236}">
                  <a16:creationId xmlns:a16="http://schemas.microsoft.com/office/drawing/2014/main" id="{07CC5BB2-91A0-F498-3F38-46BAD0524608}"/>
                </a:ext>
              </a:extLst>
            </p:cNvPr>
            <p:cNvSpPr txBox="1"/>
            <p:nvPr/>
          </p:nvSpPr>
          <p:spPr>
            <a:xfrm>
              <a:off x="76200" y="28575"/>
              <a:ext cx="660400" cy="708025"/>
            </a:xfrm>
            <a:prstGeom prst="rect">
              <a:avLst/>
            </a:prstGeom>
          </p:spPr>
          <p:txBody>
            <a:bodyPr lIns="50800" tIns="50800" rIns="50800" bIns="50800" rtlCol="0" anchor="ctr"/>
            <a:lstStyle/>
            <a:p>
              <a:pPr algn="ctr">
                <a:lnSpc>
                  <a:spcPts val="2239"/>
                </a:lnSpc>
              </a:pPr>
              <a:endParaRPr/>
            </a:p>
          </p:txBody>
        </p:sp>
      </p:grpSp>
      <p:grpSp>
        <p:nvGrpSpPr>
          <p:cNvPr id="9" name="Group 10">
            <a:extLst>
              <a:ext uri="{FF2B5EF4-FFF2-40B4-BE49-F238E27FC236}">
                <a16:creationId xmlns:a16="http://schemas.microsoft.com/office/drawing/2014/main" id="{8F5BE630-51C4-6935-BCD3-709C4334B38F}"/>
              </a:ext>
            </a:extLst>
          </p:cNvPr>
          <p:cNvGrpSpPr/>
          <p:nvPr/>
        </p:nvGrpSpPr>
        <p:grpSpPr>
          <a:xfrm>
            <a:off x="13730009" y="0"/>
            <a:ext cx="4557991" cy="9563100"/>
            <a:chOff x="0" y="0"/>
            <a:chExt cx="1200458" cy="2709333"/>
          </a:xfrm>
        </p:grpSpPr>
        <p:sp>
          <p:nvSpPr>
            <p:cNvPr id="10" name="Freeform 11">
              <a:extLst>
                <a:ext uri="{FF2B5EF4-FFF2-40B4-BE49-F238E27FC236}">
                  <a16:creationId xmlns:a16="http://schemas.microsoft.com/office/drawing/2014/main" id="{4C926707-EB13-29A6-4AD0-CE9DC5B328E8}"/>
                </a:ext>
              </a:extLst>
            </p:cNvPr>
            <p:cNvSpPr/>
            <p:nvPr/>
          </p:nvSpPr>
          <p:spPr>
            <a:xfrm>
              <a:off x="0" y="0"/>
              <a:ext cx="1200458" cy="2709333"/>
            </a:xfrm>
            <a:custGeom>
              <a:avLst/>
              <a:gdLst/>
              <a:ahLst/>
              <a:cxnLst/>
              <a:rect l="l" t="t" r="r" b="b"/>
              <a:pathLst>
                <a:path w="1200458" h="2709333">
                  <a:moveTo>
                    <a:pt x="0" y="0"/>
                  </a:moveTo>
                  <a:lnTo>
                    <a:pt x="1200458" y="0"/>
                  </a:lnTo>
                  <a:lnTo>
                    <a:pt x="1200458" y="2709333"/>
                  </a:lnTo>
                  <a:lnTo>
                    <a:pt x="0" y="2709333"/>
                  </a:lnTo>
                  <a:close/>
                </a:path>
              </a:pathLst>
            </a:custGeom>
            <a:solidFill>
              <a:srgbClr val="2E3A6E"/>
            </a:solidFill>
          </p:spPr>
          <p:txBody>
            <a:bodyPr/>
            <a:lstStyle/>
            <a:p>
              <a:endParaRPr lang="en-US"/>
            </a:p>
          </p:txBody>
        </p:sp>
        <p:sp>
          <p:nvSpPr>
            <p:cNvPr id="11" name="TextBox 12">
              <a:extLst>
                <a:ext uri="{FF2B5EF4-FFF2-40B4-BE49-F238E27FC236}">
                  <a16:creationId xmlns:a16="http://schemas.microsoft.com/office/drawing/2014/main" id="{8DD0BEBE-8BBA-9A8A-747C-F879986840EB}"/>
                </a:ext>
              </a:extLst>
            </p:cNvPr>
            <p:cNvSpPr txBox="1"/>
            <p:nvPr/>
          </p:nvSpPr>
          <p:spPr>
            <a:xfrm>
              <a:off x="0" y="-47625"/>
              <a:ext cx="1200458" cy="2756958"/>
            </a:xfrm>
            <a:prstGeom prst="rect">
              <a:avLst/>
            </a:prstGeom>
          </p:spPr>
          <p:txBody>
            <a:bodyPr lIns="50800" tIns="50800" rIns="50800" bIns="50800" rtlCol="0" anchor="ctr"/>
            <a:lstStyle/>
            <a:p>
              <a:pPr algn="ctr">
                <a:lnSpc>
                  <a:spcPts val="2239"/>
                </a:lnSpc>
              </a:pPr>
              <a:endParaRPr/>
            </a:p>
          </p:txBody>
        </p:sp>
      </p:grpSp>
      <p:graphicFrame>
        <p:nvGraphicFramePr>
          <p:cNvPr id="4" name="Diagram 3"/>
          <p:cNvGraphicFramePr/>
          <p:nvPr>
            <p:extLst>
              <p:ext uri="{D42A27DB-BD31-4B8C-83A1-F6EECF244321}">
                <p14:modId xmlns:p14="http://schemas.microsoft.com/office/powerpoint/2010/main" val="2383102028"/>
              </p:ext>
            </p:extLst>
          </p:nvPr>
        </p:nvGraphicFramePr>
        <p:xfrm>
          <a:off x="-533400" y="1970689"/>
          <a:ext cx="18211800" cy="685377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66266304"/>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idx="12"/>
          </p:nvPr>
        </p:nvSpPr>
        <p:spPr/>
        <p:txBody>
          <a:bodyPr/>
          <a:lstStyle/>
          <a:p>
            <a:pPr algn="ctr"/>
            <a:fld id="{00000000-1234-1234-1234-123412341234}" type="slidenum">
              <a:rPr lang="en-US" smtClean="0"/>
              <a:pPr algn="ctr"/>
              <a:t>40</a:t>
            </a:fld>
            <a:endParaRPr lang="en-US"/>
          </a:p>
        </p:txBody>
      </p:sp>
      <p:sp>
        <p:nvSpPr>
          <p:cNvPr id="5" name="Title 1"/>
          <p:cNvSpPr txBox="1">
            <a:spLocks/>
          </p:cNvSpPr>
          <p:nvPr/>
        </p:nvSpPr>
        <p:spPr>
          <a:xfrm>
            <a:off x="1280623" y="948916"/>
            <a:ext cx="6356780" cy="1021773"/>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GB" sz="4800" dirty="0">
                <a:solidFill>
                  <a:schemeClr val="tx2">
                    <a:lumMod val="75000"/>
                  </a:schemeClr>
                </a:solidFill>
                <a:latin typeface="Segoe UI 1" panose="020B0802040204020203" charset="0"/>
                <a:cs typeface="Segoe UI 1" panose="020B0802040204020203" charset="0"/>
              </a:rPr>
              <a:t>CV versus MV</a:t>
            </a:r>
            <a:endParaRPr lang="en-US" sz="4800" dirty="0">
              <a:solidFill>
                <a:schemeClr val="tx2">
                  <a:lumMod val="75000"/>
                </a:schemeClr>
              </a:solidFill>
              <a:latin typeface="Segoe UI 1" panose="020B0802040204020203" charset="0"/>
              <a:cs typeface="Segoe UI 1" panose="020B0802040204020203" charset="0"/>
            </a:endParaRPr>
          </a:p>
        </p:txBody>
      </p:sp>
      <p:grpSp>
        <p:nvGrpSpPr>
          <p:cNvPr id="8" name="Group 3">
            <a:extLst>
              <a:ext uri="{FF2B5EF4-FFF2-40B4-BE49-F238E27FC236}">
                <a16:creationId xmlns:a16="http://schemas.microsoft.com/office/drawing/2014/main" id="{3D418609-2F76-130E-14AE-86DEC5FB4D02}"/>
              </a:ext>
            </a:extLst>
          </p:cNvPr>
          <p:cNvGrpSpPr/>
          <p:nvPr/>
        </p:nvGrpSpPr>
        <p:grpSpPr>
          <a:xfrm>
            <a:off x="816554" y="1179444"/>
            <a:ext cx="424292" cy="424292"/>
            <a:chOff x="0" y="0"/>
            <a:chExt cx="812800" cy="812800"/>
          </a:xfrm>
        </p:grpSpPr>
        <p:sp>
          <p:nvSpPr>
            <p:cNvPr id="9" name="Freeform 4">
              <a:extLst>
                <a:ext uri="{FF2B5EF4-FFF2-40B4-BE49-F238E27FC236}">
                  <a16:creationId xmlns:a16="http://schemas.microsoft.com/office/drawing/2014/main" id="{542FE6D8-3CEA-4B3E-018E-CBC17A8C735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E3A6E"/>
            </a:solidFill>
          </p:spPr>
          <p:txBody>
            <a:bodyPr/>
            <a:lstStyle/>
            <a:p>
              <a:endParaRPr lang="en-US"/>
            </a:p>
          </p:txBody>
        </p:sp>
        <p:sp>
          <p:nvSpPr>
            <p:cNvPr id="10" name="TextBox 5">
              <a:extLst>
                <a:ext uri="{FF2B5EF4-FFF2-40B4-BE49-F238E27FC236}">
                  <a16:creationId xmlns:a16="http://schemas.microsoft.com/office/drawing/2014/main" id="{07CC5BB2-91A0-F498-3F38-46BAD0524608}"/>
                </a:ext>
              </a:extLst>
            </p:cNvPr>
            <p:cNvSpPr txBox="1"/>
            <p:nvPr/>
          </p:nvSpPr>
          <p:spPr>
            <a:xfrm>
              <a:off x="76200" y="28575"/>
              <a:ext cx="660400" cy="708025"/>
            </a:xfrm>
            <a:prstGeom prst="rect">
              <a:avLst/>
            </a:prstGeom>
          </p:spPr>
          <p:txBody>
            <a:bodyPr lIns="50800" tIns="50800" rIns="50800" bIns="50800" rtlCol="0" anchor="ctr"/>
            <a:lstStyle/>
            <a:p>
              <a:pPr algn="ctr">
                <a:lnSpc>
                  <a:spcPts val="2239"/>
                </a:lnSpc>
              </a:pPr>
              <a:endParaRPr/>
            </a:p>
          </p:txBody>
        </p:sp>
      </p:grpSp>
      <p:grpSp>
        <p:nvGrpSpPr>
          <p:cNvPr id="11" name="Group 10">
            <a:extLst>
              <a:ext uri="{FF2B5EF4-FFF2-40B4-BE49-F238E27FC236}">
                <a16:creationId xmlns:a16="http://schemas.microsoft.com/office/drawing/2014/main" id="{8F5BE630-51C4-6935-BCD3-709C4334B38F}"/>
              </a:ext>
            </a:extLst>
          </p:cNvPr>
          <p:cNvGrpSpPr/>
          <p:nvPr/>
        </p:nvGrpSpPr>
        <p:grpSpPr>
          <a:xfrm>
            <a:off x="13730009" y="0"/>
            <a:ext cx="4557991" cy="9563100"/>
            <a:chOff x="0" y="0"/>
            <a:chExt cx="1200458" cy="2709333"/>
          </a:xfrm>
        </p:grpSpPr>
        <p:sp>
          <p:nvSpPr>
            <p:cNvPr id="12" name="Freeform 11">
              <a:extLst>
                <a:ext uri="{FF2B5EF4-FFF2-40B4-BE49-F238E27FC236}">
                  <a16:creationId xmlns:a16="http://schemas.microsoft.com/office/drawing/2014/main" id="{4C926707-EB13-29A6-4AD0-CE9DC5B328E8}"/>
                </a:ext>
              </a:extLst>
            </p:cNvPr>
            <p:cNvSpPr/>
            <p:nvPr/>
          </p:nvSpPr>
          <p:spPr>
            <a:xfrm>
              <a:off x="0" y="0"/>
              <a:ext cx="1200458" cy="2709333"/>
            </a:xfrm>
            <a:custGeom>
              <a:avLst/>
              <a:gdLst/>
              <a:ahLst/>
              <a:cxnLst/>
              <a:rect l="l" t="t" r="r" b="b"/>
              <a:pathLst>
                <a:path w="1200458" h="2709333">
                  <a:moveTo>
                    <a:pt x="0" y="0"/>
                  </a:moveTo>
                  <a:lnTo>
                    <a:pt x="1200458" y="0"/>
                  </a:lnTo>
                  <a:lnTo>
                    <a:pt x="1200458" y="2709333"/>
                  </a:lnTo>
                  <a:lnTo>
                    <a:pt x="0" y="2709333"/>
                  </a:lnTo>
                  <a:close/>
                </a:path>
              </a:pathLst>
            </a:custGeom>
            <a:solidFill>
              <a:srgbClr val="2E3A6E"/>
            </a:solidFill>
          </p:spPr>
          <p:txBody>
            <a:bodyPr/>
            <a:lstStyle/>
            <a:p>
              <a:endParaRPr lang="en-US"/>
            </a:p>
          </p:txBody>
        </p:sp>
        <p:sp>
          <p:nvSpPr>
            <p:cNvPr id="13" name="TextBox 12">
              <a:extLst>
                <a:ext uri="{FF2B5EF4-FFF2-40B4-BE49-F238E27FC236}">
                  <a16:creationId xmlns:a16="http://schemas.microsoft.com/office/drawing/2014/main" id="{8DD0BEBE-8BBA-9A8A-747C-F879986840EB}"/>
                </a:ext>
              </a:extLst>
            </p:cNvPr>
            <p:cNvSpPr txBox="1"/>
            <p:nvPr/>
          </p:nvSpPr>
          <p:spPr>
            <a:xfrm>
              <a:off x="0" y="-47625"/>
              <a:ext cx="1200458" cy="2756958"/>
            </a:xfrm>
            <a:prstGeom prst="rect">
              <a:avLst/>
            </a:prstGeom>
          </p:spPr>
          <p:txBody>
            <a:bodyPr lIns="50800" tIns="50800" rIns="50800" bIns="50800" rtlCol="0" anchor="ctr"/>
            <a:lstStyle/>
            <a:p>
              <a:pPr algn="ctr">
                <a:lnSpc>
                  <a:spcPts val="2239"/>
                </a:lnSpc>
              </a:pPr>
              <a:endParaRPr/>
            </a:p>
          </p:txBody>
        </p:sp>
      </p:grpSp>
      <p:graphicFrame>
        <p:nvGraphicFramePr>
          <p:cNvPr id="6" name="Table 5"/>
          <p:cNvGraphicFramePr>
            <a:graphicFrameLocks noGrp="1"/>
          </p:cNvGraphicFramePr>
          <p:nvPr>
            <p:extLst>
              <p:ext uri="{D42A27DB-BD31-4B8C-83A1-F6EECF244321}">
                <p14:modId xmlns:p14="http://schemas.microsoft.com/office/powerpoint/2010/main" val="330619873"/>
              </p:ext>
            </p:extLst>
          </p:nvPr>
        </p:nvGraphicFramePr>
        <p:xfrm>
          <a:off x="994970" y="2138791"/>
          <a:ext cx="16454829" cy="6738510"/>
        </p:xfrm>
        <a:graphic>
          <a:graphicData uri="http://schemas.openxmlformats.org/drawingml/2006/table">
            <a:tbl>
              <a:tblPr firstRow="1" bandRow="1">
                <a:tableStyleId>{21E4AEA4-8DFA-4A89-87EB-49C32662AFE0}</a:tableStyleId>
              </a:tblPr>
              <a:tblGrid>
                <a:gridCol w="4643830">
                  <a:extLst>
                    <a:ext uri="{9D8B030D-6E8A-4147-A177-3AD203B41FA5}">
                      <a16:colId xmlns:a16="http://schemas.microsoft.com/office/drawing/2014/main" val="20000"/>
                    </a:ext>
                  </a:extLst>
                </a:gridCol>
                <a:gridCol w="6326056">
                  <a:extLst>
                    <a:ext uri="{9D8B030D-6E8A-4147-A177-3AD203B41FA5}">
                      <a16:colId xmlns:a16="http://schemas.microsoft.com/office/drawing/2014/main" val="20001"/>
                    </a:ext>
                  </a:extLst>
                </a:gridCol>
                <a:gridCol w="5484943">
                  <a:extLst>
                    <a:ext uri="{9D8B030D-6E8A-4147-A177-3AD203B41FA5}">
                      <a16:colId xmlns:a16="http://schemas.microsoft.com/office/drawing/2014/main" val="20002"/>
                    </a:ext>
                  </a:extLst>
                </a:gridCol>
              </a:tblGrid>
              <a:tr h="967039">
                <a:tc>
                  <a:txBody>
                    <a:bodyPr/>
                    <a:lstStyle/>
                    <a:p>
                      <a:pPr algn="l"/>
                      <a:r>
                        <a:rPr lang="en-US" sz="2700" dirty="0"/>
                        <a:t>FEATURES</a:t>
                      </a:r>
                      <a:endParaRPr lang="en-GB" sz="2700" dirty="0">
                        <a:latin typeface="+mj-lt"/>
                      </a:endParaRPr>
                    </a:p>
                  </a:txBody>
                  <a:tcPr marL="137160" marR="137160" marT="68580" marB="68580" anchor="ctr"/>
                </a:tc>
                <a:tc>
                  <a:txBody>
                    <a:bodyPr/>
                    <a:lstStyle/>
                    <a:p>
                      <a:pPr algn="l"/>
                      <a:r>
                        <a:rPr lang="en-US" sz="2700" dirty="0"/>
                        <a:t>MACHINE VISION</a:t>
                      </a:r>
                      <a:endParaRPr lang="en-GB" sz="2700" dirty="0">
                        <a:latin typeface="+mj-lt"/>
                      </a:endParaRPr>
                    </a:p>
                  </a:txBody>
                  <a:tcPr marL="137160" marR="137160" marT="68580" marB="68580" anchor="ctr"/>
                </a:tc>
                <a:tc>
                  <a:txBody>
                    <a:bodyPr/>
                    <a:lstStyle/>
                    <a:p>
                      <a:pPr algn="l"/>
                      <a:r>
                        <a:rPr lang="en-US" sz="2700" dirty="0"/>
                        <a:t>COMPUTER VISION</a:t>
                      </a:r>
                      <a:endParaRPr lang="en-GB" sz="2700" dirty="0">
                        <a:latin typeface="+mj-lt"/>
                      </a:endParaRPr>
                    </a:p>
                  </a:txBody>
                  <a:tcPr marL="137160" marR="137160" marT="68580" marB="68580" anchor="ctr"/>
                </a:tc>
                <a:extLst>
                  <a:ext uri="{0D108BD9-81ED-4DB2-BD59-A6C34878D82A}">
                    <a16:rowId xmlns:a16="http://schemas.microsoft.com/office/drawing/2014/main" val="10000"/>
                  </a:ext>
                </a:extLst>
              </a:tr>
              <a:tr h="670592">
                <a:tc>
                  <a:txBody>
                    <a:bodyPr/>
                    <a:lstStyle/>
                    <a:p>
                      <a:r>
                        <a:rPr lang="en-US" sz="2700" dirty="0"/>
                        <a:t>Motivation</a:t>
                      </a:r>
                      <a:endParaRPr lang="en-GB" sz="2700">
                        <a:latin typeface="+mj-lt"/>
                      </a:endParaRPr>
                    </a:p>
                  </a:txBody>
                  <a:tcPr marL="137160" marR="137160" marT="68580" marB="68580"/>
                </a:tc>
                <a:tc>
                  <a:txBody>
                    <a:bodyPr/>
                    <a:lstStyle/>
                    <a:p>
                      <a:r>
                        <a:rPr lang="en-US" sz="2700"/>
                        <a:t>Practical </a:t>
                      </a:r>
                      <a:endParaRPr lang="en-GB" sz="2700">
                        <a:latin typeface="+mj-lt"/>
                      </a:endParaRPr>
                    </a:p>
                  </a:txBody>
                  <a:tcPr marL="137160" marR="137160" marT="68580" marB="68580"/>
                </a:tc>
                <a:tc>
                  <a:txBody>
                    <a:bodyPr/>
                    <a:lstStyle/>
                    <a:p>
                      <a:r>
                        <a:rPr lang="en-US" sz="2700"/>
                        <a:t>Academic</a:t>
                      </a:r>
                      <a:endParaRPr lang="en-GB" sz="2700">
                        <a:latin typeface="+mj-lt"/>
                      </a:endParaRPr>
                    </a:p>
                  </a:txBody>
                  <a:tcPr marL="137160" marR="137160" marT="68580" marB="68580"/>
                </a:tc>
                <a:extLst>
                  <a:ext uri="{0D108BD9-81ED-4DB2-BD59-A6C34878D82A}">
                    <a16:rowId xmlns:a16="http://schemas.microsoft.com/office/drawing/2014/main" val="10001"/>
                  </a:ext>
                </a:extLst>
              </a:tr>
              <a:tr h="1173534">
                <a:tc>
                  <a:txBody>
                    <a:bodyPr/>
                    <a:lstStyle/>
                    <a:p>
                      <a:r>
                        <a:rPr lang="en-US" sz="2700" dirty="0"/>
                        <a:t>Cost</a:t>
                      </a:r>
                      <a:endParaRPr lang="en-GB" sz="2700">
                        <a:latin typeface="+mj-lt"/>
                      </a:endParaRPr>
                    </a:p>
                  </a:txBody>
                  <a:tcPr marL="137160" marR="137160" marT="68580" marB="68580"/>
                </a:tc>
                <a:tc>
                  <a:txBody>
                    <a:bodyPr/>
                    <a:lstStyle/>
                    <a:p>
                      <a:r>
                        <a:rPr lang="en-US" sz="2700" dirty="0"/>
                        <a:t>Critical</a:t>
                      </a:r>
                      <a:endParaRPr lang="en-GB" sz="2700">
                        <a:latin typeface="+mj-lt"/>
                      </a:endParaRPr>
                    </a:p>
                  </a:txBody>
                  <a:tcPr marL="137160" marR="137160" marT="68580" marB="68580"/>
                </a:tc>
                <a:tc>
                  <a:txBody>
                    <a:bodyPr/>
                    <a:lstStyle/>
                    <a:p>
                      <a:r>
                        <a:rPr lang="en-US" sz="2700" dirty="0"/>
                        <a:t>Likely to be of secondary importance</a:t>
                      </a:r>
                      <a:endParaRPr lang="en-GB" sz="2700">
                        <a:latin typeface="+mj-lt"/>
                      </a:endParaRPr>
                    </a:p>
                  </a:txBody>
                  <a:tcPr marL="137160" marR="137160" marT="68580" marB="68580"/>
                </a:tc>
                <a:extLst>
                  <a:ext uri="{0D108BD9-81ED-4DB2-BD59-A6C34878D82A}">
                    <a16:rowId xmlns:a16="http://schemas.microsoft.com/office/drawing/2014/main" val="10002"/>
                  </a:ext>
                </a:extLst>
              </a:tr>
              <a:tr h="1580277">
                <a:tc>
                  <a:txBody>
                    <a:bodyPr/>
                    <a:lstStyle/>
                    <a:p>
                      <a:r>
                        <a:rPr lang="en-US" sz="2700" dirty="0"/>
                        <a:t>Input data</a:t>
                      </a:r>
                      <a:endParaRPr lang="en-GB" sz="2700">
                        <a:latin typeface="+mj-lt"/>
                      </a:endParaRPr>
                    </a:p>
                  </a:txBody>
                  <a:tcPr marL="137160" marR="137160" marT="68580" marB="68580"/>
                </a:tc>
                <a:tc>
                  <a:txBody>
                    <a:bodyPr/>
                    <a:lstStyle/>
                    <a:p>
                      <a:r>
                        <a:rPr lang="en-US" sz="2700" dirty="0"/>
                        <a:t>A piece</a:t>
                      </a:r>
                      <a:r>
                        <a:rPr lang="en-US" sz="2700" baseline="0" dirty="0"/>
                        <a:t> of metal, plastic, glass, wood, etc.</a:t>
                      </a:r>
                      <a:endParaRPr lang="en-GB" sz="2700" dirty="0">
                        <a:latin typeface="+mj-lt"/>
                      </a:endParaRPr>
                    </a:p>
                  </a:txBody>
                  <a:tcPr marL="137160" marR="137160" marT="68580" marB="68580"/>
                </a:tc>
                <a:tc>
                  <a:txBody>
                    <a:bodyPr/>
                    <a:lstStyle/>
                    <a:p>
                      <a:r>
                        <a:rPr lang="en-US" sz="2700" dirty="0"/>
                        <a:t>Computer file</a:t>
                      </a:r>
                      <a:endParaRPr lang="en-GB" sz="2700">
                        <a:latin typeface="+mj-lt"/>
                      </a:endParaRPr>
                    </a:p>
                  </a:txBody>
                  <a:tcPr marL="137160" marR="137160" marT="68580" marB="68580"/>
                </a:tc>
                <a:extLst>
                  <a:ext uri="{0D108BD9-81ED-4DB2-BD59-A6C34878D82A}">
                    <a16:rowId xmlns:a16="http://schemas.microsoft.com/office/drawing/2014/main" val="10003"/>
                  </a:ext>
                </a:extLst>
              </a:tr>
              <a:tr h="1173534">
                <a:tc>
                  <a:txBody>
                    <a:bodyPr/>
                    <a:lstStyle/>
                    <a:p>
                      <a:r>
                        <a:rPr lang="en-US" sz="2700" dirty="0"/>
                        <a:t>Nature</a:t>
                      </a:r>
                      <a:r>
                        <a:rPr lang="en-US" sz="2700" baseline="0" dirty="0"/>
                        <a:t> of acceptable solution</a:t>
                      </a:r>
                      <a:endParaRPr lang="en-GB" sz="2700" dirty="0">
                        <a:latin typeface="+mj-lt"/>
                      </a:endParaRPr>
                    </a:p>
                  </a:txBody>
                  <a:tcPr marL="137160" marR="137160" marT="68580" marB="68580"/>
                </a:tc>
                <a:tc>
                  <a:txBody>
                    <a:bodyPr/>
                    <a:lstStyle/>
                    <a:p>
                      <a:r>
                        <a:rPr lang="en-US" sz="2700"/>
                        <a:t>Satisfactory performance</a:t>
                      </a:r>
                      <a:endParaRPr lang="en-GB" sz="2700">
                        <a:latin typeface="+mj-lt"/>
                      </a:endParaRPr>
                    </a:p>
                  </a:txBody>
                  <a:tcPr marL="137160" marR="137160" marT="68580" marB="68580"/>
                </a:tc>
                <a:tc>
                  <a:txBody>
                    <a:bodyPr/>
                    <a:lstStyle/>
                    <a:p>
                      <a:r>
                        <a:rPr lang="en-US" sz="2700" dirty="0"/>
                        <a:t>Optimal performance</a:t>
                      </a:r>
                      <a:endParaRPr lang="en-GB" sz="2700">
                        <a:latin typeface="+mj-lt"/>
                      </a:endParaRPr>
                    </a:p>
                  </a:txBody>
                  <a:tcPr marL="137160" marR="137160" marT="68580" marB="68580"/>
                </a:tc>
                <a:extLst>
                  <a:ext uri="{0D108BD9-81ED-4DB2-BD59-A6C34878D82A}">
                    <a16:rowId xmlns:a16="http://schemas.microsoft.com/office/drawing/2014/main" val="10004"/>
                  </a:ext>
                </a:extLst>
              </a:tr>
              <a:tr h="1173534">
                <a:tc>
                  <a:txBody>
                    <a:bodyPr/>
                    <a:lstStyle/>
                    <a:p>
                      <a:r>
                        <a:rPr lang="en-US" sz="2700" dirty="0"/>
                        <a:t>Output data</a:t>
                      </a:r>
                      <a:endParaRPr lang="en-GB" sz="2700">
                        <a:latin typeface="+mj-lt"/>
                      </a:endParaRPr>
                    </a:p>
                  </a:txBody>
                  <a:tcPr marL="137160" marR="137160" marT="68580" marB="68580"/>
                </a:tc>
                <a:tc>
                  <a:txBody>
                    <a:bodyPr/>
                    <a:lstStyle/>
                    <a:p>
                      <a:r>
                        <a:rPr lang="en-US" sz="2700" dirty="0"/>
                        <a:t>Simple</a:t>
                      </a:r>
                      <a:r>
                        <a:rPr lang="en-US" sz="2700" baseline="0" dirty="0"/>
                        <a:t> signal, to control external equipment</a:t>
                      </a:r>
                      <a:endParaRPr lang="en-GB" sz="2700">
                        <a:latin typeface="+mj-lt"/>
                      </a:endParaRPr>
                    </a:p>
                  </a:txBody>
                  <a:tcPr marL="137160" marR="137160" marT="68580" marB="68580"/>
                </a:tc>
                <a:tc>
                  <a:txBody>
                    <a:bodyPr/>
                    <a:lstStyle/>
                    <a:p>
                      <a:r>
                        <a:rPr lang="en-US" sz="2700" dirty="0"/>
                        <a:t>Complex signal, for human being</a:t>
                      </a:r>
                      <a:endParaRPr lang="en-GB" sz="2700" dirty="0">
                        <a:latin typeface="+mj-lt"/>
                      </a:endParaRPr>
                    </a:p>
                  </a:txBody>
                  <a:tcPr marL="137160" marR="137160" marT="68580" marB="68580"/>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648483273"/>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bg>
      <p:bgPr>
        <a:gradFill rotWithShape="1">
          <a:gsLst>
            <a:gs pos="0">
              <a:srgbClr val="2E3A6E">
                <a:alpha val="100000"/>
              </a:srgbClr>
            </a:gs>
            <a:gs pos="100000">
              <a:srgbClr val="262091">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0" y="-2217254"/>
            <a:ext cx="18317150" cy="12502574"/>
          </a:xfrm>
          <a:custGeom>
            <a:avLst/>
            <a:gdLst/>
            <a:ahLst/>
            <a:cxnLst/>
            <a:rect l="l" t="t" r="r" b="b"/>
            <a:pathLst>
              <a:path w="18317150" h="12502574">
                <a:moveTo>
                  <a:pt x="0" y="0"/>
                </a:moveTo>
                <a:lnTo>
                  <a:pt x="18317150" y="0"/>
                </a:lnTo>
                <a:lnTo>
                  <a:pt x="18317150" y="12502574"/>
                </a:lnTo>
                <a:lnTo>
                  <a:pt x="0" y="12502574"/>
                </a:lnTo>
                <a:lnTo>
                  <a:pt x="0" y="0"/>
                </a:lnTo>
                <a:close/>
              </a:path>
            </a:pathLst>
          </a:custGeom>
          <a:blipFill>
            <a:blip r:embed="rId2">
              <a:alphaModFix amt="9999"/>
            </a:blip>
            <a:stretch>
              <a:fillRect l="-1192" r="-1192"/>
            </a:stretch>
          </a:blipFill>
        </p:spPr>
        <p:txBody>
          <a:bodyPr/>
          <a:lstStyle/>
          <a:p>
            <a:endParaRPr lang="en-US"/>
          </a:p>
        </p:txBody>
      </p:sp>
      <p:sp>
        <p:nvSpPr>
          <p:cNvPr id="3" name="Freeform 3"/>
          <p:cNvSpPr/>
          <p:nvPr/>
        </p:nvSpPr>
        <p:spPr>
          <a:xfrm>
            <a:off x="14595563" y="1015051"/>
            <a:ext cx="2663737" cy="1152180"/>
          </a:xfrm>
          <a:custGeom>
            <a:avLst/>
            <a:gdLst/>
            <a:ahLst/>
            <a:cxnLst/>
            <a:rect l="l" t="t" r="r" b="b"/>
            <a:pathLst>
              <a:path w="2663737" h="1152180">
                <a:moveTo>
                  <a:pt x="0" y="0"/>
                </a:moveTo>
                <a:lnTo>
                  <a:pt x="2663737" y="0"/>
                </a:lnTo>
                <a:lnTo>
                  <a:pt x="2663737" y="1152180"/>
                </a:lnTo>
                <a:lnTo>
                  <a:pt x="0" y="1152180"/>
                </a:lnTo>
                <a:lnTo>
                  <a:pt x="0" y="0"/>
                </a:lnTo>
                <a:close/>
              </a:path>
            </a:pathLst>
          </a:custGeom>
          <a:blipFill>
            <a:blip r:embed="rId3"/>
            <a:stretch>
              <a:fillRect t="-1900" b="-1900"/>
            </a:stretch>
          </a:blipFill>
        </p:spPr>
        <p:txBody>
          <a:bodyPr/>
          <a:lstStyle/>
          <a:p>
            <a:endParaRPr lang="en-US"/>
          </a:p>
        </p:txBody>
      </p:sp>
      <p:grpSp>
        <p:nvGrpSpPr>
          <p:cNvPr id="4" name="Group 4"/>
          <p:cNvGrpSpPr/>
          <p:nvPr/>
        </p:nvGrpSpPr>
        <p:grpSpPr>
          <a:xfrm>
            <a:off x="0" y="9258300"/>
            <a:ext cx="18288000" cy="1027020"/>
            <a:chOff x="0" y="0"/>
            <a:chExt cx="4816593" cy="270491"/>
          </a:xfrm>
        </p:grpSpPr>
        <p:sp>
          <p:nvSpPr>
            <p:cNvPr id="5" name="Freeform 5"/>
            <p:cNvSpPr/>
            <p:nvPr/>
          </p:nvSpPr>
          <p:spPr>
            <a:xfrm>
              <a:off x="0" y="0"/>
              <a:ext cx="4816592" cy="270491"/>
            </a:xfrm>
            <a:custGeom>
              <a:avLst/>
              <a:gdLst/>
              <a:ahLst/>
              <a:cxnLst/>
              <a:rect l="l" t="t" r="r" b="b"/>
              <a:pathLst>
                <a:path w="4816592" h="270491">
                  <a:moveTo>
                    <a:pt x="0" y="0"/>
                  </a:moveTo>
                  <a:lnTo>
                    <a:pt x="4816592" y="0"/>
                  </a:lnTo>
                  <a:lnTo>
                    <a:pt x="4816592" y="270491"/>
                  </a:lnTo>
                  <a:lnTo>
                    <a:pt x="0" y="270491"/>
                  </a:lnTo>
                  <a:close/>
                </a:path>
              </a:pathLst>
            </a:custGeom>
            <a:solidFill>
              <a:srgbClr val="FFFFFF"/>
            </a:solidFill>
          </p:spPr>
          <p:txBody>
            <a:bodyPr/>
            <a:lstStyle/>
            <a:p>
              <a:endParaRPr lang="en-US"/>
            </a:p>
          </p:txBody>
        </p:sp>
        <p:sp>
          <p:nvSpPr>
            <p:cNvPr id="6" name="TextBox 6"/>
            <p:cNvSpPr txBox="1"/>
            <p:nvPr/>
          </p:nvSpPr>
          <p:spPr>
            <a:xfrm>
              <a:off x="0" y="-66675"/>
              <a:ext cx="4816593" cy="337166"/>
            </a:xfrm>
            <a:prstGeom prst="rect">
              <a:avLst/>
            </a:prstGeom>
          </p:spPr>
          <p:txBody>
            <a:bodyPr lIns="50800" tIns="50800" rIns="50800" bIns="50800" rtlCol="0" anchor="ctr"/>
            <a:lstStyle/>
            <a:p>
              <a:pPr algn="ctr">
                <a:lnSpc>
                  <a:spcPts val="3359"/>
                </a:lnSpc>
              </a:pPr>
              <a:endParaRPr/>
            </a:p>
          </p:txBody>
        </p:sp>
      </p:grpSp>
      <p:sp>
        <p:nvSpPr>
          <p:cNvPr id="7" name="Freeform 7"/>
          <p:cNvSpPr/>
          <p:nvPr/>
        </p:nvSpPr>
        <p:spPr>
          <a:xfrm>
            <a:off x="762000" y="9416949"/>
            <a:ext cx="1559829" cy="709722"/>
          </a:xfrm>
          <a:custGeom>
            <a:avLst/>
            <a:gdLst/>
            <a:ahLst/>
            <a:cxnLst/>
            <a:rect l="l" t="t" r="r" b="b"/>
            <a:pathLst>
              <a:path w="1559829" h="709722">
                <a:moveTo>
                  <a:pt x="0" y="0"/>
                </a:moveTo>
                <a:lnTo>
                  <a:pt x="1559829" y="0"/>
                </a:lnTo>
                <a:lnTo>
                  <a:pt x="1559829" y="709722"/>
                </a:lnTo>
                <a:lnTo>
                  <a:pt x="0" y="709722"/>
                </a:lnTo>
                <a:lnTo>
                  <a:pt x="0" y="0"/>
                </a:lnTo>
                <a:close/>
              </a:path>
            </a:pathLst>
          </a:custGeom>
          <a:blipFill>
            <a:blip r:embed="rId4"/>
            <a:stretch>
              <a:fillRect/>
            </a:stretch>
          </a:blipFill>
        </p:spPr>
        <p:txBody>
          <a:bodyPr/>
          <a:lstStyle/>
          <a:p>
            <a:endParaRPr lang="en-US"/>
          </a:p>
        </p:txBody>
      </p:sp>
      <p:sp>
        <p:nvSpPr>
          <p:cNvPr id="8" name="TextBox 8"/>
          <p:cNvSpPr txBox="1"/>
          <p:nvPr/>
        </p:nvSpPr>
        <p:spPr>
          <a:xfrm>
            <a:off x="1842750" y="3574163"/>
            <a:ext cx="14631650" cy="1309526"/>
          </a:xfrm>
          <a:prstGeom prst="rect">
            <a:avLst/>
          </a:prstGeom>
        </p:spPr>
        <p:txBody>
          <a:bodyPr lIns="0" tIns="0" rIns="0" bIns="0" rtlCol="0" anchor="t">
            <a:spAutoFit/>
          </a:bodyPr>
          <a:lstStyle/>
          <a:p>
            <a:pPr algn="ctr">
              <a:lnSpc>
                <a:spcPts val="11200"/>
              </a:lnSpc>
            </a:pPr>
            <a:r>
              <a:rPr lang="en-US" sz="8000" dirty="0">
                <a:solidFill>
                  <a:srgbClr val="FFFFFF"/>
                </a:solidFill>
                <a:latin typeface="Segoe UI 1"/>
                <a:ea typeface="Segoe UI 1"/>
                <a:cs typeface="Segoe UI 1"/>
                <a:sym typeface="Segoe UI 1"/>
              </a:rPr>
              <a:t>Thank You</a:t>
            </a:r>
          </a:p>
        </p:txBody>
      </p:sp>
      <p:sp>
        <p:nvSpPr>
          <p:cNvPr id="9" name="TextBox 9"/>
          <p:cNvSpPr txBox="1"/>
          <p:nvPr/>
        </p:nvSpPr>
        <p:spPr>
          <a:xfrm>
            <a:off x="7883242" y="5217471"/>
            <a:ext cx="3013358" cy="547714"/>
          </a:xfrm>
          <a:prstGeom prst="rect">
            <a:avLst/>
          </a:prstGeom>
        </p:spPr>
        <p:txBody>
          <a:bodyPr wrap="square" lIns="0" tIns="0" rIns="0" bIns="0" rtlCol="0" anchor="t">
            <a:spAutoFit/>
          </a:bodyPr>
          <a:lstStyle/>
          <a:p>
            <a:pPr algn="ctr">
              <a:lnSpc>
                <a:spcPts val="4480"/>
              </a:lnSpc>
            </a:pPr>
            <a:r>
              <a:rPr lang="en-US" sz="3200" dirty="0">
                <a:solidFill>
                  <a:srgbClr val="FFFFFF"/>
                </a:solidFill>
                <a:latin typeface="Poppins"/>
                <a:ea typeface="Poppins"/>
                <a:cs typeface="Poppins"/>
                <a:sym typeface="Poppins"/>
              </a:rPr>
              <a:t>Q &amp; A</a:t>
            </a:r>
          </a:p>
        </p:txBody>
      </p:sp>
      <p:sp>
        <p:nvSpPr>
          <p:cNvPr id="10" name="TextBox 10"/>
          <p:cNvSpPr txBox="1"/>
          <p:nvPr/>
        </p:nvSpPr>
        <p:spPr>
          <a:xfrm>
            <a:off x="2715171" y="9613897"/>
            <a:ext cx="1905248" cy="325705"/>
          </a:xfrm>
          <a:prstGeom prst="rect">
            <a:avLst/>
          </a:prstGeom>
        </p:spPr>
        <p:txBody>
          <a:bodyPr lIns="0" tIns="0" rIns="0" bIns="0" rtlCol="0" anchor="t">
            <a:spAutoFit/>
          </a:bodyPr>
          <a:lstStyle/>
          <a:p>
            <a:pPr algn="ctr">
              <a:lnSpc>
                <a:spcPts val="2520"/>
              </a:lnSpc>
            </a:pPr>
            <a:r>
              <a:rPr lang="en-US" sz="1800">
                <a:solidFill>
                  <a:srgbClr val="2E3A6E"/>
                </a:solidFill>
                <a:latin typeface="Poppins"/>
                <a:ea typeface="Poppins"/>
                <a:cs typeface="Poppins"/>
                <a:sym typeface="Poppins"/>
              </a:rPr>
              <a:t>www.pau.edu.ng</a:t>
            </a:r>
          </a:p>
        </p:txBody>
      </p:sp>
      <p:grpSp>
        <p:nvGrpSpPr>
          <p:cNvPr id="11" name="Group 11"/>
          <p:cNvGrpSpPr/>
          <p:nvPr/>
        </p:nvGrpSpPr>
        <p:grpSpPr>
          <a:xfrm>
            <a:off x="11497609" y="9604017"/>
            <a:ext cx="1845990" cy="335585"/>
            <a:chOff x="0" y="0"/>
            <a:chExt cx="2461320" cy="447447"/>
          </a:xfrm>
        </p:grpSpPr>
        <p:sp>
          <p:nvSpPr>
            <p:cNvPr id="12" name="TextBox 12"/>
            <p:cNvSpPr txBox="1"/>
            <p:nvPr/>
          </p:nvSpPr>
          <p:spPr>
            <a:xfrm>
              <a:off x="551690" y="-12464"/>
              <a:ext cx="1909630" cy="415224"/>
            </a:xfrm>
            <a:prstGeom prst="rect">
              <a:avLst/>
            </a:prstGeom>
          </p:spPr>
          <p:txBody>
            <a:bodyPr lIns="0" tIns="0" rIns="0" bIns="0" rtlCol="0" anchor="t">
              <a:spAutoFit/>
            </a:bodyPr>
            <a:lstStyle/>
            <a:p>
              <a:pPr algn="ctr">
                <a:lnSpc>
                  <a:spcPts val="2520"/>
                </a:lnSpc>
              </a:pPr>
              <a:r>
                <a:rPr lang="en-US" sz="1800">
                  <a:solidFill>
                    <a:srgbClr val="2E3A6E"/>
                  </a:solidFill>
                  <a:latin typeface="Poppins"/>
                  <a:ea typeface="Poppins"/>
                  <a:cs typeface="Poppins"/>
                  <a:sym typeface="Poppins"/>
                </a:rPr>
                <a:t>pau_Nigeria</a:t>
              </a:r>
            </a:p>
          </p:txBody>
        </p:sp>
        <p:sp>
          <p:nvSpPr>
            <p:cNvPr id="13" name="Freeform 13" descr="Symbol"/>
            <p:cNvSpPr/>
            <p:nvPr/>
          </p:nvSpPr>
          <p:spPr>
            <a:xfrm>
              <a:off x="0" y="0"/>
              <a:ext cx="447447" cy="447447"/>
            </a:xfrm>
            <a:custGeom>
              <a:avLst/>
              <a:gdLst/>
              <a:ahLst/>
              <a:cxnLst/>
              <a:rect l="l" t="t" r="r" b="b"/>
              <a:pathLst>
                <a:path w="447447" h="447447">
                  <a:moveTo>
                    <a:pt x="0" y="0"/>
                  </a:moveTo>
                  <a:lnTo>
                    <a:pt x="447447" y="0"/>
                  </a:lnTo>
                  <a:lnTo>
                    <a:pt x="447447" y="447447"/>
                  </a:lnTo>
                  <a:lnTo>
                    <a:pt x="0" y="447447"/>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grpSp>
      <p:grpSp>
        <p:nvGrpSpPr>
          <p:cNvPr id="14" name="Group 14"/>
          <p:cNvGrpSpPr/>
          <p:nvPr/>
        </p:nvGrpSpPr>
        <p:grpSpPr>
          <a:xfrm>
            <a:off x="13681595" y="9637532"/>
            <a:ext cx="3577705" cy="268555"/>
            <a:chOff x="0" y="0"/>
            <a:chExt cx="4770273" cy="358074"/>
          </a:xfrm>
        </p:grpSpPr>
        <p:sp>
          <p:nvSpPr>
            <p:cNvPr id="15" name="TextBox 15"/>
            <p:cNvSpPr txBox="1"/>
            <p:nvPr/>
          </p:nvSpPr>
          <p:spPr>
            <a:xfrm>
              <a:off x="1313823" y="-57150"/>
              <a:ext cx="3456450" cy="415224"/>
            </a:xfrm>
            <a:prstGeom prst="rect">
              <a:avLst/>
            </a:prstGeom>
          </p:spPr>
          <p:txBody>
            <a:bodyPr lIns="0" tIns="0" rIns="0" bIns="0" rtlCol="0" anchor="t">
              <a:spAutoFit/>
            </a:bodyPr>
            <a:lstStyle/>
            <a:p>
              <a:pPr algn="ctr">
                <a:lnSpc>
                  <a:spcPts val="2520"/>
                </a:lnSpc>
              </a:pPr>
              <a:r>
                <a:rPr lang="en-US" sz="1800">
                  <a:solidFill>
                    <a:srgbClr val="2E3A6E"/>
                  </a:solidFill>
                  <a:latin typeface="Poppins"/>
                  <a:ea typeface="Poppins"/>
                  <a:cs typeface="Poppins"/>
                  <a:sym typeface="Poppins"/>
                </a:rPr>
                <a:t>Pan-Atlantic University</a:t>
              </a:r>
            </a:p>
          </p:txBody>
        </p:sp>
        <p:sp>
          <p:nvSpPr>
            <p:cNvPr id="16" name="Freeform 16" descr="Symbol"/>
            <p:cNvSpPr/>
            <p:nvPr/>
          </p:nvSpPr>
          <p:spPr>
            <a:xfrm>
              <a:off x="0" y="10659"/>
              <a:ext cx="398926" cy="336756"/>
            </a:xfrm>
            <a:custGeom>
              <a:avLst/>
              <a:gdLst/>
              <a:ahLst/>
              <a:cxnLst/>
              <a:rect l="l" t="t" r="r" b="b"/>
              <a:pathLst>
                <a:path w="398926" h="336756">
                  <a:moveTo>
                    <a:pt x="0" y="0"/>
                  </a:moveTo>
                  <a:lnTo>
                    <a:pt x="398926" y="0"/>
                  </a:lnTo>
                  <a:lnTo>
                    <a:pt x="398926" y="336756"/>
                  </a:lnTo>
                  <a:lnTo>
                    <a:pt x="0" y="336756"/>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
          <p:nvSpPr>
            <p:cNvPr id="17" name="Freeform 17" descr="X's logo"/>
            <p:cNvSpPr/>
            <p:nvPr/>
          </p:nvSpPr>
          <p:spPr>
            <a:xfrm>
              <a:off x="502626" y="43807"/>
              <a:ext cx="299310" cy="270460"/>
            </a:xfrm>
            <a:custGeom>
              <a:avLst/>
              <a:gdLst/>
              <a:ahLst/>
              <a:cxnLst/>
              <a:rect l="l" t="t" r="r" b="b"/>
              <a:pathLst>
                <a:path w="299310" h="270460">
                  <a:moveTo>
                    <a:pt x="0" y="0"/>
                  </a:moveTo>
                  <a:lnTo>
                    <a:pt x="299309" y="0"/>
                  </a:lnTo>
                  <a:lnTo>
                    <a:pt x="299309" y="270460"/>
                  </a:lnTo>
                  <a:lnTo>
                    <a:pt x="0" y="270460"/>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US"/>
            </a:p>
          </p:txBody>
        </p:sp>
        <p:sp>
          <p:nvSpPr>
            <p:cNvPr id="18" name="Freeform 18" descr="Symbol"/>
            <p:cNvSpPr/>
            <p:nvPr/>
          </p:nvSpPr>
          <p:spPr>
            <a:xfrm>
              <a:off x="905635" y="26793"/>
              <a:ext cx="304488" cy="304488"/>
            </a:xfrm>
            <a:custGeom>
              <a:avLst/>
              <a:gdLst/>
              <a:ahLst/>
              <a:cxnLst/>
              <a:rect l="l" t="t" r="r" b="b"/>
              <a:pathLst>
                <a:path w="304488" h="304488">
                  <a:moveTo>
                    <a:pt x="0" y="0"/>
                  </a:moveTo>
                  <a:lnTo>
                    <a:pt x="304488" y="0"/>
                  </a:lnTo>
                  <a:lnTo>
                    <a:pt x="304488" y="304488"/>
                  </a:lnTo>
                  <a:lnTo>
                    <a:pt x="0" y="304488"/>
                  </a:lnTo>
                  <a:lnTo>
                    <a:pt x="0" y="0"/>
                  </a:lnTo>
                  <a:close/>
                </a:path>
              </a:pathLst>
            </a:custGeom>
            <a:blipFill>
              <a:blip r:embed="rId8"/>
              <a:stretch>
                <a:fillRect/>
              </a:stretch>
            </a:blipFill>
          </p:spPr>
          <p:txBody>
            <a:bodyPr/>
            <a:lstStyle/>
            <a:p>
              <a:endParaRPr lang="en-US"/>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AU Report Presentation Template" id="{15DDEA43-7CFE-4AB7-BFD5-AAE880B5C4B8}" vid="{0F212720-FA41-45FA-838D-80B4ADDF4C5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PAU Report Presentation Template (1) (1)</Template>
  <TotalTime>6817</TotalTime>
  <Words>1728</Words>
  <Application>Microsoft Office PowerPoint</Application>
  <PresentationFormat>Custom</PresentationFormat>
  <Paragraphs>274</Paragraphs>
  <Slides>41</Slides>
  <Notes>1</Notes>
  <HiddenSlides>0</HiddenSlides>
  <MMClips>0</MMClips>
  <ScaleCrop>false</ScaleCrop>
  <HeadingPairs>
    <vt:vector size="4" baseType="variant">
      <vt:variant>
        <vt:lpstr>Theme</vt:lpstr>
      </vt:variant>
      <vt:variant>
        <vt:i4>1</vt:i4>
      </vt:variant>
      <vt:variant>
        <vt:lpstr>Slide Titles</vt:lpstr>
      </vt:variant>
      <vt:variant>
        <vt:i4>41</vt:i4>
      </vt:variant>
    </vt:vector>
  </HeadingPairs>
  <TitlesOfParts>
    <vt:vector size="42"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Desmond Moru</dc:creator>
  <cp:lastModifiedBy>Desmond Moru</cp:lastModifiedBy>
  <cp:revision>13</cp:revision>
  <dcterms:created xsi:type="dcterms:W3CDTF">2026-08-03T15:21:35Z</dcterms:created>
  <dcterms:modified xsi:type="dcterms:W3CDTF">2026-10-16T11:20:05Z</dcterms:modified>
  <dc:identifier>DAGkIFAjLi8</dc:identifier>
</cp:coreProperties>
</file>